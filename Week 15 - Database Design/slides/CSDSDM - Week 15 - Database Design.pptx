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_rels/presentation.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2.xml.rels" ContentType="application/vnd.openxmlformats-package.relationships+xml"/>
  <Override PartName="/ppt/slideLayouts/_rels/slideLayout41.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40.xml.rels" ContentType="application/vnd.openxmlformats-package.relationships+xml"/>
  <Override PartName="/ppt/slideLayouts/_rels/slideLayout3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7.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13.xml.rels" ContentType="application/vnd.openxmlformats-package.relationships+xml"/>
  <Override PartName="/ppt/slideLayouts/_rels/slideLayout58.xml.rels" ContentType="application/vnd.openxmlformats-package.relationships+xml"/>
  <Override PartName="/ppt/slideLayouts/_rels/slideLayout65.xml.rels" ContentType="application/vnd.openxmlformats-package.relationships+xml"/>
  <Override PartName="/ppt/slideLayouts/_rels/slideLayout42.xml.rels" ContentType="application/vnd.openxmlformats-package.relationships+xml"/>
  <Override PartName="/ppt/slideLayouts/_rels/slideLayout35.xml.rels" ContentType="application/vnd.openxmlformats-package.relationships+xml"/>
  <Override PartName="/ppt/slideLayouts/_rels/slideLayout51.xml.rels" ContentType="application/vnd.openxmlformats-package.relationships+xml"/>
  <Override PartName="/ppt/slideLayouts/_rels/slideLayout12.xml.rels" ContentType="application/vnd.openxmlformats-package.relationships+xml"/>
  <Override PartName="/ppt/slideLayouts/_rels/slideLayout55.xml.rels" ContentType="application/vnd.openxmlformats-package.relationships+xml"/>
  <Override PartName="/ppt/slideLayouts/_rels/slideLayout54.xml.rels" ContentType="application/vnd.openxmlformats-package.relationships+xml"/>
  <Override PartName="/ppt/slideLayouts/_rels/slideLayout69.xml.rels" ContentType="application/vnd.openxmlformats-package.relationships+xml"/>
  <Override PartName="/ppt/slideLayouts/_rels/slideLayout63.xml.rels" ContentType="application/vnd.openxmlformats-package.relationships+xml"/>
  <Override PartName="/ppt/slideLayouts/_rels/slideLayout47.xml.rels" ContentType="application/vnd.openxmlformats-package.relationships+xml"/>
  <Override PartName="/ppt/slideLayouts/_rels/slideLayout53.xml.rels" ContentType="application/vnd.openxmlformats-package.relationships+xml"/>
  <Override PartName="/ppt/slideLayouts/_rels/slideLayout46.xml.rels" ContentType="application/vnd.openxmlformats-package.relationships+xml"/>
  <Override PartName="/ppt/slideLayouts/_rels/slideLayout62.xml.rels" ContentType="application/vnd.openxmlformats-package.relationships+xml"/>
  <Override PartName="/ppt/slideLayouts/_rels/slideLayout50.xml.rels" ContentType="application/vnd.openxmlformats-package.relationships+xml"/>
  <Override PartName="/ppt/slideLayouts/_rels/slideLayout52.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38.xml.rels" ContentType="application/vnd.openxmlformats-package.relationships+xml"/>
  <Override PartName="/ppt/slideLayouts/_rels/slideLayout30.xml.rels" ContentType="application/vnd.openxmlformats-package.relationships+xml"/>
  <Override PartName="/ppt/slideLayouts/_rels/slideLayout45.xml.rels" ContentType="application/vnd.openxmlformats-package.relationships+xml"/>
  <Override PartName="/ppt/slideLayouts/_rels/slideLayout14.xml.rels" ContentType="application/vnd.openxmlformats-package.relationships+xml"/>
  <Override PartName="/ppt/slideLayouts/_rels/slideLayout8.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5.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31.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70.xml.rels" ContentType="application/vnd.openxmlformats-package.relationships+xml"/>
  <Override PartName="/ppt/slideLayouts/_rels/slideLayout66.xml.rels" ContentType="application/vnd.openxmlformats-package.relationships+xml"/>
  <Override PartName="/ppt/slideLayouts/_rels/slideLayout10.xml.rels" ContentType="application/vnd.openxmlformats-package.relationships+xml"/>
  <Override PartName="/ppt/slideLayouts/_rels/slideLayout59.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64.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57.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60.xml" ContentType="application/vnd.openxmlformats-officedocument.presentationml.slideLayout+xml"/>
  <Override PartName="/ppt/slideLayouts/slideLayout19.xml" ContentType="application/vnd.openxmlformats-officedocument.presentationml.slideLayout+xml"/>
  <Override PartName="/ppt/slideLayouts/slideLayout61.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58.xml" ContentType="application/vnd.openxmlformats-officedocument.presentationml.slideLayout+xml"/>
  <Override PartName="/ppt/slideLayouts/slideLayout17.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72.xml" ContentType="application/vnd.openxmlformats-officedocument.presentationml.slideLayout+xml"/>
  <Override PartName="/ppt/slideLayouts/slideLayout23.xml" ContentType="application/vnd.openxmlformats-officedocument.presentationml.slideLayout+xml"/>
  <Override PartName="/ppt/slideLayouts/slideLayout71.xml" ContentType="application/vnd.openxmlformats-officedocument.presentationml.slideLayout+xml"/>
  <Override PartName="/ppt/slideLayouts/slideLayout29.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70.xml" ContentType="application/vnd.openxmlformats-officedocument.presentationml.slideLayout+xml"/>
  <Override PartName="/ppt/slideLayouts/slideLayout28.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66.xml" ContentType="application/vnd.openxmlformats-officedocument.presentationml.slideLayout+xml"/>
  <Override PartName="/ppt/slideLayouts/slideLayout65.xml" ContentType="application/vnd.openxmlformats-officedocument.presentationml.slideLayout+xml"/>
  <Override PartName="/ppt/slideLayouts/slideLayout64.xml" ContentType="application/vnd.openxmlformats-officedocument.presentationml.slideLayout+xml"/>
  <Override PartName="/ppt/slideLayouts/slideLayout63.xml" ContentType="application/vnd.openxmlformats-officedocument.presentationml.slideLayout+xml"/>
  <Override PartName="/ppt/slideLayouts/slideLayout62.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2.xml" ContentType="application/vnd.openxmlformats-officedocument.presentationml.slideLayout+xml"/>
  <Override PartName="/ppt/slideLayouts/slideLayout40.xml" ContentType="application/vnd.openxmlformats-officedocument.presentationml.slideLayout+xml"/>
  <Override PartName="/ppt/slideLayouts/slideLayout3.xml" ContentType="application/vnd.openxmlformats-officedocument.presentationml.slideLayout+xml"/>
  <Override PartName="/ppt/slideLayouts/slideLayout41.xml" ContentType="application/vnd.openxmlformats-officedocument.presentationml.slideLayout+xml"/>
  <Override PartName="/ppt/slideLayouts/slideLayout4.xml" ContentType="application/vnd.openxmlformats-officedocument.presentationml.slideLayout+xml"/>
  <Override PartName="/ppt/slideLayouts/slideLayout42.xml" ContentType="application/vnd.openxmlformats-officedocument.presentationml.slideLayout+xml"/>
  <Override PartName="/ppt/slideLayouts/slideLayout5.xml" ContentType="application/vnd.openxmlformats-officedocument.presentationml.slideLayout+xml"/>
  <Override PartName="/ppt/slideLayouts/slideLayout43.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presProps.xml" ContentType="application/vnd.openxmlformats-officedocument.presentationml.presProps+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13.xml" ContentType="application/vnd.openxmlformats-officedocument.presentationml.slide+xml"/>
  <Override PartName="/ppt/slides/_rels/slide22.xml.rels" ContentType="application/vnd.openxmlformats-package.relationships+xml"/>
  <Override PartName="/ppt/slides/_rels/slide3.xml.rels" ContentType="application/vnd.openxmlformats-package.relationships+xml"/>
  <Override PartName="/ppt/slides/_rels/slide9.xml.rels" ContentType="application/vnd.openxmlformats-package.relationships+xml"/>
  <Override PartName="/ppt/slides/_rels/slide28.xml.rels" ContentType="application/vnd.openxmlformats-package.relationships+xml"/>
  <Override PartName="/ppt/slides/_rels/slide19.xml.rels" ContentType="application/vnd.openxmlformats-package.relationships+xml"/>
  <Override PartName="/ppt/slides/_rels/slide13.xml.rels" ContentType="application/vnd.openxmlformats-package.relationships+xml"/>
  <Override PartName="/ppt/slides/_rels/slide30.xml.rels" ContentType="application/vnd.openxmlformats-package.relationships+xml"/>
  <Override PartName="/ppt/slides/_rels/slide29.xml.rels" ContentType="application/vnd.openxmlformats-package.relationships+xml"/>
  <Override PartName="/ppt/slides/_rels/slide14.xml.rels" ContentType="application/vnd.openxmlformats-package.relationships+xml"/>
  <Override PartName="/ppt/slides/_rels/slide23.xml.rels" ContentType="application/vnd.openxmlformats-package.relationships+xml"/>
  <Override PartName="/ppt/slides/_rels/slide10.xml.rels" ContentType="application/vnd.openxmlformats-package.relationships+xml"/>
  <Override PartName="/ppt/slides/_rels/slide25.xml.rels" ContentType="application/vnd.openxmlformats-package.relationships+xml"/>
  <Override PartName="/ppt/slides/_rels/slide16.xml.rels" ContentType="application/vnd.openxmlformats-package.relationships+xml"/>
  <Override PartName="/ppt/slides/_rels/slide32.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24.xml.rels" ContentType="application/vnd.openxmlformats-package.relationships+xml"/>
  <Override PartName="/ppt/slides/_rels/slide8.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36.xml.rels" ContentType="application/vnd.openxmlformats-package.relationships+xml"/>
  <Override PartName="/ppt/slides/_rels/slide21.xml.rels" ContentType="application/vnd.openxmlformats-package.relationships+xml"/>
  <Override PartName="/ppt/slides/_rels/slide35.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7.xml.rels" ContentType="application/vnd.openxmlformats-package.relationships+xml"/>
  <Override PartName="/ppt/slides/_rels/slide34.xml.rels" ContentType="application/vnd.openxmlformats-package.relationships+xml"/>
  <Override PartName="/ppt/slides/_rels/slide6.xml.rels" ContentType="application/vnd.openxmlformats-package.relationships+xml"/>
  <Override PartName="/ppt/slides/_rels/slide33.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18.xml.rels" ContentType="application/vnd.openxmlformats-package.relationships+xml"/>
  <Override PartName="/ppt/slides/_rels/slide12.xml.rels" ContentType="application/vnd.openxmlformats-package.relationships+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0.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Lst>
  <p:sldSz cx="9144000" cy="51435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presProps" Target="presProps.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1"/>
          </p:nvPr>
        </p:nvSpPr>
        <p:spPr/>
        <p:txBody>
          <a:bodyPr/>
          <a:p>
            <a:fld id="{CCFD64C8-35D4-48A3-B2E5-6F0B57835E08}" type="slidenum">
              <a:t>&lt;#&gt;</a:t>
            </a:fld>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1"/>
          </p:nvPr>
        </p:nvSpPr>
        <p:spPr/>
        <p:txBody>
          <a:bodyPr/>
          <a:p>
            <a:fld id="{BC8A3CD1-C10C-4E18-8F5B-16F52C58FD2B}" type="slidenum">
              <a:t>&lt;#&gt;</a:t>
            </a:fld>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1"/>
          </p:nvPr>
        </p:nvSpPr>
        <p:spPr/>
        <p:txBody>
          <a:bodyPr/>
          <a:p>
            <a:fld id="{E628E917-C6B7-4738-8AA7-AC86157B6E42}" type="slidenum">
              <a:t>&lt;#&gt;</a:t>
            </a:fld>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F61D057A-CC6D-4129-8AD7-52F808D78BF3}" type="slidenum">
              <a:t>&lt;#&gt;</a:t>
            </a:fld>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1"/>
          </p:nvPr>
        </p:nvSpPr>
        <p:spPr/>
        <p:txBody>
          <a:bodyPr/>
          <a:p>
            <a:fld id="{4D338716-A227-40F1-9E72-A063A97685D9}" type="slidenum">
              <a:t>&lt;#&gt;</a:t>
            </a:fld>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6"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1"/>
          </p:nvPr>
        </p:nvSpPr>
        <p:spPr/>
        <p:txBody>
          <a:bodyPr/>
          <a:p>
            <a:fld id="{AE902105-63AF-4EED-A257-03210BD34F96}" type="slidenum">
              <a:t>&lt;#&gt;</a:t>
            </a:fld>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1003DF5B-86DD-46DF-833E-91757DBC78FA}" type="slidenum">
              <a:t>&lt;#&gt;</a:t>
            </a:fld>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F442DC3B-5C4C-49CD-AEDE-0E05CA250AC0}" type="slidenum">
              <a:t>&lt;#&gt;</a:t>
            </a:fld>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8"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1"/>
          </p:nvPr>
        </p:nvSpPr>
        <p:spPr/>
        <p:txBody>
          <a:bodyPr/>
          <a:p>
            <a:fld id="{BF338E6B-95FF-42AB-8C1F-1EAB6E9167BC}" type="slidenum">
              <a:t>&lt;#&gt;</a:t>
            </a:fld>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0"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1"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1"/>
          </p:nvPr>
        </p:nvSpPr>
        <p:spPr/>
        <p:txBody>
          <a:bodyPr/>
          <a:p>
            <a:fld id="{AEAE487B-91C7-43C7-A157-EA9383FE9B8C}" type="slidenum">
              <a:t>&lt;#&gt;</a:t>
            </a:fld>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6"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1"/>
          </p:nvPr>
        </p:nvSpPr>
        <p:spPr/>
        <p:txBody>
          <a:bodyPr/>
          <a:p>
            <a:fld id="{624A6367-0FEF-458C-B148-4B7D85C44CC6}" type="slidenum">
              <a:t>&lt;#&gt;</a:t>
            </a:fld>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8"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39"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0"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1"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2"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3"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1"/>
          </p:nvPr>
        </p:nvSpPr>
        <p:spPr/>
        <p:txBody>
          <a:bodyPr/>
          <a:p>
            <a:fld id="{73608737-1F78-4DC0-9D03-7358527C501F}" type="slidenum">
              <a:t>&lt;#&gt;</a:t>
            </a:fld>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2"/>
          </p:nvPr>
        </p:nvSpPr>
        <p:spPr/>
        <p:txBody>
          <a:bodyPr/>
          <a:p>
            <a:fld id="{84165938-626C-463F-9362-237BA9198E6D}" type="slidenum">
              <a:t>&lt;#&gt;</a:t>
            </a:fld>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1"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2"/>
          </p:nvPr>
        </p:nvSpPr>
        <p:spPr/>
        <p:txBody>
          <a:bodyPr/>
          <a:p>
            <a:fld id="{B191E1CB-BB98-412A-9FEF-674D397C739A}" type="slidenum">
              <a:t>&lt;#&gt;</a:t>
            </a:fld>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3"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2"/>
          </p:nvPr>
        </p:nvSpPr>
        <p:spPr/>
        <p:txBody>
          <a:bodyPr/>
          <a:p>
            <a:fld id="{A8CA0216-E5CE-40A0-8C3F-CB8834024E6B}" type="slidenum">
              <a:t>&lt;#&gt;</a:t>
            </a:fld>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55"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6"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EF56B07E-2713-4920-BB50-0F46C3D58D3F}" type="slidenum">
              <a:t>&lt;#&gt;</a:t>
            </a:fld>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2"/>
          </p:nvPr>
        </p:nvSpPr>
        <p:spPr/>
        <p:txBody>
          <a:bodyPr/>
          <a:p>
            <a:fld id="{76DC9D77-A33B-4984-9CA2-F6DAC99012D3}" type="slidenum">
              <a:t>&lt;#&gt;</a:t>
            </a:fld>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8"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2"/>
          </p:nvPr>
        </p:nvSpPr>
        <p:spPr/>
        <p:txBody>
          <a:bodyPr/>
          <a:p>
            <a:fld id="{204C92D7-A39B-4382-BC86-0C34F6D4F89D}" type="slidenum">
              <a:t>&lt;#&gt;</a:t>
            </a:fld>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1"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2"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7A073CB8-E71A-4382-AB49-33D47AC901B4}" type="slidenum">
              <a:t>&lt;#&gt;</a:t>
            </a:fld>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6"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57BC703A-D58D-47C5-9BC5-D1A96017B4EA}" type="slidenum">
              <a:t>&lt;#&gt;</a:t>
            </a:fld>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6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0"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2"/>
          </p:nvPr>
        </p:nvSpPr>
        <p:spPr/>
        <p:txBody>
          <a:bodyPr/>
          <a:p>
            <a:fld id="{BF0336E4-0DC8-4466-9697-AE3ED62AB736}" type="slidenum">
              <a:t>&lt;#&gt;</a:t>
            </a:fld>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7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2"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3"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2"/>
          </p:nvPr>
        </p:nvSpPr>
        <p:spPr/>
        <p:txBody>
          <a:bodyPr/>
          <a:p>
            <a:fld id="{4E7EBC5D-9BDE-4B1B-8F24-357D90CF556B}" type="slidenum">
              <a:t>&lt;#&gt;</a:t>
            </a:fld>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75"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6"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7"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8"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2"/>
          </p:nvPr>
        </p:nvSpPr>
        <p:spPr/>
        <p:txBody>
          <a:bodyPr/>
          <a:p>
            <a:fld id="{412E457D-31D9-4E84-B220-18B58C815819}" type="slidenum">
              <a:t>&lt;#&gt;</a:t>
            </a:fld>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80"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1"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2"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3"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4"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85"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2"/>
          </p:nvPr>
        </p:nvSpPr>
        <p:spPr/>
        <p:txBody>
          <a:bodyPr/>
          <a:p>
            <a:fld id="{5820179D-503D-4229-9DEB-69E690CB9258}" type="slidenum">
              <a:t>&lt;#&gt;</a:t>
            </a:fld>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3"/>
          </p:nvPr>
        </p:nvSpPr>
        <p:spPr/>
        <p:txBody>
          <a:bodyPr/>
          <a:p>
            <a:fld id="{9690DFF4-0DC8-4F25-94DB-810AEE2599E3}" type="slidenum">
              <a:t>&lt;#&gt;</a:t>
            </a:fld>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9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4"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3"/>
          </p:nvPr>
        </p:nvSpPr>
        <p:spPr/>
        <p:txBody>
          <a:bodyPr/>
          <a:p>
            <a:fld id="{91666EBD-FE98-4509-875A-95C8C86898FF}" type="slidenum">
              <a:t>&lt;#&gt;</a:t>
            </a:fld>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6"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3"/>
          </p:nvPr>
        </p:nvSpPr>
        <p:spPr/>
        <p:txBody>
          <a:bodyPr/>
          <a:p>
            <a:fld id="{B1501C9F-161F-4AC7-9F41-D1469749EA81}" type="slidenum">
              <a:t>&lt;#&gt;</a:t>
            </a:fld>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98"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9"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28741295-2A7C-4894-9192-FF99499A5D5A}" type="slidenum">
              <a:t>&lt;#&gt;</a:t>
            </a:fld>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3"/>
          </p:nvPr>
        </p:nvSpPr>
        <p:spPr/>
        <p:txBody>
          <a:bodyPr/>
          <a:p>
            <a:fld id="{E8B34906-607C-4872-AD7B-7CEEB0E6C094}" type="slidenum">
              <a:t>&lt;#&gt;</a:t>
            </a:fld>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1"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3"/>
          </p:nvPr>
        </p:nvSpPr>
        <p:spPr/>
        <p:txBody>
          <a:bodyPr/>
          <a:p>
            <a:fld id="{52A5E432-CC71-4D31-8255-EF5112DAA0AD}" type="slidenum">
              <a:t>&lt;#&gt;</a:t>
            </a:fld>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3"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4"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5"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3429D3FD-A363-47DB-988E-A4AD59DE131C}" type="slidenum">
              <a:t>&lt;#&gt;</a:t>
            </a:fld>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0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09"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B52BF73B-A9B3-4DD7-A384-F70DBEFF0889}" type="slidenum">
              <a:t>&lt;#&gt;</a:t>
            </a:fld>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1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3"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3"/>
          </p:nvPr>
        </p:nvSpPr>
        <p:spPr/>
        <p:txBody>
          <a:bodyPr/>
          <a:p>
            <a:fld id="{5F367854-79AA-46AE-8ECA-5239AA9AB415}" type="slidenum">
              <a:t>&lt;#&gt;</a:t>
            </a:fld>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5"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6"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3"/>
          </p:nvPr>
        </p:nvSpPr>
        <p:spPr/>
        <p:txBody>
          <a:bodyPr/>
          <a:p>
            <a:fld id="{BA30BDA4-EC3F-4FD0-AEA0-1562BD093F64}" type="slidenum">
              <a:t>&lt;#&gt;</a:t>
            </a:fld>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18"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19"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0"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1"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3"/>
          </p:nvPr>
        </p:nvSpPr>
        <p:spPr/>
        <p:txBody>
          <a:bodyPr/>
          <a:p>
            <a:fld id="{86C43225-F309-487C-9F7B-FACA779858E3}" type="slidenum">
              <a:t>&lt;#&gt;</a:t>
            </a:fld>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23"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4"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5"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6"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7"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28"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3"/>
          </p:nvPr>
        </p:nvSpPr>
        <p:spPr/>
        <p:txBody>
          <a:bodyPr/>
          <a:p>
            <a:fld id="{09B2657D-982C-41A4-8853-C092BC58E7AB}" type="slidenum">
              <a:t>&lt;#&gt;</a:t>
            </a:fld>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4"/>
          </p:nvPr>
        </p:nvSpPr>
        <p:spPr/>
        <p:txBody>
          <a:bodyPr/>
          <a:p>
            <a:fld id="{C27D27A4-EB9B-49BC-93D5-CAEA404649D7}" type="slidenum">
              <a:t>&lt;#&gt;</a:t>
            </a:fld>
          </a:p>
        </p:txBody>
      </p:sp>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3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7"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4"/>
          </p:nvPr>
        </p:nvSpPr>
        <p:spPr/>
        <p:txBody>
          <a:bodyPr/>
          <a:p>
            <a:fld id="{D80B7786-A592-4963-A764-BE0AAEE24D5F}" type="slidenum">
              <a:t>&lt;#&gt;</a:t>
            </a:fld>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3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39"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4"/>
          </p:nvPr>
        </p:nvSpPr>
        <p:spPr/>
        <p:txBody>
          <a:bodyPr/>
          <a:p>
            <a:fld id="{DA42D5F9-AA63-4260-B922-0C43B223B51A}" type="slidenum">
              <a:t>&lt;#&gt;</a:t>
            </a:fld>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4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1"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2"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7575EEC5-3D0C-4031-AF58-10A9C554DCE4}" type="slidenum">
              <a:t>&lt;#&gt;</a:t>
            </a:fld>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4"/>
          </p:nvPr>
        </p:nvSpPr>
        <p:spPr/>
        <p:txBody>
          <a:bodyPr/>
          <a:p>
            <a:fld id="{4100F047-3C6B-42A1-B62C-D32D8E99A9BB}" type="slidenum">
              <a:t>&lt;#&gt;</a:t>
            </a:fld>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44"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4"/>
          </p:nvPr>
        </p:nvSpPr>
        <p:spPr/>
        <p:txBody>
          <a:bodyPr/>
          <a:p>
            <a:fld id="{A2BDBDD3-E057-4B98-A4D1-97C596225C01}" type="slidenum">
              <a:t>&lt;#&gt;</a:t>
            </a:fld>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46"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7"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48"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4AA9BD85-238B-4406-85CC-ADC1B745C803}" type="slidenum">
              <a:t>&lt;#&gt;</a:t>
            </a:fld>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4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0"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2"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61FB4162-72EB-4EC1-B046-4C24864F1032}" type="slidenum">
              <a:t>&lt;#&gt;</a:t>
            </a:fld>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5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6"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4"/>
          </p:nvPr>
        </p:nvSpPr>
        <p:spPr/>
        <p:txBody>
          <a:bodyPr/>
          <a:p>
            <a:fld id="{E75CC9EC-CE5E-4252-8497-9315BBD87651}" type="slidenum">
              <a:t>&lt;#&gt;</a:t>
            </a:fld>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57"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58"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59"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4"/>
          </p:nvPr>
        </p:nvSpPr>
        <p:spPr/>
        <p:txBody>
          <a:bodyPr/>
          <a:p>
            <a:fld id="{35278F59-4C9C-475D-825E-5059FC44E7DF}" type="slidenum">
              <a:t>&lt;#&gt;</a:t>
            </a:fld>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6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1"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2"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3"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4"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4"/>
          </p:nvPr>
        </p:nvSpPr>
        <p:spPr/>
        <p:txBody>
          <a:bodyPr/>
          <a:p>
            <a:fld id="{F5BF5B83-D4EA-4848-8973-889026C7FBC4}" type="slidenum">
              <a:t>&lt;#&gt;</a:t>
            </a:fld>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6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66"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7"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8"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69"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0"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71"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4"/>
          </p:nvPr>
        </p:nvSpPr>
        <p:spPr/>
        <p:txBody>
          <a:bodyPr/>
          <a:p>
            <a:fld id="{80BD4176-3FD7-4DC4-985B-0589D2B56188}" type="slidenum">
              <a:t>&lt;#&gt;</a:t>
            </a:fld>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5"/>
          </p:nvPr>
        </p:nvSpPr>
        <p:spPr/>
        <p:txBody>
          <a:bodyPr/>
          <a:p>
            <a:fld id="{F5A0F679-A133-4739-94CE-8AE0847AB2FF}" type="slidenum">
              <a:t>&lt;#&gt;</a:t>
            </a:fld>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7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0"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5"/>
          </p:nvPr>
        </p:nvSpPr>
        <p:spPr/>
        <p:txBody>
          <a:bodyPr/>
          <a:p>
            <a:fld id="{A3C7F0B6-D958-447B-AEF5-E3212026D819}" type="slidenum">
              <a:t>&lt;#&gt;</a:t>
            </a:fld>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8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2"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5"/>
          </p:nvPr>
        </p:nvSpPr>
        <p:spPr/>
        <p:txBody>
          <a:bodyPr/>
          <a:p>
            <a:fld id="{AF4D02F1-2CF3-47E2-91B3-627F1094F6EF}" type="slidenum">
              <a:t>&lt;#&gt;</a:t>
            </a:fld>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8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4"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85"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5"/>
          </p:nvPr>
        </p:nvSpPr>
        <p:spPr/>
        <p:txBody>
          <a:bodyPr/>
          <a:p>
            <a:fld id="{2B0BA7E0-06B4-4E7A-A8F4-B11AA26DD024}" type="slidenum">
              <a:t>&lt;#&gt;</a:t>
            </a:fld>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8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5"/>
          </p:nvPr>
        </p:nvSpPr>
        <p:spPr/>
        <p:txBody>
          <a:bodyPr/>
          <a:p>
            <a:fld id="{3B0A8906-412D-4D74-8F5D-899E064ABCB1}" type="slidenum">
              <a:t>&lt;#&gt;</a:t>
            </a:fld>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87"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5"/>
          </p:nvPr>
        </p:nvSpPr>
        <p:spPr/>
        <p:txBody>
          <a:bodyPr/>
          <a:p>
            <a:fld id="{D732B545-1B11-4666-964A-51B07592490D}" type="slidenum">
              <a:t>&lt;#&gt;</a:t>
            </a:fld>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8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89"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0"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1"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5"/>
          </p:nvPr>
        </p:nvSpPr>
        <p:spPr/>
        <p:txBody>
          <a:bodyPr/>
          <a:p>
            <a:fld id="{3749995D-B40C-4BF7-AEAC-8885C4C739D3}" type="slidenum">
              <a:t>&lt;#&gt;</a:t>
            </a:fld>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93"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4"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5"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5"/>
          </p:nvPr>
        </p:nvSpPr>
        <p:spPr/>
        <p:txBody>
          <a:bodyPr/>
          <a:p>
            <a:fld id="{80C4DE9C-34E3-4860-BF40-8404617E1033}" type="slidenum">
              <a:t>&lt;#&gt;</a:t>
            </a:fld>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197"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199"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5"/>
          </p:nvPr>
        </p:nvSpPr>
        <p:spPr/>
        <p:txBody>
          <a:bodyPr/>
          <a:p>
            <a:fld id="{2E0DDE45-E5E7-4EFA-9861-B72C11FEB666}" type="slidenum">
              <a:t>&lt;#&gt;</a:t>
            </a:fld>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00"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1"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2"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5"/>
          </p:nvPr>
        </p:nvSpPr>
        <p:spPr/>
        <p:txBody>
          <a:bodyPr/>
          <a:p>
            <a:fld id="{2AE99939-06D8-49AC-AD0D-BF27BEE27BC5}" type="slidenum">
              <a:t>&lt;#&gt;</a:t>
            </a:fld>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0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4"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5"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6"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07"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5"/>
          </p:nvPr>
        </p:nvSpPr>
        <p:spPr/>
        <p:txBody>
          <a:bodyPr/>
          <a:p>
            <a:fld id="{8C1A2029-4BBA-46B2-B2BF-F2CE7FB4040A}" type="slidenum">
              <a:t>&lt;#&gt;</a:t>
            </a:fld>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08"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09"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0"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1"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2"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3"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14"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5"/>
          </p:nvPr>
        </p:nvSpPr>
        <p:spPr/>
        <p:txBody>
          <a:bodyPr/>
          <a:p>
            <a:fld id="{C905A9DA-4CBD-43F9-875A-557E5A63953D}" type="slidenum">
              <a:t>&lt;#&gt;</a:t>
            </a:fld>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sldNum" idx="6"/>
          </p:nvPr>
        </p:nvSpPr>
        <p:spPr/>
        <p:txBody>
          <a:bodyPr/>
          <a:p>
            <a:fld id="{F37098B4-62F3-4C8F-8F56-8038D2FD56A8}" type="slidenum">
              <a:t>&lt;#&gt;</a:t>
            </a:fld>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22"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3" name="PlaceHolder 2"/>
          <p:cNvSpPr>
            <a:spLocks noGrp="1"/>
          </p:cNvSpPr>
          <p:nvPr>
            <p:ph type="subTitle"/>
          </p:nvPr>
        </p:nvSpPr>
        <p:spPr>
          <a:xfrm>
            <a:off x="5174280" y="1352520"/>
            <a:ext cx="3373920" cy="3025080"/>
          </a:xfrm>
          <a:prstGeom prst="rect">
            <a:avLst/>
          </a:prstGeom>
          <a:noFill/>
          <a:ln w="0">
            <a:noFill/>
          </a:ln>
        </p:spPr>
        <p:txBody>
          <a:bodyPr lIns="0" rIns="0" tIns="0" bIns="0" anchor="ctr">
            <a:noAutofit/>
          </a:bodyPr>
          <a:p>
            <a:pPr indent="0" algn="ctr">
              <a:buNone/>
            </a:pPr>
            <a:endParaRPr b="0" lang="en-US" sz="3200" spc="-1" strike="noStrike">
              <a:solidFill>
                <a:srgbClr val="000000"/>
              </a:solidFill>
              <a:latin typeface="Arial"/>
            </a:endParaRPr>
          </a:p>
        </p:txBody>
      </p:sp>
      <p:sp>
        <p:nvSpPr>
          <p:cNvPr id="4" name="PlaceHolder 3"/>
          <p:cNvSpPr>
            <a:spLocks noGrp="1"/>
          </p:cNvSpPr>
          <p:nvPr>
            <p:ph type="sldNum" idx="6"/>
          </p:nvPr>
        </p:nvSpPr>
        <p:spPr/>
        <p:txBody>
          <a:bodyPr/>
          <a:p>
            <a:fld id="{5FDBBAE8-7C49-4944-89CB-DA86B4D9400B}" type="slidenum">
              <a:t>&lt;#&gt;</a:t>
            </a:fld>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24"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5" name="PlaceHolder 2"/>
          <p:cNvSpPr>
            <a:spLocks noGrp="1"/>
          </p:cNvSpPr>
          <p:nvPr>
            <p:ph/>
          </p:nvPr>
        </p:nvSpPr>
        <p:spPr>
          <a:xfrm>
            <a:off x="5174280" y="1352520"/>
            <a:ext cx="337392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4" name="PlaceHolder 3"/>
          <p:cNvSpPr>
            <a:spLocks noGrp="1"/>
          </p:cNvSpPr>
          <p:nvPr>
            <p:ph type="sldNum" idx="6"/>
          </p:nvPr>
        </p:nvSpPr>
        <p:spPr/>
        <p:txBody>
          <a:bodyPr/>
          <a:p>
            <a:fld id="{3A93E89D-403C-403C-8748-592CA208A163}" type="slidenum">
              <a:t>&lt;#&gt;</a:t>
            </a:fld>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2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27"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28"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6"/>
          </p:nvPr>
        </p:nvSpPr>
        <p:spPr/>
        <p:txBody>
          <a:bodyPr/>
          <a:p>
            <a:fld id="{2FF77E97-3F68-42C1-9C40-93B60103EDBC}" type="slidenum">
              <a:t>&lt;#&gt;</a:t>
            </a:fld>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2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3" name="PlaceHolder 2"/>
          <p:cNvSpPr>
            <a:spLocks noGrp="1"/>
          </p:cNvSpPr>
          <p:nvPr>
            <p:ph type="sldNum" idx="6"/>
          </p:nvPr>
        </p:nvSpPr>
        <p:spPr/>
        <p:txBody>
          <a:bodyPr/>
          <a:p>
            <a:fld id="{BD604D67-FF92-47F2-92A6-4797FF31FFE2}" type="slidenum">
              <a:t>&lt;#&gt;</a:t>
            </a:fld>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30" name="PlaceHolder 1"/>
          <p:cNvSpPr>
            <a:spLocks noGrp="1"/>
          </p:cNvSpPr>
          <p:nvPr>
            <p:ph type="subTitle"/>
          </p:nvPr>
        </p:nvSpPr>
        <p:spPr>
          <a:xfrm>
            <a:off x="730080" y="1318680"/>
            <a:ext cx="3300480" cy="7821000"/>
          </a:xfrm>
          <a:prstGeom prst="rect">
            <a:avLst/>
          </a:prstGeom>
          <a:noFill/>
          <a:ln w="0">
            <a:noFill/>
          </a:ln>
        </p:spPr>
        <p:txBody>
          <a:bodyPr lIns="0" rIns="0" tIns="0" bIns="0" anchor="ctr">
            <a:noAutofit/>
          </a:bodyPr>
          <a:p>
            <a:pPr algn="ctr"/>
            <a:endParaRPr b="0" lang="en-US" sz="3200" spc="-1" strike="noStrike">
              <a:solidFill>
                <a:srgbClr val="000000"/>
              </a:solidFill>
              <a:latin typeface="Arial"/>
            </a:endParaRPr>
          </a:p>
        </p:txBody>
      </p:sp>
      <p:sp>
        <p:nvSpPr>
          <p:cNvPr id="3" name="PlaceHolder 2"/>
          <p:cNvSpPr>
            <a:spLocks noGrp="1"/>
          </p:cNvSpPr>
          <p:nvPr>
            <p:ph type="sldNum" idx="6"/>
          </p:nvPr>
        </p:nvSpPr>
        <p:spPr/>
        <p:txBody>
          <a:bodyPr/>
          <a:p>
            <a:fld id="{E226FC2C-C0B7-4B20-92F8-AA88DBD6882D}" type="slidenum">
              <a:t>&lt;#&gt;</a:t>
            </a:fld>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3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32"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3" name="PlaceHolder 3"/>
          <p:cNvSpPr>
            <a:spLocks noGrp="1"/>
          </p:cNvSpPr>
          <p:nvPr>
            <p:ph/>
          </p:nvPr>
        </p:nvSpPr>
        <p:spPr>
          <a:xfrm>
            <a:off x="690336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4"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6"/>
          </p:nvPr>
        </p:nvSpPr>
        <p:spPr/>
        <p:txBody>
          <a:bodyPr/>
          <a:p>
            <a:fld id="{C900E8AA-763F-44DF-92E6-CA8681C76364}" type="slidenum">
              <a:t>&lt;#&gt;</a:t>
            </a:fld>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36" name="PlaceHolder 2"/>
          <p:cNvSpPr>
            <a:spLocks noGrp="1"/>
          </p:cNvSpPr>
          <p:nvPr>
            <p:ph/>
          </p:nvPr>
        </p:nvSpPr>
        <p:spPr>
          <a:xfrm>
            <a:off x="5174280" y="1352520"/>
            <a:ext cx="1646280" cy="30250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7"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38" name="PlaceHolder 4"/>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6"/>
          </p:nvPr>
        </p:nvSpPr>
        <p:spPr/>
        <p:txBody>
          <a:bodyPr/>
          <a:p>
            <a:fld id="{8A8414A2-B1FD-4297-873D-80D8B2471241}" type="slidenum">
              <a:t>&lt;#&gt;</a:t>
            </a:fld>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39"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40"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1"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2" name="PlaceHolder 4"/>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6" name="PlaceHolder 5"/>
          <p:cNvSpPr>
            <a:spLocks noGrp="1"/>
          </p:cNvSpPr>
          <p:nvPr>
            <p:ph type="sldNum" idx="6"/>
          </p:nvPr>
        </p:nvSpPr>
        <p:spPr/>
        <p:txBody>
          <a:bodyPr/>
          <a:p>
            <a:fld id="{E2C89E80-F4BC-41FE-8049-EB6F78862DB5}" type="slidenum">
              <a:t>&lt;#&gt;</a:t>
            </a:fld>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43"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44" name="PlaceHolder 2"/>
          <p:cNvSpPr>
            <a:spLocks noGrp="1"/>
          </p:cNvSpPr>
          <p:nvPr>
            <p:ph/>
          </p:nvPr>
        </p:nvSpPr>
        <p:spPr>
          <a:xfrm>
            <a:off x="5174280" y="13525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5" name="PlaceHolder 3"/>
          <p:cNvSpPr>
            <a:spLocks noGrp="1"/>
          </p:cNvSpPr>
          <p:nvPr>
            <p:ph/>
          </p:nvPr>
        </p:nvSpPr>
        <p:spPr>
          <a:xfrm>
            <a:off x="5174280" y="2932920"/>
            <a:ext cx="33739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5" name="PlaceHolder 4"/>
          <p:cNvSpPr>
            <a:spLocks noGrp="1"/>
          </p:cNvSpPr>
          <p:nvPr>
            <p:ph type="sldNum" idx="6"/>
          </p:nvPr>
        </p:nvSpPr>
        <p:spPr/>
        <p:txBody>
          <a:bodyPr/>
          <a:p>
            <a:fld id="{0881D115-4413-437F-9B2F-3943CE311789}" type="slidenum">
              <a:t>&lt;#&gt;</a:t>
            </a:fld>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46"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47" name="PlaceHolder 2"/>
          <p:cNvSpPr>
            <a:spLocks noGrp="1"/>
          </p:cNvSpPr>
          <p:nvPr>
            <p:ph/>
          </p:nvPr>
        </p:nvSpPr>
        <p:spPr>
          <a:xfrm>
            <a:off x="517428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8" name="PlaceHolder 3"/>
          <p:cNvSpPr>
            <a:spLocks noGrp="1"/>
          </p:cNvSpPr>
          <p:nvPr>
            <p:ph/>
          </p:nvPr>
        </p:nvSpPr>
        <p:spPr>
          <a:xfrm>
            <a:off x="6903360" y="13525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49" name="PlaceHolder 4"/>
          <p:cNvSpPr>
            <a:spLocks noGrp="1"/>
          </p:cNvSpPr>
          <p:nvPr>
            <p:ph/>
          </p:nvPr>
        </p:nvSpPr>
        <p:spPr>
          <a:xfrm>
            <a:off x="517428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0" name="PlaceHolder 5"/>
          <p:cNvSpPr>
            <a:spLocks noGrp="1"/>
          </p:cNvSpPr>
          <p:nvPr>
            <p:ph/>
          </p:nvPr>
        </p:nvSpPr>
        <p:spPr>
          <a:xfrm>
            <a:off x="6903360" y="2932920"/>
            <a:ext cx="164628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7" name="PlaceHolder 6"/>
          <p:cNvSpPr>
            <a:spLocks noGrp="1"/>
          </p:cNvSpPr>
          <p:nvPr>
            <p:ph type="sldNum" idx="6"/>
          </p:nvPr>
        </p:nvSpPr>
        <p:spPr/>
        <p:txBody>
          <a:bodyPr/>
          <a:p>
            <a:fld id="{E84E8754-3E9C-4A06-8D01-E8659AC8243C}" type="slidenum">
              <a:t>&lt;#&gt;</a:t>
            </a:fld>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51" name="PlaceHolder 1"/>
          <p:cNvSpPr>
            <a:spLocks noGrp="1"/>
          </p:cNvSpPr>
          <p:nvPr>
            <p:ph type="title"/>
          </p:nvPr>
        </p:nvSpPr>
        <p:spPr>
          <a:xfrm>
            <a:off x="730080" y="1318680"/>
            <a:ext cx="3300480" cy="1686960"/>
          </a:xfrm>
          <a:prstGeom prst="rect">
            <a:avLst/>
          </a:prstGeom>
          <a:noFill/>
          <a:ln w="0">
            <a:noFill/>
          </a:ln>
        </p:spPr>
        <p:txBody>
          <a:bodyPr lIns="0" rIns="0" tIns="0" bIns="0" anchor="ctr">
            <a:noAutofit/>
          </a:bodyPr>
          <a:p>
            <a:pPr indent="0">
              <a:buNone/>
            </a:pPr>
            <a:endParaRPr b="0" lang="en-US" sz="1400" spc="-1" strike="noStrike">
              <a:solidFill>
                <a:srgbClr val="000000"/>
              </a:solidFill>
              <a:latin typeface="Arial"/>
            </a:endParaRPr>
          </a:p>
        </p:txBody>
      </p:sp>
      <p:sp>
        <p:nvSpPr>
          <p:cNvPr id="252" name="PlaceHolder 2"/>
          <p:cNvSpPr>
            <a:spLocks noGrp="1"/>
          </p:cNvSpPr>
          <p:nvPr>
            <p:ph/>
          </p:nvPr>
        </p:nvSpPr>
        <p:spPr>
          <a:xfrm>
            <a:off x="517428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3" name="PlaceHolder 3"/>
          <p:cNvSpPr>
            <a:spLocks noGrp="1"/>
          </p:cNvSpPr>
          <p:nvPr>
            <p:ph/>
          </p:nvPr>
        </p:nvSpPr>
        <p:spPr>
          <a:xfrm>
            <a:off x="631512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4" name="PlaceHolder 4"/>
          <p:cNvSpPr>
            <a:spLocks noGrp="1"/>
          </p:cNvSpPr>
          <p:nvPr>
            <p:ph/>
          </p:nvPr>
        </p:nvSpPr>
        <p:spPr>
          <a:xfrm>
            <a:off x="7455960" y="13525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5" name="PlaceHolder 5"/>
          <p:cNvSpPr>
            <a:spLocks noGrp="1"/>
          </p:cNvSpPr>
          <p:nvPr>
            <p:ph/>
          </p:nvPr>
        </p:nvSpPr>
        <p:spPr>
          <a:xfrm>
            <a:off x="517428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6" name="PlaceHolder 6"/>
          <p:cNvSpPr>
            <a:spLocks noGrp="1"/>
          </p:cNvSpPr>
          <p:nvPr>
            <p:ph/>
          </p:nvPr>
        </p:nvSpPr>
        <p:spPr>
          <a:xfrm>
            <a:off x="631512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257" name="PlaceHolder 7"/>
          <p:cNvSpPr>
            <a:spLocks noGrp="1"/>
          </p:cNvSpPr>
          <p:nvPr>
            <p:ph/>
          </p:nvPr>
        </p:nvSpPr>
        <p:spPr>
          <a:xfrm>
            <a:off x="7455960" y="2932920"/>
            <a:ext cx="1086120" cy="1442880"/>
          </a:xfrm>
          <a:prstGeom prst="rect">
            <a:avLst/>
          </a:prstGeom>
          <a:noFill/>
          <a:ln w="0">
            <a:noFill/>
          </a:ln>
        </p:spPr>
        <p:txBody>
          <a:bodyPr lIns="0" rIns="0" tIns="0" bIns="0" anchor="t">
            <a:normAutofit/>
          </a:bodyPr>
          <a:p>
            <a:pPr indent="0">
              <a:spcBef>
                <a:spcPts val="1417"/>
              </a:spcBef>
              <a:buNone/>
            </a:pPr>
            <a:endParaRPr b="0" lang="en-US" sz="1400" spc="-1" strike="noStrike">
              <a:solidFill>
                <a:srgbClr val="000000"/>
              </a:solidFill>
              <a:latin typeface="Arial"/>
            </a:endParaRPr>
          </a:p>
        </p:txBody>
      </p:sp>
      <p:sp>
        <p:nvSpPr>
          <p:cNvPr id="9" name="PlaceHolder 8"/>
          <p:cNvSpPr>
            <a:spLocks noGrp="1"/>
          </p:cNvSpPr>
          <p:nvPr>
            <p:ph type="sldNum" idx="6"/>
          </p:nvPr>
        </p:nvSpPr>
        <p:spPr/>
        <p:txBody>
          <a:bodyPr/>
          <a:p>
            <a:fld id="{C442F2C4-636B-4F2A-A453-86CF9A9340D7}" type="slidenum">
              <a:t>&lt;#&gt;</a:t>
            </a:fld>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37.xml"/><Relationship Id="rId3" Type="http://schemas.openxmlformats.org/officeDocument/2006/relationships/slideLayout" Target="../slideLayouts/slideLayout38.xml"/><Relationship Id="rId4" Type="http://schemas.openxmlformats.org/officeDocument/2006/relationships/slideLayout" Target="../slideLayouts/slideLayout39.xml"/><Relationship Id="rId5" Type="http://schemas.openxmlformats.org/officeDocument/2006/relationships/slideLayout" Target="../slideLayouts/slideLayout40.xml"/><Relationship Id="rId6" Type="http://schemas.openxmlformats.org/officeDocument/2006/relationships/slideLayout" Target="../slideLayouts/slideLayout41.xml"/><Relationship Id="rId7" Type="http://schemas.openxmlformats.org/officeDocument/2006/relationships/slideLayout" Target="../slideLayouts/slideLayout42.xml"/><Relationship Id="rId8" Type="http://schemas.openxmlformats.org/officeDocument/2006/relationships/slideLayout" Target="../slideLayouts/slideLayout43.xml"/><Relationship Id="rId9" Type="http://schemas.openxmlformats.org/officeDocument/2006/relationships/slideLayout" Target="../slideLayouts/slideLayout44.xml"/><Relationship Id="rId10" Type="http://schemas.openxmlformats.org/officeDocument/2006/relationships/slideLayout" Target="../slideLayouts/slideLayout45.xml"/><Relationship Id="rId11" Type="http://schemas.openxmlformats.org/officeDocument/2006/relationships/slideLayout" Target="../slideLayouts/slideLayout46.xml"/><Relationship Id="rId12" Type="http://schemas.openxmlformats.org/officeDocument/2006/relationships/slideLayout" Target="../slideLayouts/slideLayout47.xml"/><Relationship Id="rId13"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49.xml"/><Relationship Id="rId3" Type="http://schemas.openxmlformats.org/officeDocument/2006/relationships/slideLayout" Target="../slideLayouts/slideLayout50.xml"/><Relationship Id="rId4" Type="http://schemas.openxmlformats.org/officeDocument/2006/relationships/slideLayout" Target="../slideLayouts/slideLayout51.xml"/><Relationship Id="rId5" Type="http://schemas.openxmlformats.org/officeDocument/2006/relationships/slideLayout" Target="../slideLayouts/slideLayout52.xml"/><Relationship Id="rId6" Type="http://schemas.openxmlformats.org/officeDocument/2006/relationships/slideLayout" Target="../slideLayouts/slideLayout53.xml"/><Relationship Id="rId7" Type="http://schemas.openxmlformats.org/officeDocument/2006/relationships/slideLayout" Target="../slideLayouts/slideLayout54.xml"/><Relationship Id="rId8" Type="http://schemas.openxmlformats.org/officeDocument/2006/relationships/slideLayout" Target="../slideLayouts/slideLayout55.xml"/><Relationship Id="rId9" Type="http://schemas.openxmlformats.org/officeDocument/2006/relationships/slideLayout" Target="../slideLayouts/slideLayout56.xml"/><Relationship Id="rId10" Type="http://schemas.openxmlformats.org/officeDocument/2006/relationships/slideLayout" Target="../slideLayouts/slideLayout57.xml"/><Relationship Id="rId11" Type="http://schemas.openxmlformats.org/officeDocument/2006/relationships/slideLayout" Target="../slideLayouts/slideLayout58.xml"/><Relationship Id="rId12" Type="http://schemas.openxmlformats.org/officeDocument/2006/relationships/slideLayout" Target="../slideLayouts/slideLayout59.xml"/><Relationship Id="rId13"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1.xml"/><Relationship Id="rId3" Type="http://schemas.openxmlformats.org/officeDocument/2006/relationships/slideLayout" Target="../slideLayouts/slideLayout62.xml"/><Relationship Id="rId4" Type="http://schemas.openxmlformats.org/officeDocument/2006/relationships/slideLayout" Target="../slideLayouts/slideLayout63.xml"/><Relationship Id="rId5" Type="http://schemas.openxmlformats.org/officeDocument/2006/relationships/slideLayout" Target="../slideLayouts/slideLayout64.xml"/><Relationship Id="rId6" Type="http://schemas.openxmlformats.org/officeDocument/2006/relationships/slideLayout" Target="../slideLayouts/slideLayout65.xml"/><Relationship Id="rId7" Type="http://schemas.openxmlformats.org/officeDocument/2006/relationships/slideLayout" Target="../slideLayouts/slideLayout66.xml"/><Relationship Id="rId8" Type="http://schemas.openxmlformats.org/officeDocument/2006/relationships/slideLayout" Target="../slideLayouts/slideLayout67.xml"/><Relationship Id="rId9" Type="http://schemas.openxmlformats.org/officeDocument/2006/relationships/slideLayout" Target="../slideLayouts/slideLayout68.xml"/><Relationship Id="rId10" Type="http://schemas.openxmlformats.org/officeDocument/2006/relationships/slideLayout" Target="../slideLayouts/slideLayout69.xml"/><Relationship Id="rId11" Type="http://schemas.openxmlformats.org/officeDocument/2006/relationships/slideLayout" Target="../slideLayouts/slideLayout70.xml"/><Relationship Id="rId12" Type="http://schemas.openxmlformats.org/officeDocument/2006/relationships/slideLayout" Target="../slideLayouts/slideLayout71.xml"/><Relationship Id="rId13" Type="http://schemas.openxmlformats.org/officeDocument/2006/relationships/slideLayout" Target="../slideLayouts/slideLayout7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0" name="Google Shape;10;p38"/>
          <p:cNvSpPr/>
          <p:nvPr/>
        </p:nvSpPr>
        <p:spPr>
          <a:xfrm>
            <a:off x="0" y="0"/>
            <a:ext cx="9143640" cy="48744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 name="Google Shape;11;p38"/>
          <p:cNvGrpSpPr/>
          <p:nvPr/>
        </p:nvGrpSpPr>
        <p:grpSpPr>
          <a:xfrm>
            <a:off x="530280" y="1205640"/>
            <a:ext cx="1342800" cy="17280"/>
            <a:chOff x="530280" y="1205640"/>
            <a:chExt cx="1342800" cy="17280"/>
          </a:xfrm>
        </p:grpSpPr>
        <p:sp>
          <p:nvSpPr>
            <p:cNvPr id="2" name="Google Shape;12;p38"/>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3" name="Google Shape;13;p38"/>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buNone/>
            </a:pPr>
            <a:r>
              <a:rPr b="0" lang="en-US" sz="4200" spc="-1" strike="noStrike">
                <a:solidFill>
                  <a:srgbClr val="000000"/>
                </a:solidFill>
                <a:latin typeface="Arial"/>
              </a:rPr>
              <a:t>Click to edit the title text format</a:t>
            </a:r>
            <a:endParaRPr b="0" lang="en-US" sz="4200" spc="-1" strike="noStrike">
              <a:solidFill>
                <a:srgbClr val="000000"/>
              </a:solidFill>
              <a:latin typeface="Arial"/>
            </a:endParaRPr>
          </a:p>
        </p:txBody>
      </p:sp>
      <p:sp>
        <p:nvSpPr>
          <p:cNvPr id="5" name="PlaceHolder 2"/>
          <p:cNvSpPr>
            <a:spLocks noGrp="1"/>
          </p:cNvSpPr>
          <p:nvPr>
            <p:ph type="sldNum" idx="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FEA18DE-A852-4AD1-8D58-3CC3F2B5839F}"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
        <p:nvSpPr>
          <p:cNvPr id="6" name="Google Shape;17;p38"/>
          <p:cNvSpPr/>
          <p:nvPr/>
        </p:nvSpPr>
        <p:spPr>
          <a:xfrm>
            <a:off x="6590880" y="3867120"/>
            <a:ext cx="1945080" cy="7387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endParaRPr b="0" lang="en-US" sz="1400" spc="-1" strike="noStrike">
              <a:solidFill>
                <a:srgbClr val="000000"/>
              </a:solidFill>
              <a:latin typeface="Arial"/>
            </a:endParaRPr>
          </a:p>
        </p:txBody>
      </p:sp>
      <p:sp>
        <p:nvSpPr>
          <p:cNvPr id="7"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dk1"/>
        </a:solidFill>
      </p:bgPr>
    </p:bg>
    <p:spTree>
      <p:nvGrpSpPr>
        <p:cNvPr id="1" name=""/>
        <p:cNvGrpSpPr/>
        <p:nvPr/>
      </p:nvGrpSpPr>
      <p:grpSpPr>
        <a:xfrm>
          <a:off x="0" y="0"/>
          <a:ext cx="0" cy="0"/>
          <a:chOff x="0" y="0"/>
          <a:chExt cx="0" cy="0"/>
        </a:xfrm>
      </p:grpSpPr>
      <p:grpSp>
        <p:nvGrpSpPr>
          <p:cNvPr id="44" name="Google Shape;20;p39"/>
          <p:cNvGrpSpPr/>
          <p:nvPr/>
        </p:nvGrpSpPr>
        <p:grpSpPr>
          <a:xfrm>
            <a:off x="530280" y="1205640"/>
            <a:ext cx="1342800" cy="17280"/>
            <a:chOff x="530280" y="1205640"/>
            <a:chExt cx="1342800" cy="17280"/>
          </a:xfrm>
        </p:grpSpPr>
        <p:sp>
          <p:nvSpPr>
            <p:cNvPr id="45" name="Google Shape;21;p39"/>
            <p:cNvSpPr/>
            <p:nvPr/>
          </p:nvSpPr>
          <p:spPr>
            <a:xfrm rot="16200000">
              <a:off x="1380600" y="730440"/>
              <a:ext cx="17280" cy="96732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46" name="Google Shape;22;p39"/>
            <p:cNvSpPr/>
            <p:nvPr/>
          </p:nvSpPr>
          <p:spPr>
            <a:xfrm rot="16200000">
              <a:off x="1009440" y="726480"/>
              <a:ext cx="17280" cy="975600"/>
            </a:xfrm>
            <a:prstGeom prst="rect">
              <a:avLst/>
            </a:prstGeom>
            <a:solidFill>
              <a:schemeClr val="lt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47"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buNone/>
            </a:pPr>
            <a:r>
              <a:rPr b="0" lang="en-US" sz="3600" spc="-1" strike="noStrike">
                <a:solidFill>
                  <a:srgbClr val="000000"/>
                </a:solidFill>
                <a:latin typeface="Arial"/>
              </a:rPr>
              <a:t>Click to edit the title text format</a:t>
            </a:r>
            <a:endParaRPr b="0" lang="en-US" sz="3600" spc="-1" strike="noStrike">
              <a:solidFill>
                <a:srgbClr val="000000"/>
              </a:solidFill>
              <a:latin typeface="Arial"/>
            </a:endParaRPr>
          </a:p>
        </p:txBody>
      </p:sp>
      <p:sp>
        <p:nvSpPr>
          <p:cNvPr id="48" name="PlaceHolder 2"/>
          <p:cNvSpPr>
            <a:spLocks noGrp="1"/>
          </p:cNvSpPr>
          <p:nvPr>
            <p:ph type="sldNum" idx="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F2392049-BFC1-4A36-B8FD-50AF73C5BACF}" type="slidenum">
              <a:rPr b="0" lang="el" sz="1000" spc="-1" strike="noStrike">
                <a:solidFill>
                  <a:schemeClr val="lt1"/>
                </a:solidFill>
                <a:latin typeface="Lato"/>
                <a:ea typeface="Lato"/>
              </a:rPr>
              <a:t>&lt;number&gt;</a:t>
            </a:fld>
            <a:endParaRPr b="0" lang="en-US" sz="1000" spc="-1" strike="noStrike">
              <a:solidFill>
                <a:srgbClr val="000000"/>
              </a:solidFill>
              <a:latin typeface="Times New Roman"/>
            </a:endParaRPr>
          </a:p>
        </p:txBody>
      </p:sp>
      <p:sp>
        <p:nvSpPr>
          <p:cNvPr id="49" name="PlaceHolder 3"/>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US" sz="1400" spc="-1" strike="noStrike">
                <a:solidFill>
                  <a:srgbClr val="000000"/>
                </a:solidFill>
                <a:latin typeface="Arial"/>
              </a:rPr>
              <a:t>Click to edit the outline text format</a:t>
            </a:r>
            <a:endParaRPr b="0" lang="en-US"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400" spc="-1" strike="noStrike">
                <a:solidFill>
                  <a:srgbClr val="000000"/>
                </a:solidFill>
                <a:latin typeface="Arial"/>
              </a:rPr>
              <a:t>Second Outline Level</a:t>
            </a:r>
            <a:endParaRPr b="0" lang="en-US"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400" spc="-1" strike="noStrike">
                <a:solidFill>
                  <a:srgbClr val="000000"/>
                </a:solidFill>
                <a:latin typeface="Arial"/>
              </a:rPr>
              <a:t>Third Outline Level</a:t>
            </a:r>
            <a:endParaRPr b="0" lang="en-US"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400" spc="-1" strike="noStrike">
                <a:solidFill>
                  <a:srgbClr val="000000"/>
                </a:solidFill>
                <a:latin typeface="Arial"/>
              </a:rPr>
              <a:t>Fourth Outline Level</a:t>
            </a:r>
            <a:endParaRPr b="0" lang="en-US"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86" name="Google Shape;26;p40"/>
          <p:cNvSpPr/>
          <p:nvPr/>
        </p:nvSpPr>
        <p:spPr>
          <a:xfrm>
            <a:off x="0" y="0"/>
            <a:ext cx="9143640" cy="487440"/>
          </a:xfrm>
          <a:prstGeom prst="rect">
            <a:avLst/>
          </a:prstGeom>
          <a:solidFill>
            <a:schemeClr val="accent2"/>
          </a:solidFill>
          <a:ln w="9525">
            <a:solidFill>
              <a:srgbClr val="6aa4c8"/>
            </a:solidFill>
            <a:round/>
          </a:ln>
        </p:spPr>
        <p:style>
          <a:lnRef idx="0"/>
          <a:fillRef idx="0"/>
          <a:effectRef idx="0"/>
          <a:fontRef idx="minor"/>
        </p:style>
        <p:txBody>
          <a:bodyPr tIns="91440" bIns="91440" anchor="ctr">
            <a:noAutofit/>
          </a:bodyPr>
          <a:p>
            <a:pPr>
              <a:lnSpc>
                <a:spcPct val="100000"/>
              </a:lnSpc>
              <a:tabLst>
                <a:tab algn="l" pos="0"/>
              </a:tabLst>
            </a:pPr>
            <a:r>
              <a:rPr b="1" lang="el" sz="1400" spc="-1" strike="noStrike">
                <a:solidFill>
                  <a:schemeClr val="lt1"/>
                </a:solidFill>
                <a:latin typeface="Arial"/>
                <a:ea typeface="Arial"/>
              </a:rPr>
              <a:t>Quick Revision</a:t>
            </a:r>
            <a:endParaRPr b="0" lang="en-US" sz="1400" spc="-1" strike="noStrike">
              <a:solidFill>
                <a:srgbClr val="000000"/>
              </a:solidFill>
              <a:latin typeface="Arial"/>
            </a:endParaRPr>
          </a:p>
        </p:txBody>
      </p:sp>
      <p:grpSp>
        <p:nvGrpSpPr>
          <p:cNvPr id="87" name="Google Shape;27;p40"/>
          <p:cNvGrpSpPr/>
          <p:nvPr/>
        </p:nvGrpSpPr>
        <p:grpSpPr>
          <a:xfrm>
            <a:off x="530280" y="1205640"/>
            <a:ext cx="1342800" cy="17280"/>
            <a:chOff x="530280" y="1205640"/>
            <a:chExt cx="1342800" cy="17280"/>
          </a:xfrm>
        </p:grpSpPr>
        <p:sp>
          <p:nvSpPr>
            <p:cNvPr id="88" name="Google Shape;28;p40"/>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89" name="Google Shape;29;p40"/>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9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91"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92" name="PlaceHolder 3"/>
          <p:cNvSpPr>
            <a:spLocks noGrp="1"/>
          </p:cNvSpPr>
          <p:nvPr>
            <p:ph type="sldNum" idx="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E98D74A-125B-4519-801E-8167886F62AC}"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2"/>
        </a:solidFill>
      </p:bgPr>
    </p:bg>
    <p:spTree>
      <p:nvGrpSpPr>
        <p:cNvPr id="1" name=""/>
        <p:cNvGrpSpPr/>
        <p:nvPr/>
      </p:nvGrpSpPr>
      <p:grpSpPr>
        <a:xfrm>
          <a:off x="0" y="0"/>
          <a:ext cx="0" cy="0"/>
          <a:chOff x="0" y="0"/>
          <a:chExt cx="0" cy="0"/>
        </a:xfrm>
      </p:grpSpPr>
      <p:sp>
        <p:nvSpPr>
          <p:cNvPr id="129" name="Google Shape;34;p41"/>
          <p:cNvSpPr/>
          <p:nvPr/>
        </p:nvSpPr>
        <p:spPr>
          <a:xfrm>
            <a:off x="0" y="0"/>
            <a:ext cx="9143640" cy="487440"/>
          </a:xfrm>
          <a:prstGeom prst="rect">
            <a:avLst/>
          </a:prstGeom>
          <a:solidFill>
            <a:schemeClr val="dk1"/>
          </a:solidFill>
          <a:ln w="9525">
            <a:solidFill>
              <a:srgbClr val="1a9988"/>
            </a:solidFill>
            <a:round/>
          </a:ln>
        </p:spPr>
        <p:style>
          <a:lnRef idx="0"/>
          <a:fillRef idx="0"/>
          <a:effectRef idx="0"/>
          <a:fontRef idx="minor"/>
        </p:style>
        <p:txBody>
          <a:bodyPr tIns="91440" bIns="91440" anchor="ctr">
            <a:noAutofit/>
          </a:bodyPr>
          <a:p>
            <a:pPr>
              <a:lnSpc>
                <a:spcPct val="100000"/>
              </a:lnSpc>
              <a:tabLst>
                <a:tab algn="l" pos="0"/>
              </a:tabLst>
            </a:pPr>
            <a:r>
              <a:rPr b="1" lang="el" sz="1400" spc="-1" strike="noStrike">
                <a:solidFill>
                  <a:schemeClr val="lt1"/>
                </a:solidFill>
                <a:latin typeface="Arial"/>
                <a:ea typeface="Arial"/>
              </a:rPr>
              <a:t>Heads up!</a:t>
            </a:r>
            <a:endParaRPr b="0" lang="en-US" sz="1400" spc="-1" strike="noStrike">
              <a:solidFill>
                <a:srgbClr val="000000"/>
              </a:solidFill>
              <a:latin typeface="Arial"/>
            </a:endParaRPr>
          </a:p>
        </p:txBody>
      </p:sp>
      <p:grpSp>
        <p:nvGrpSpPr>
          <p:cNvPr id="130" name="Google Shape;35;p41"/>
          <p:cNvGrpSpPr/>
          <p:nvPr/>
        </p:nvGrpSpPr>
        <p:grpSpPr>
          <a:xfrm>
            <a:off x="530280" y="1205640"/>
            <a:ext cx="1342800" cy="17280"/>
            <a:chOff x="530280" y="1205640"/>
            <a:chExt cx="1342800" cy="17280"/>
          </a:xfrm>
        </p:grpSpPr>
        <p:sp>
          <p:nvSpPr>
            <p:cNvPr id="131" name="Google Shape;36;p41"/>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32" name="Google Shape;37;p41"/>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3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34"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135" name="PlaceHolder 3"/>
          <p:cNvSpPr>
            <a:spLocks noGrp="1"/>
          </p:cNvSpPr>
          <p:nvPr>
            <p:ph type="sldNum" idx="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D40AD98-F0EF-435B-9332-E6CD7717174D}"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172" name="Google Shape;42;p42"/>
          <p:cNvSpPr/>
          <p:nvPr/>
        </p:nvSpPr>
        <p:spPr>
          <a:xfrm>
            <a:off x="0" y="0"/>
            <a:ext cx="9143640" cy="48744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173" name="Google Shape;43;p42"/>
          <p:cNvGrpSpPr/>
          <p:nvPr/>
        </p:nvGrpSpPr>
        <p:grpSpPr>
          <a:xfrm>
            <a:off x="530280" y="1205640"/>
            <a:ext cx="1342800" cy="17280"/>
            <a:chOff x="530280" y="1205640"/>
            <a:chExt cx="1342800" cy="17280"/>
          </a:xfrm>
        </p:grpSpPr>
        <p:sp>
          <p:nvSpPr>
            <p:cNvPr id="174" name="Google Shape;44;p42"/>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175" name="Google Shape;45;p42"/>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17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177" name="PlaceHolder 2"/>
          <p:cNvSpPr>
            <a:spLocks noGrp="1"/>
          </p:cNvSpPr>
          <p:nvPr>
            <p:ph type="body"/>
          </p:nvPr>
        </p:nvSpPr>
        <p:spPr>
          <a:xfrm>
            <a:off x="729360" y="1378080"/>
            <a:ext cx="7688520" cy="2961720"/>
          </a:xfrm>
          <a:prstGeom prst="rect">
            <a:avLst/>
          </a:prstGeom>
          <a:noFill/>
          <a:ln w="0">
            <a:noFill/>
          </a:ln>
        </p:spPr>
        <p:txBody>
          <a:bodyPr tIns="91440" bIns="91440" anchor="t">
            <a:normAutofit/>
          </a:bodyPr>
          <a:p>
            <a:pPr marL="432000" indent="-324000">
              <a:spcBef>
                <a:spcPts val="1417"/>
              </a:spcBef>
              <a:buClr>
                <a:srgbClr val="000000"/>
              </a:buClr>
              <a:buSzPct val="45000"/>
              <a:buFont typeface="Wingdings" charset="2"/>
              <a:buChar char=""/>
            </a:pPr>
            <a:r>
              <a:rPr b="0" lang="en-US" sz="1600" spc="-1" strike="noStrike">
                <a:solidFill>
                  <a:srgbClr val="000000"/>
                </a:solidFill>
                <a:latin typeface="Arial"/>
              </a:rPr>
              <a:t>Click to edit the outline text format</a:t>
            </a:r>
            <a:endParaRPr b="0" lang="en-US" sz="16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1600" spc="-1" strike="noStrike">
                <a:solidFill>
                  <a:srgbClr val="000000"/>
                </a:solidFill>
                <a:latin typeface="Arial"/>
              </a:rPr>
              <a:t>Second Outline Level</a:t>
            </a:r>
            <a:endParaRPr b="0" lang="en-US" sz="16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1600" spc="-1" strike="noStrike">
                <a:solidFill>
                  <a:srgbClr val="000000"/>
                </a:solidFill>
                <a:latin typeface="Arial"/>
              </a:rPr>
              <a:t>Third Outline Level</a:t>
            </a:r>
            <a:endParaRPr b="0" lang="en-US" sz="16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1600" spc="-1" strike="noStrike">
                <a:solidFill>
                  <a:srgbClr val="000000"/>
                </a:solidFill>
                <a:latin typeface="Arial"/>
              </a:rPr>
              <a:t>Fourth Outline Level</a:t>
            </a:r>
            <a:endParaRPr b="0" lang="en-US" sz="16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1600" spc="-1" strike="noStrike">
                <a:solidFill>
                  <a:srgbClr val="000000"/>
                </a:solidFill>
                <a:latin typeface="Arial"/>
              </a:rPr>
              <a:t>Fifth Outline Level</a:t>
            </a:r>
            <a:endParaRPr b="0" lang="en-US" sz="16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1600" spc="-1" strike="noStrike">
                <a:solidFill>
                  <a:srgbClr val="000000"/>
                </a:solidFill>
                <a:latin typeface="Arial"/>
              </a:rPr>
              <a:t>Sixth Outline Level</a:t>
            </a:r>
            <a:endParaRPr b="0" lang="en-US" sz="16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1600" spc="-1" strike="noStrike">
                <a:solidFill>
                  <a:srgbClr val="000000"/>
                </a:solidFill>
                <a:latin typeface="Arial"/>
              </a:rPr>
              <a:t>Seventh Outline Level</a:t>
            </a:r>
            <a:endParaRPr b="0" lang="en-US" sz="1600" spc="-1" strike="noStrike">
              <a:solidFill>
                <a:srgbClr val="000000"/>
              </a:solidFill>
              <a:latin typeface="Arial"/>
            </a:endParaRPr>
          </a:p>
        </p:txBody>
      </p:sp>
      <p:sp>
        <p:nvSpPr>
          <p:cNvPr id="178" name="PlaceHolder 3"/>
          <p:cNvSpPr>
            <a:spLocks noGrp="1"/>
          </p:cNvSpPr>
          <p:nvPr>
            <p:ph type="sldNum" idx="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91D7219-2571-4B8A-9043-CE2D0B7B8C9E}"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01" r:id="rId2"/>
    <p:sldLayoutId id="2147483702" r:id="rId3"/>
    <p:sldLayoutId id="2147483703" r:id="rId4"/>
    <p:sldLayoutId id="2147483704" r:id="rId5"/>
    <p:sldLayoutId id="2147483705" r:id="rId6"/>
    <p:sldLayoutId id="2147483706" r:id="rId7"/>
    <p:sldLayoutId id="2147483707" r:id="rId8"/>
    <p:sldLayoutId id="2147483708" r:id="rId9"/>
    <p:sldLayoutId id="2147483709" r:id="rId10"/>
    <p:sldLayoutId id="2147483710" r:id="rId11"/>
    <p:sldLayoutId id="2147483711" r:id="rId12"/>
    <p:sldLayoutId id="2147483712" r:id="rId13"/>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chemeClr val="lt1"/>
        </a:solidFill>
      </p:bgPr>
    </p:bg>
    <p:spTree>
      <p:nvGrpSpPr>
        <p:cNvPr id="1" name=""/>
        <p:cNvGrpSpPr/>
        <p:nvPr/>
      </p:nvGrpSpPr>
      <p:grpSpPr>
        <a:xfrm>
          <a:off x="0" y="0"/>
          <a:ext cx="0" cy="0"/>
          <a:chOff x="0" y="0"/>
          <a:chExt cx="0" cy="0"/>
        </a:xfrm>
      </p:grpSpPr>
      <p:sp>
        <p:nvSpPr>
          <p:cNvPr id="215" name="Google Shape;50;p43"/>
          <p:cNvSpPr/>
          <p:nvPr/>
        </p:nvSpPr>
        <p:spPr>
          <a:xfrm>
            <a:off x="0" y="0"/>
            <a:ext cx="4571640" cy="5143320"/>
          </a:xfrm>
          <a:prstGeom prst="rect">
            <a:avLst/>
          </a:prstGeom>
          <a:solidFill>
            <a:schemeClr val="lt2"/>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nvGrpSpPr>
          <p:cNvPr id="216" name="Google Shape;51;p43"/>
          <p:cNvGrpSpPr/>
          <p:nvPr/>
        </p:nvGrpSpPr>
        <p:grpSpPr>
          <a:xfrm>
            <a:off x="530280" y="1205640"/>
            <a:ext cx="1342800" cy="17280"/>
            <a:chOff x="530280" y="1205640"/>
            <a:chExt cx="1342800" cy="17280"/>
          </a:xfrm>
        </p:grpSpPr>
        <p:sp>
          <p:nvSpPr>
            <p:cNvPr id="217" name="Google Shape;52;p43"/>
            <p:cNvSpPr/>
            <p:nvPr/>
          </p:nvSpPr>
          <p:spPr>
            <a:xfrm rot="16200000">
              <a:off x="1380600" y="730440"/>
              <a:ext cx="17280" cy="967320"/>
            </a:xfrm>
            <a:prstGeom prst="rect">
              <a:avLst/>
            </a:prstGeom>
            <a:solidFill>
              <a:schemeClr val="accent3"/>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sp>
          <p:nvSpPr>
            <p:cNvPr id="218" name="Google Shape;53;p43"/>
            <p:cNvSpPr/>
            <p:nvPr/>
          </p:nvSpPr>
          <p:spPr>
            <a:xfrm rot="16200000">
              <a:off x="1009440" y="726480"/>
              <a:ext cx="17280" cy="975600"/>
            </a:xfrm>
            <a:prstGeom prst="rect">
              <a:avLst/>
            </a:prstGeom>
            <a:solidFill>
              <a:schemeClr val="dk1"/>
            </a:solidFill>
            <a:ln w="0">
              <a:noFill/>
            </a:ln>
          </p:spPr>
          <p:style>
            <a:lnRef idx="0"/>
            <a:fillRef idx="0"/>
            <a:effectRef idx="0"/>
            <a:fontRef idx="minor"/>
          </p:style>
          <p:txBody>
            <a:bodyPr tIns="91440" bIns="91440" anchor="ctr">
              <a:noAutofit/>
            </a:bodyPr>
            <a:p>
              <a:pPr>
                <a:lnSpc>
                  <a:spcPct val="100000"/>
                </a:lnSpc>
                <a:tabLst>
                  <a:tab algn="l" pos="0"/>
                </a:tabLst>
              </a:pPr>
              <a:endParaRPr b="0" lang="en-US" sz="1400" spc="-1" strike="noStrike">
                <a:solidFill>
                  <a:srgbClr val="000000"/>
                </a:solidFill>
                <a:latin typeface="Arial"/>
              </a:endParaRPr>
            </a:p>
          </p:txBody>
        </p:sp>
      </p:grpSp>
      <p:sp>
        <p:nvSpPr>
          <p:cNvPr id="219"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buNone/>
            </a:pPr>
            <a:r>
              <a:rPr b="0" lang="en-US" sz="2600" spc="-1" strike="noStrike">
                <a:solidFill>
                  <a:srgbClr val="000000"/>
                </a:solidFill>
                <a:latin typeface="Arial"/>
              </a:rPr>
              <a:t>Click to edit the title text format</a:t>
            </a:r>
            <a:endParaRPr b="0" lang="en-US" sz="2600" spc="-1" strike="noStrike">
              <a:solidFill>
                <a:srgbClr val="000000"/>
              </a:solidFill>
              <a:latin typeface="Arial"/>
            </a:endParaRPr>
          </a:p>
        </p:txBody>
      </p:sp>
      <p:sp>
        <p:nvSpPr>
          <p:cNvPr id="220" name="PlaceHolder 2"/>
          <p:cNvSpPr>
            <a:spLocks noGrp="1"/>
          </p:cNvSpPr>
          <p:nvPr>
            <p:ph type="body"/>
          </p:nvPr>
        </p:nvSpPr>
        <p:spPr>
          <a:xfrm>
            <a:off x="5174280" y="1352520"/>
            <a:ext cx="3373920" cy="3025080"/>
          </a:xfrm>
          <a:prstGeom prst="rect">
            <a:avLst/>
          </a:prstGeom>
          <a:noFill/>
          <a:ln w="0">
            <a:noFill/>
          </a:ln>
        </p:spPr>
        <p:txBody>
          <a:bodyPr tIns="91440" bIns="91440" anchor="t">
            <a:normAutofit fontScale="74000"/>
          </a:bodyPr>
          <a:p>
            <a:pPr marL="319680" indent="-239760">
              <a:spcBef>
                <a:spcPts val="1417"/>
              </a:spcBef>
              <a:buClr>
                <a:srgbClr val="000000"/>
              </a:buClr>
              <a:buSzPct val="45000"/>
              <a:buFont typeface="Wingdings" charset="2"/>
              <a:buChar char=""/>
            </a:pPr>
            <a:r>
              <a:rPr b="0" lang="en-US" sz="1300" spc="-1" strike="noStrike">
                <a:solidFill>
                  <a:srgbClr val="000000"/>
                </a:solidFill>
                <a:latin typeface="Arial"/>
              </a:rPr>
              <a:t>Click to edit the outline text format</a:t>
            </a:r>
            <a:endParaRPr b="0" lang="en-US" sz="1300" spc="-1" strike="noStrike">
              <a:solidFill>
                <a:srgbClr val="000000"/>
              </a:solidFill>
              <a:latin typeface="Arial"/>
            </a:endParaRPr>
          </a:p>
          <a:p>
            <a:pPr lvl="1" marL="639360" indent="-239760">
              <a:spcBef>
                <a:spcPts val="1134"/>
              </a:spcBef>
              <a:buClr>
                <a:srgbClr val="000000"/>
              </a:buClr>
              <a:buSzPct val="75000"/>
              <a:buFont typeface="Symbol" charset="2"/>
              <a:buChar char=""/>
            </a:pPr>
            <a:r>
              <a:rPr b="0" lang="en-US" sz="1300" spc="-1" strike="noStrike">
                <a:solidFill>
                  <a:srgbClr val="000000"/>
                </a:solidFill>
                <a:latin typeface="Arial"/>
              </a:rPr>
              <a:t>Second Outline Level</a:t>
            </a:r>
            <a:endParaRPr b="0" lang="en-US" sz="1300" spc="-1" strike="noStrike">
              <a:solidFill>
                <a:srgbClr val="000000"/>
              </a:solidFill>
              <a:latin typeface="Arial"/>
            </a:endParaRPr>
          </a:p>
          <a:p>
            <a:pPr lvl="2" marL="959040" indent="-213120">
              <a:spcBef>
                <a:spcPts val="850"/>
              </a:spcBef>
              <a:buClr>
                <a:srgbClr val="000000"/>
              </a:buClr>
              <a:buSzPct val="45000"/>
              <a:buFont typeface="Wingdings" charset="2"/>
              <a:buChar char=""/>
            </a:pPr>
            <a:r>
              <a:rPr b="0" lang="en-US" sz="1300" spc="-1" strike="noStrike">
                <a:solidFill>
                  <a:srgbClr val="000000"/>
                </a:solidFill>
                <a:latin typeface="Arial"/>
              </a:rPr>
              <a:t>Third Outline Level</a:t>
            </a:r>
            <a:endParaRPr b="0" lang="en-US" sz="1300" spc="-1" strike="noStrike">
              <a:solidFill>
                <a:srgbClr val="000000"/>
              </a:solidFill>
              <a:latin typeface="Arial"/>
            </a:endParaRPr>
          </a:p>
          <a:p>
            <a:pPr lvl="3" marL="1278720" indent="-159840">
              <a:spcBef>
                <a:spcPts val="567"/>
              </a:spcBef>
              <a:buClr>
                <a:srgbClr val="000000"/>
              </a:buClr>
              <a:buSzPct val="75000"/>
              <a:buFont typeface="Symbol" charset="2"/>
              <a:buChar char=""/>
            </a:pPr>
            <a:r>
              <a:rPr b="0" lang="en-US" sz="1300" spc="-1" strike="noStrike">
                <a:solidFill>
                  <a:srgbClr val="000000"/>
                </a:solidFill>
                <a:latin typeface="Arial"/>
              </a:rPr>
              <a:t>Fourth Outline Level</a:t>
            </a:r>
            <a:endParaRPr b="0" lang="en-US" sz="1300" spc="-1" strike="noStrike">
              <a:solidFill>
                <a:srgbClr val="000000"/>
              </a:solidFill>
              <a:latin typeface="Arial"/>
            </a:endParaRPr>
          </a:p>
          <a:p>
            <a:pPr lvl="4" marL="1598400" indent="-159840">
              <a:spcBef>
                <a:spcPts val="283"/>
              </a:spcBef>
              <a:buClr>
                <a:srgbClr val="000000"/>
              </a:buClr>
              <a:buSzPct val="45000"/>
              <a:buFont typeface="Wingdings" charset="2"/>
              <a:buChar char=""/>
            </a:pPr>
            <a:r>
              <a:rPr b="0" lang="en-US" sz="1300" spc="-1" strike="noStrike">
                <a:solidFill>
                  <a:srgbClr val="000000"/>
                </a:solidFill>
                <a:latin typeface="Arial"/>
              </a:rPr>
              <a:t>Fifth Outline Level</a:t>
            </a:r>
            <a:endParaRPr b="0" lang="en-US" sz="1300" spc="-1" strike="noStrike">
              <a:solidFill>
                <a:srgbClr val="000000"/>
              </a:solidFill>
              <a:latin typeface="Arial"/>
            </a:endParaRPr>
          </a:p>
          <a:p>
            <a:pPr lvl="5" marL="1918080" indent="-159840">
              <a:spcBef>
                <a:spcPts val="283"/>
              </a:spcBef>
              <a:buClr>
                <a:srgbClr val="000000"/>
              </a:buClr>
              <a:buSzPct val="45000"/>
              <a:buFont typeface="Wingdings" charset="2"/>
              <a:buChar char=""/>
            </a:pPr>
            <a:r>
              <a:rPr b="0" lang="en-US" sz="1300" spc="-1" strike="noStrike">
                <a:solidFill>
                  <a:srgbClr val="000000"/>
                </a:solidFill>
                <a:latin typeface="Arial"/>
              </a:rPr>
              <a:t>Sixth Outline Level</a:t>
            </a:r>
            <a:endParaRPr b="0" lang="en-US" sz="1300" spc="-1" strike="noStrike">
              <a:solidFill>
                <a:srgbClr val="000000"/>
              </a:solidFill>
              <a:latin typeface="Arial"/>
            </a:endParaRPr>
          </a:p>
          <a:p>
            <a:pPr lvl="6" marL="2237760" indent="-159840">
              <a:spcBef>
                <a:spcPts val="283"/>
              </a:spcBef>
              <a:buClr>
                <a:srgbClr val="000000"/>
              </a:buClr>
              <a:buSzPct val="45000"/>
              <a:buFont typeface="Wingdings" charset="2"/>
              <a:buChar char=""/>
            </a:pPr>
            <a:r>
              <a:rPr b="0" lang="en-US" sz="1300" spc="-1" strike="noStrike">
                <a:solidFill>
                  <a:srgbClr val="000000"/>
                </a:solidFill>
                <a:latin typeface="Arial"/>
              </a:rPr>
              <a:t>Seventh Outline Level</a:t>
            </a:r>
            <a:endParaRPr b="0" lang="en-US" sz="1300" spc="-1" strike="noStrike">
              <a:solidFill>
                <a:srgbClr val="000000"/>
              </a:solidFill>
              <a:latin typeface="Arial"/>
            </a:endParaRPr>
          </a:p>
        </p:txBody>
      </p:sp>
      <p:sp>
        <p:nvSpPr>
          <p:cNvPr id="221" name="PlaceHolder 3"/>
          <p:cNvSpPr>
            <a:spLocks noGrp="1"/>
          </p:cNvSpPr>
          <p:nvPr>
            <p:ph type="sldNum" idx="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1C540DB-A155-4E32-B9BF-7D7D51D79B07}"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37.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12.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5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6.xml.rels><?xml version="1.0" encoding="UTF-8"?>
<Relationships xmlns="http://schemas.openxmlformats.org/package/2006/relationships"><Relationship Id="rId1" Type="http://schemas.openxmlformats.org/officeDocument/2006/relationships/hyperlink" Target="https://dbdiagram.io/d" TargetMode="External"/><Relationship Id="rId2" Type="http://schemas.openxmlformats.org/officeDocument/2006/relationships/image" Target="../media/image2.png"/><Relationship Id="rId3" Type="http://schemas.openxmlformats.org/officeDocument/2006/relationships/slideLayout" Target="../slideLayouts/slideLayout51.xml"/>
</Relationships>
</file>

<file path=ppt/slides/_rels/slide1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3.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1.xml"/>
</Relationships>
</file>

<file path=ppt/slides/_rels/slide2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1.xml"/>
</Relationships>
</file>

<file path=ppt/slides/_rels/slide25.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1.xml"/>
</Relationships>
</file>

<file path=ppt/slides/_rels/slide2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51.xml"/>
</Relationships>
</file>

<file path=ppt/slides/_rels/slide27.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5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5.xml.rels><?xml version="1.0" encoding="UTF-8"?>
<Relationships xmlns="http://schemas.openxmlformats.org/package/2006/relationships"><Relationship Id="rId1" Type="http://schemas.openxmlformats.org/officeDocument/2006/relationships/hyperlink" Target="https://erdplus.com/" TargetMode="External"/><Relationship Id="rId2" Type="http://schemas.openxmlformats.org/officeDocument/2006/relationships/hyperlink" Target="https://app.diagrams.net/" TargetMode="External"/><Relationship Id="rId3" Type="http://schemas.openxmlformats.org/officeDocument/2006/relationships/slideLayout" Target="../slideLayouts/slideLayout51.xml"/>
</Relationships>
</file>

<file path=ppt/slides/_rels/slide36.xml.rels><?xml version="1.0" encoding="UTF-8"?>
<Relationships xmlns="http://schemas.openxmlformats.org/package/2006/relationships"><Relationship Id="rId1" Type="http://schemas.openxmlformats.org/officeDocument/2006/relationships/hyperlink" Target="https://forms.gle/edpsrRjMWJwPtv3U9" TargetMode="External"/><Relationship Id="rId2" Type="http://schemas.openxmlformats.org/officeDocument/2006/relationships/image" Target="../media/image9.png"/><Relationship Id="rId3" Type="http://schemas.openxmlformats.org/officeDocument/2006/relationships/hyperlink" Target="https://forms.gle/edpsrRjMWJwPtv3U9" TargetMode="External"/><Relationship Id="rId4" Type="http://schemas.openxmlformats.org/officeDocument/2006/relationships/slideLayout" Target="../slideLayouts/slideLayout6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PlaceHolder 1"/>
          <p:cNvSpPr>
            <a:spLocks noGrp="1"/>
          </p:cNvSpPr>
          <p:nvPr>
            <p:ph type="title"/>
          </p:nvPr>
        </p:nvSpPr>
        <p:spPr>
          <a:xfrm>
            <a:off x="729360" y="1322280"/>
            <a:ext cx="7687800" cy="1664280"/>
          </a:xfrm>
          <a:prstGeom prst="rect">
            <a:avLst/>
          </a:prstGeom>
          <a:noFill/>
          <a:ln w="0">
            <a:noFill/>
          </a:ln>
        </p:spPr>
        <p:txBody>
          <a:bodyPr tIns="91440" bIns="91440" anchor="t">
            <a:normAutofit/>
          </a:bodyPr>
          <a:p>
            <a:pPr indent="0">
              <a:lnSpc>
                <a:spcPct val="100000"/>
              </a:lnSpc>
              <a:buNone/>
              <a:tabLst>
                <a:tab algn="l" pos="0"/>
              </a:tabLst>
            </a:pPr>
            <a:r>
              <a:rPr b="1" lang="el" sz="4200" spc="-1" strike="noStrike">
                <a:solidFill>
                  <a:schemeClr val="dk2"/>
                </a:solidFill>
                <a:latin typeface="Lato"/>
                <a:ea typeface="Lato"/>
              </a:rPr>
              <a:t>Computer Systems, Data Structures &amp; Data Management</a:t>
            </a:r>
            <a:endParaRPr b="0" lang="en-US" sz="4200" spc="-1" strike="noStrike">
              <a:solidFill>
                <a:srgbClr val="000000"/>
              </a:solidFill>
              <a:latin typeface="Arial"/>
            </a:endParaRPr>
          </a:p>
        </p:txBody>
      </p:sp>
      <p:sp>
        <p:nvSpPr>
          <p:cNvPr id="259" name="PlaceHolder 2"/>
          <p:cNvSpPr>
            <a:spLocks noGrp="1"/>
          </p:cNvSpPr>
          <p:nvPr>
            <p:ph type="subTitle"/>
          </p:nvPr>
        </p:nvSpPr>
        <p:spPr>
          <a:xfrm>
            <a:off x="729720" y="3173040"/>
            <a:ext cx="7687800" cy="82800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Vassilis Markos</a:t>
            </a:r>
            <a:endParaRPr b="0" lang="en-US" sz="1600" spc="-1" strike="noStrike">
              <a:solidFill>
                <a:srgbClr val="000000"/>
              </a:solidFill>
              <a:latin typeface="Arial"/>
            </a:endParaRPr>
          </a:p>
          <a:p>
            <a:pPr indent="0">
              <a:lnSpc>
                <a:spcPct val="100000"/>
              </a:lnSpc>
              <a:buNone/>
              <a:tabLst>
                <a:tab algn="l" pos="0"/>
              </a:tabLst>
            </a:pPr>
            <a:r>
              <a:rPr b="0" lang="el" sz="1600" spc="-1" strike="noStrike">
                <a:solidFill>
                  <a:schemeClr val="accent1"/>
                </a:solidFill>
                <a:latin typeface="Lato"/>
                <a:ea typeface="Lato"/>
              </a:rPr>
              <a:t>Mediterranean College</a:t>
            </a:r>
            <a:endParaRPr b="0" lang="en-US" sz="1600" spc="-1" strike="noStrike">
              <a:solidFill>
                <a:srgbClr val="000000"/>
              </a:solidFill>
              <a:latin typeface="Arial"/>
            </a:endParaRPr>
          </a:p>
        </p:txBody>
      </p:sp>
      <p:sp>
        <p:nvSpPr>
          <p:cNvPr id="260" name="Google Shape;114;p1"/>
          <p:cNvSpPr/>
          <p:nvPr/>
        </p:nvSpPr>
        <p:spPr>
          <a:xfrm>
            <a:off x="6029640" y="4001400"/>
            <a:ext cx="2387520" cy="615960"/>
          </a:xfrm>
          <a:prstGeom prst="rect">
            <a:avLst/>
          </a:prstGeom>
          <a:noFill/>
          <a:ln w="0">
            <a:noFill/>
          </a:ln>
        </p:spPr>
        <p:style>
          <a:lnRef idx="0"/>
          <a:fillRef idx="0"/>
          <a:effectRef idx="0"/>
          <a:fontRef idx="minor"/>
        </p:style>
        <p:txBody>
          <a:bodyPr tIns="91440" bIns="91440" anchor="t">
            <a:noAutofit/>
          </a:bodyPr>
          <a:p>
            <a:pPr algn="r">
              <a:lnSpc>
                <a:spcPct val="100000"/>
              </a:lnSpc>
              <a:tabLst>
                <a:tab algn="l" pos="0"/>
              </a:tabLst>
            </a:pPr>
            <a:endParaRPr b="0" lang="en-US" sz="1400" spc="-1" strike="noStrike">
              <a:solidFill>
                <a:srgbClr val="000000"/>
              </a:solidFill>
              <a:latin typeface="Arial"/>
            </a:endParaRPr>
          </a:p>
        </p:txBody>
      </p:sp>
      <p:sp>
        <p:nvSpPr>
          <p:cNvPr id="261" name="PlaceHolder 3"/>
          <p:cNvSpPr>
            <a:spLocks noGrp="1"/>
          </p:cNvSpPr>
          <p:nvPr>
            <p:ph type="subTitle"/>
          </p:nvPr>
        </p:nvSpPr>
        <p:spPr>
          <a:xfrm>
            <a:off x="6057000" y="3821760"/>
            <a:ext cx="2360520" cy="1121400"/>
          </a:xfrm>
          <a:prstGeom prst="rect">
            <a:avLst/>
          </a:prstGeom>
          <a:noFill/>
          <a:ln w="0">
            <a:noFill/>
          </a:ln>
        </p:spPr>
        <p:txBody>
          <a:bodyPr tIns="91440" bIns="91440" anchor="t">
            <a:normAutofit/>
          </a:bodyPr>
          <a:p>
            <a:pPr algn="r">
              <a:lnSpc>
                <a:spcPct val="115000"/>
              </a:lnSpc>
              <a:spcAft>
                <a:spcPts val="1199"/>
              </a:spcAft>
              <a:tabLst>
                <a:tab algn="l" pos="0"/>
              </a:tabLst>
            </a:pPr>
            <a:r>
              <a:rPr b="0" lang="el" sz="1300" spc="-1" strike="noStrike">
                <a:solidFill>
                  <a:schemeClr val="accent1"/>
                </a:solidFill>
                <a:latin typeface="Lato"/>
                <a:ea typeface="Lato"/>
              </a:rPr>
              <a:t>Week 15</a:t>
            </a:r>
            <a:endParaRPr b="0" lang="en-US" sz="13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2"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A Quick Revision</a:t>
            </a:r>
            <a:endParaRPr b="0" lang="en-US" sz="3600" spc="-1" strike="noStrike">
              <a:solidFill>
                <a:srgbClr val="000000"/>
              </a:solidFill>
              <a:latin typeface="Arial"/>
            </a:endParaRPr>
          </a:p>
        </p:txBody>
      </p:sp>
      <p:sp>
        <p:nvSpPr>
          <p:cNvPr id="263" name="PlaceHolder 2"/>
          <p:cNvSpPr>
            <a:spLocks noGrp="1"/>
          </p:cNvSpPr>
          <p:nvPr>
            <p:ph type="sldNum" idx="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2C2E6DBE-445D-4447-8633-FFD9CEBEA4E6}" type="slidenum">
              <a:rPr b="0" lang="el" sz="1000" spc="-1" strike="noStrike">
                <a:solidFill>
                  <a:schemeClr val="lt1"/>
                </a:solidFill>
                <a:latin typeface="Lato"/>
                <a:ea typeface="Lato"/>
              </a:rPr>
              <a:t>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last time… 1 / n</a:t>
            </a:r>
            <a:endParaRPr b="0" lang="en-US" sz="2600" spc="-1" strike="noStrike">
              <a:solidFill>
                <a:srgbClr val="000000"/>
              </a:solidFill>
              <a:latin typeface="Arial"/>
            </a:endParaRPr>
          </a:p>
        </p:txBody>
      </p:sp>
      <p:sp>
        <p:nvSpPr>
          <p:cNvPr id="265" name="PlaceHolder 2"/>
          <p:cNvSpPr>
            <a:spLocks noGrp="1"/>
          </p:cNvSpPr>
          <p:nvPr>
            <p:ph/>
          </p:nvPr>
        </p:nvSpPr>
        <p:spPr>
          <a:xfrm>
            <a:off x="729360" y="1378080"/>
            <a:ext cx="7688520" cy="35899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Which are the key steps in DB design?</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There are four key steps:</a:t>
            </a:r>
            <a:endParaRPr b="0" lang="en-US" sz="1600" spc="-1" strike="noStrike">
              <a:solidFill>
                <a:srgbClr val="000000"/>
              </a:solidFill>
              <a:latin typeface="Arial"/>
            </a:endParaRPr>
          </a:p>
          <a:p>
            <a:pPr marL="9144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Data-needs specification;</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Conceptual-design phase;</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Logical-design phase;</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Physical-design phase.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Which are the two main sources of problems we avoid when we carefully design our DB?</a:t>
            </a:r>
            <a:endParaRPr b="0" lang="en-US" sz="1600" spc="-1" strike="noStrike">
              <a:solidFill>
                <a:srgbClr val="000000"/>
              </a:solidFill>
              <a:latin typeface="Arial"/>
            </a:endParaRPr>
          </a:p>
          <a:p>
            <a:pPr marL="457200"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Redundancy (i.e., information repetition) and incompleteness (i.e., missing information).</a:t>
            </a:r>
            <a:endParaRPr b="0" lang="en-US" sz="1600" spc="-1" strike="noStrike">
              <a:solidFill>
                <a:srgbClr val="000000"/>
              </a:solidFill>
              <a:latin typeface="Arial"/>
            </a:endParaRPr>
          </a:p>
        </p:txBody>
      </p:sp>
      <p:sp>
        <p:nvSpPr>
          <p:cNvPr id="266" name="PlaceHolder 3"/>
          <p:cNvSpPr>
            <a:spLocks noGrp="1"/>
          </p:cNvSpPr>
          <p:nvPr>
            <p:ph type="sldNum" idx="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5FD2145-32C0-4756-8141-9B29C13C6672}" type="slidenum">
              <a:rPr b="0" lang="el" sz="1000" spc="-1" strike="noStrike">
                <a:solidFill>
                  <a:schemeClr val="accent1"/>
                </a:solidFill>
                <a:latin typeface="Lato"/>
                <a:ea typeface="Lato"/>
              </a:rPr>
              <a:t>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2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nodeType="clickEffect" fill="hold" presetClass="entr" presetID="1">
                                  <p:stCondLst>
                                    <p:cond delay="0"/>
                                  </p:stCondLst>
                                  <p:childTnLst>
                                    <p:set>
                                      <p:cBhvr>
                                        <p:cTn id="10" dur="1" fill="hold">
                                          <p:stCondLst>
                                            <p:cond delay="0"/>
                                          </p:stCondLst>
                                        </p:cTn>
                                        <p:tgtEl>
                                          <p:spTgt spid="2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nodeType="clickEffect" fill="hold" presetClass="entr" presetID="1">
                                  <p:stCondLst>
                                    <p:cond delay="0"/>
                                  </p:stCondLst>
                                  <p:childTnLst>
                                    <p:set>
                                      <p:cBhvr>
                                        <p:cTn id="14" dur="1" fill="hold">
                                          <p:stCondLst>
                                            <p:cond delay="0"/>
                                          </p:stCondLst>
                                        </p:cTn>
                                        <p:tgtEl>
                                          <p:spTgt spid="26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26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nodeType="clickEffect" fill="hold" presetClass="entr" presetID="1">
                                  <p:stCondLst>
                                    <p:cond delay="0"/>
                                  </p:stCondLst>
                                  <p:childTnLst>
                                    <p:set>
                                      <p:cBhvr>
                                        <p:cTn id="22" dur="1" fill="hold">
                                          <p:stCondLst>
                                            <p:cond delay="0"/>
                                          </p:stCondLst>
                                        </p:cTn>
                                        <p:tgtEl>
                                          <p:spTgt spid="265">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
                                  <p:stCondLst>
                                    <p:cond delay="0"/>
                                  </p:stCondLst>
                                  <p:childTnLst>
                                    <p:set>
                                      <p:cBhvr>
                                        <p:cTn id="26" dur="1" fill="hold">
                                          <p:stCondLst>
                                            <p:cond delay="0"/>
                                          </p:stCondLst>
                                        </p:cTn>
                                        <p:tgtEl>
                                          <p:spTgt spid="265">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265">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nodeType="clickEffect" fill="hold" presetClass="entr" presetID="1">
                                  <p:stCondLst>
                                    <p:cond delay="0"/>
                                  </p:stCondLst>
                                  <p:childTnLst>
                                    <p:set>
                                      <p:cBhvr>
                                        <p:cTn id="34" dur="1" fill="hold">
                                          <p:stCondLst>
                                            <p:cond delay="0"/>
                                          </p:stCondLst>
                                        </p:cTn>
                                        <p:tgtEl>
                                          <p:spTgt spid="265">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last time… 2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268"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types of attributes are there, with respect to values count?</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There are:</a:t>
            </a:r>
            <a:endParaRPr b="0" lang="en-US" sz="1600" spc="-1" strike="noStrike">
              <a:solidFill>
                <a:srgbClr val="000000"/>
              </a:solidFill>
              <a:latin typeface="Arial"/>
            </a:endParaRPr>
          </a:p>
          <a:p>
            <a:pPr marL="9144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single-valued attributes;</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multivalued attributes;</a:t>
            </a:r>
            <a:endParaRPr b="0" lang="en-US" sz="1600" spc="-1" strike="noStrike">
              <a:solidFill>
                <a:srgbClr val="000000"/>
              </a:solidFill>
              <a:latin typeface="Arial"/>
            </a:endParaRPr>
          </a:p>
          <a:p>
            <a:pPr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derived attributes.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Right or Wrong? A single-valued attribute takes a single value for all instances of an entity.</a:t>
            </a:r>
            <a:endParaRPr b="0" lang="en-US" sz="1600" spc="-1" strike="noStrike">
              <a:solidFill>
                <a:srgbClr val="000000"/>
              </a:solidFill>
              <a:latin typeface="Arial"/>
            </a:endParaRPr>
          </a:p>
          <a:p>
            <a:pPr marL="457200"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Wrong. It takes a single value for each instance, potentially a different one.</a:t>
            </a:r>
            <a:endParaRPr b="0" lang="en-US" sz="1600" spc="-1" strike="noStrike">
              <a:solidFill>
                <a:srgbClr val="000000"/>
              </a:solidFill>
              <a:latin typeface="Arial"/>
            </a:endParaRPr>
          </a:p>
        </p:txBody>
      </p:sp>
      <p:sp>
        <p:nvSpPr>
          <p:cNvPr id="269" name="PlaceHolder 3"/>
          <p:cNvSpPr>
            <a:spLocks noGrp="1"/>
          </p:cNvSpPr>
          <p:nvPr>
            <p:ph type="sldNum" idx="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71C0F7F-8F62-42CB-A823-765F0DA00C8C}" type="slidenum">
              <a:rPr b="0" lang="el" sz="1000" spc="-1" strike="noStrike">
                <a:solidFill>
                  <a:schemeClr val="accent1"/>
                </a:solidFill>
                <a:latin typeface="Lato"/>
                <a:ea typeface="Lato"/>
              </a:rPr>
              <a:t>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5" dur="indefinite" restart="never" nodeType="tmRoot">
          <p:childTnLst>
            <p:seq>
              <p:cTn id="36" dur="indefinite" nodeType="mainSeq">
                <p:childTnLst>
                  <p:par>
                    <p:cTn id="37" fill="hold">
                      <p:stCondLst>
                        <p:cond delay="indefinite"/>
                      </p:stCondLst>
                      <p:childTnLst>
                        <p:par>
                          <p:cTn id="38" fill="hold">
                            <p:stCondLst>
                              <p:cond delay="0"/>
                            </p:stCondLst>
                            <p:childTnLst>
                              <p:par>
                                <p:cTn id="39" nodeType="clickEffect" fill="hold" presetClass="entr" presetID="1">
                                  <p:stCondLst>
                                    <p:cond delay="0"/>
                                  </p:stCondLst>
                                  <p:childTnLst>
                                    <p:set>
                                      <p:cBhvr>
                                        <p:cTn id="40" dur="1" fill="hold">
                                          <p:stCondLst>
                                            <p:cond delay="0"/>
                                          </p:stCondLst>
                                        </p:cTn>
                                        <p:tgtEl>
                                          <p:spTgt spid="268">
                                            <p:txEl>
                                              <p:pRg st="0" end="0"/>
                                            </p:txEl>
                                          </p:spTgt>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nodeType="clickEffect" fill="hold" presetClass="entr" presetID="1">
                                  <p:stCondLst>
                                    <p:cond delay="0"/>
                                  </p:stCondLst>
                                  <p:childTnLst>
                                    <p:set>
                                      <p:cBhvr>
                                        <p:cTn id="44" dur="1" fill="hold">
                                          <p:stCondLst>
                                            <p:cond delay="0"/>
                                          </p:stCondLst>
                                        </p:cTn>
                                        <p:tgtEl>
                                          <p:spTgt spid="268">
                                            <p:txEl>
                                              <p:pRg st="1" end="1"/>
                                            </p:txEl>
                                          </p:spTgt>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268">
                                            <p:txEl>
                                              <p:pRg st="2" end="2"/>
                                            </p:txEl>
                                          </p:spTgt>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nodeType="clickEffect" fill="hold" presetClass="entr" presetID="1">
                                  <p:stCondLst>
                                    <p:cond delay="0"/>
                                  </p:stCondLst>
                                  <p:childTnLst>
                                    <p:set>
                                      <p:cBhvr>
                                        <p:cTn id="52" dur="1" fill="hold">
                                          <p:stCondLst>
                                            <p:cond delay="0"/>
                                          </p:stCondLst>
                                        </p:cTn>
                                        <p:tgtEl>
                                          <p:spTgt spid="268">
                                            <p:txEl>
                                              <p:pRg st="3" end="3"/>
                                            </p:txEl>
                                          </p:spTgt>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268">
                                            <p:txEl>
                                              <p:pRg st="4" end="4"/>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1">
                                  <p:stCondLst>
                                    <p:cond delay="0"/>
                                  </p:stCondLst>
                                  <p:childTnLst>
                                    <p:set>
                                      <p:cBhvr>
                                        <p:cTn id="60" dur="1" fill="hold">
                                          <p:stCondLst>
                                            <p:cond delay="0"/>
                                          </p:stCondLst>
                                        </p:cTn>
                                        <p:tgtEl>
                                          <p:spTgt spid="268">
                                            <p:txEl>
                                              <p:pRg st="5" end="5"/>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nodeType="clickEffect" fill="hold" presetClass="entr" presetID="1">
                                  <p:stCondLst>
                                    <p:cond delay="0"/>
                                  </p:stCondLst>
                                  <p:childTnLst>
                                    <p:set>
                                      <p:cBhvr>
                                        <p:cTn id="64" dur="1" fill="hold">
                                          <p:stCondLst>
                                            <p:cond delay="0"/>
                                          </p:stCondLst>
                                        </p:cTn>
                                        <p:tgtEl>
                                          <p:spTgt spid="268">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last time… 3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271" name="PlaceHolder 2"/>
          <p:cNvSpPr>
            <a:spLocks noGrp="1"/>
          </p:cNvSpPr>
          <p:nvPr>
            <p:ph/>
          </p:nvPr>
        </p:nvSpPr>
        <p:spPr>
          <a:xfrm>
            <a:off x="729360" y="1378080"/>
            <a:ext cx="7688520" cy="325296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is “cardinality” in data modelling?</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The number of entities to which another entity can be associated through a relationship set:</a:t>
            </a:r>
            <a:endParaRPr b="0" lang="en-US" sz="1600" spc="-1" strike="noStrike">
              <a:solidFill>
                <a:srgbClr val="000000"/>
              </a:solidFill>
              <a:latin typeface="Arial"/>
            </a:endParaRPr>
          </a:p>
          <a:p>
            <a:pPr marL="9144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one-to-one;</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one-to-many;</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many-to-many.</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Name two benefits of data normalisation.</a:t>
            </a:r>
            <a:endParaRPr b="0" lang="en-US" sz="1600" spc="-1" strike="noStrike">
              <a:solidFill>
                <a:srgbClr val="000000"/>
              </a:solidFill>
              <a:latin typeface="Arial"/>
            </a:endParaRPr>
          </a:p>
          <a:p>
            <a:pPr marL="457200"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Through data normalisation one avoids repetition of data as well as cases where some specific information cannot be represented in the DB.</a:t>
            </a:r>
            <a:endParaRPr b="0" lang="en-US" sz="1600" spc="-1" strike="noStrike">
              <a:solidFill>
                <a:srgbClr val="000000"/>
              </a:solidFill>
              <a:latin typeface="Arial"/>
            </a:endParaRPr>
          </a:p>
        </p:txBody>
      </p:sp>
      <p:sp>
        <p:nvSpPr>
          <p:cNvPr id="272" name="PlaceHolder 3"/>
          <p:cNvSpPr>
            <a:spLocks noGrp="1"/>
          </p:cNvSpPr>
          <p:nvPr>
            <p:ph type="sldNum" idx="1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927F6CD-5803-48C9-9956-6B95DC657598}" type="slidenum">
              <a:rPr b="0" lang="el" sz="1000" spc="-1" strike="noStrike">
                <a:solidFill>
                  <a:schemeClr val="accent1"/>
                </a:solidFill>
                <a:latin typeface="Lato"/>
                <a:ea typeface="Lato"/>
              </a:rPr>
              <a:t>5</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65" dur="indefinite" restart="never" nodeType="tmRoot">
          <p:childTnLst>
            <p:seq>
              <p:cTn id="66" dur="indefinite" nodeType="mainSeq">
                <p:childTnLst>
                  <p:par>
                    <p:cTn id="67" fill="hold">
                      <p:stCondLst>
                        <p:cond delay="indefinite"/>
                      </p:stCondLst>
                      <p:childTnLst>
                        <p:par>
                          <p:cTn id="68" fill="hold">
                            <p:stCondLst>
                              <p:cond delay="0"/>
                            </p:stCondLst>
                            <p:childTnLst>
                              <p:par>
                                <p:cTn id="69" nodeType="clickEffect" fill="hold" presetClass="entr" presetID="1">
                                  <p:stCondLst>
                                    <p:cond delay="0"/>
                                  </p:stCondLst>
                                  <p:childTnLst>
                                    <p:set>
                                      <p:cBhvr>
                                        <p:cTn id="70" dur="1" fill="hold">
                                          <p:stCondLst>
                                            <p:cond delay="0"/>
                                          </p:stCondLst>
                                        </p:cTn>
                                        <p:tgtEl>
                                          <p:spTgt spid="271">
                                            <p:txEl>
                                              <p:pRg st="0" end="0"/>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nodeType="clickEffect" fill="hold" presetClass="entr" presetID="1">
                                  <p:stCondLst>
                                    <p:cond delay="0"/>
                                  </p:stCondLst>
                                  <p:childTnLst>
                                    <p:set>
                                      <p:cBhvr>
                                        <p:cTn id="74" dur="1" fill="hold">
                                          <p:stCondLst>
                                            <p:cond delay="0"/>
                                          </p:stCondLst>
                                        </p:cTn>
                                        <p:tgtEl>
                                          <p:spTgt spid="271">
                                            <p:txEl>
                                              <p:pRg st="1" end="1"/>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nodeType="clickEffect" fill="hold" presetClass="entr" presetID="1">
                                  <p:stCondLst>
                                    <p:cond delay="0"/>
                                  </p:stCondLst>
                                  <p:childTnLst>
                                    <p:set>
                                      <p:cBhvr>
                                        <p:cTn id="78" dur="1" fill="hold">
                                          <p:stCondLst>
                                            <p:cond delay="0"/>
                                          </p:stCondLst>
                                        </p:cTn>
                                        <p:tgtEl>
                                          <p:spTgt spid="271">
                                            <p:txEl>
                                              <p:pRg st="2" end="2"/>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nodeType="clickEffect" fill="hold" presetClass="entr" presetID="1">
                                  <p:stCondLst>
                                    <p:cond delay="0"/>
                                  </p:stCondLst>
                                  <p:childTnLst>
                                    <p:set>
                                      <p:cBhvr>
                                        <p:cTn id="82" dur="1" fill="hold">
                                          <p:stCondLst>
                                            <p:cond delay="0"/>
                                          </p:stCondLst>
                                        </p:cTn>
                                        <p:tgtEl>
                                          <p:spTgt spid="271">
                                            <p:txEl>
                                              <p:pRg st="3" end="3"/>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nodeType="clickEffect" fill="hold" presetClass="entr" presetID="1">
                                  <p:stCondLst>
                                    <p:cond delay="0"/>
                                  </p:stCondLst>
                                  <p:childTnLst>
                                    <p:set>
                                      <p:cBhvr>
                                        <p:cTn id="86" dur="1" fill="hold">
                                          <p:stCondLst>
                                            <p:cond delay="0"/>
                                          </p:stCondLst>
                                        </p:cTn>
                                        <p:tgtEl>
                                          <p:spTgt spid="271">
                                            <p:txEl>
                                              <p:pRg st="4" end="4"/>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nodeType="clickEffect" fill="hold" presetClass="entr" presetID="1">
                                  <p:stCondLst>
                                    <p:cond delay="0"/>
                                  </p:stCondLst>
                                  <p:childTnLst>
                                    <p:set>
                                      <p:cBhvr>
                                        <p:cTn id="90" dur="1" fill="hold">
                                          <p:stCondLst>
                                            <p:cond delay="0"/>
                                          </p:stCondLst>
                                        </p:cTn>
                                        <p:tgtEl>
                                          <p:spTgt spid="271">
                                            <p:txEl>
                                              <p:pRg st="5" end="5"/>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nodeType="clickEffect" fill="hold" presetClass="entr" presetID="1">
                                  <p:stCondLst>
                                    <p:cond delay="0"/>
                                  </p:stCondLst>
                                  <p:childTnLst>
                                    <p:set>
                                      <p:cBhvr>
                                        <p:cTn id="94" dur="1" fill="hold">
                                          <p:stCondLst>
                                            <p:cond delay="0"/>
                                          </p:stCondLst>
                                        </p:cTn>
                                        <p:tgtEl>
                                          <p:spTgt spid="271">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3"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(Reminder) DB Design Guidelines</a:t>
            </a:r>
            <a:endParaRPr b="0" lang="en-US" sz="3600" spc="-1" strike="noStrike">
              <a:solidFill>
                <a:srgbClr val="000000"/>
              </a:solidFill>
              <a:latin typeface="Arial"/>
            </a:endParaRPr>
          </a:p>
        </p:txBody>
      </p:sp>
      <p:sp>
        <p:nvSpPr>
          <p:cNvPr id="274" name="PlaceHolder 2"/>
          <p:cNvSpPr>
            <a:spLocks noGrp="1"/>
          </p:cNvSpPr>
          <p:nvPr>
            <p:ph type="sldNum" idx="1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08EF70BE-0C58-4411-865F-C3390FAA76AD}" type="slidenum">
              <a:rPr b="0" lang="el" sz="1000" spc="-1" strike="noStrike">
                <a:solidFill>
                  <a:schemeClr val="lt1"/>
                </a:solidFill>
                <a:latin typeface="Lato"/>
                <a:ea typeface="Lato"/>
              </a:rPr>
              <a:t>6</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Some Guidelines by MS 1 / n</a:t>
            </a:r>
            <a:endParaRPr b="0" lang="en-US" sz="2600" spc="-1" strike="noStrike">
              <a:solidFill>
                <a:srgbClr val="000000"/>
              </a:solidFill>
              <a:latin typeface="Arial"/>
            </a:endParaRPr>
          </a:p>
        </p:txBody>
      </p:sp>
      <p:sp>
        <p:nvSpPr>
          <p:cNvPr id="276"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1" lang="el" sz="1600" spc="-1" strike="noStrike">
                <a:solidFill>
                  <a:schemeClr val="accent1"/>
                </a:solidFill>
                <a:latin typeface="Lato"/>
                <a:ea typeface="Lato"/>
              </a:rPr>
              <a:t>Organizing data:</a:t>
            </a:r>
            <a:r>
              <a:rPr b="0" lang="el" sz="1600" spc="-1" strike="noStrike">
                <a:solidFill>
                  <a:schemeClr val="accent1"/>
                </a:solidFill>
                <a:latin typeface="Lato"/>
                <a:ea typeface="Lato"/>
              </a:rPr>
              <a:t> Once you have an idea of the data you would like to collect, you need to decide how many tables you might want to use to organize the data efficiently. In Excel, we might keep several numbered columns to keep track of things, i.e. Medication1, Medication 2…, but in Access we should create a second table to track the numbered fields.</a:t>
            </a:r>
            <a:endParaRPr b="0" lang="en-US" sz="1600" spc="-1" strike="noStrike">
              <a:solidFill>
                <a:srgbClr val="000000"/>
              </a:solidFill>
              <a:latin typeface="Arial"/>
            </a:endParaRPr>
          </a:p>
          <a:p>
            <a:pPr marL="452520" indent="-326520">
              <a:lnSpc>
                <a:spcPct val="115000"/>
              </a:lnSpc>
              <a:buClr>
                <a:srgbClr val="595959"/>
              </a:buClr>
              <a:buFont typeface="Lato"/>
              <a:buChar char="●"/>
            </a:pPr>
            <a:r>
              <a:rPr b="1" lang="el" sz="1600" spc="-1" strike="noStrike">
                <a:solidFill>
                  <a:schemeClr val="accent1"/>
                </a:solidFill>
                <a:latin typeface="Lato"/>
                <a:ea typeface="Lato"/>
              </a:rPr>
              <a:t>No Derived Fields:</a:t>
            </a:r>
            <a:r>
              <a:rPr b="0" lang="el" sz="1600" spc="-1" strike="noStrike">
                <a:solidFill>
                  <a:schemeClr val="accent1"/>
                </a:solidFill>
                <a:latin typeface="Lato"/>
                <a:ea typeface="Lato"/>
              </a:rPr>
              <a:t> By using the relationships between our datasets, we can derive missing data. If we are creating a new appointment for a patient, we only need to put in their Medical Record Number (or other unique identifier). The patient's name, phone number, and other information can be derived from the Patient Table.</a:t>
            </a:r>
            <a:endParaRPr b="0" lang="en-US" sz="1600" spc="-1" strike="noStrike">
              <a:solidFill>
                <a:srgbClr val="000000"/>
              </a:solidFill>
              <a:latin typeface="Arial"/>
            </a:endParaRPr>
          </a:p>
        </p:txBody>
      </p:sp>
      <p:sp>
        <p:nvSpPr>
          <p:cNvPr id="277" name="PlaceHolder 3"/>
          <p:cNvSpPr>
            <a:spLocks noGrp="1"/>
          </p:cNvSpPr>
          <p:nvPr>
            <p:ph type="sldNum" idx="1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6A1F6F9-24EF-471A-959F-4D7E9795B1E6}" type="slidenum">
              <a:rPr b="0" lang="el" sz="1000" spc="-1" strike="noStrike">
                <a:solidFill>
                  <a:schemeClr val="accent1"/>
                </a:solidFill>
                <a:latin typeface="Lato"/>
                <a:ea typeface="Lato"/>
              </a:rPr>
              <a:t>7</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95" dur="indefinite" restart="never" nodeType="tmRoot">
          <p:childTnLst>
            <p:seq>
              <p:cTn id="96" dur="indefinite" nodeType="mainSeq">
                <p:childTnLst>
                  <p:par>
                    <p:cTn id="97" fill="hold">
                      <p:stCondLst>
                        <p:cond delay="indefinite"/>
                      </p:stCondLst>
                      <p:childTnLst>
                        <p:par>
                          <p:cTn id="98" fill="hold">
                            <p:stCondLst>
                              <p:cond delay="0"/>
                            </p:stCondLst>
                            <p:childTnLst>
                              <p:par>
                                <p:cTn id="99" nodeType="clickEffect" fill="hold" presetClass="entr" presetID="1">
                                  <p:stCondLst>
                                    <p:cond delay="0"/>
                                  </p:stCondLst>
                                  <p:childTnLst>
                                    <p:set>
                                      <p:cBhvr>
                                        <p:cTn id="100" dur="1" fill="hold">
                                          <p:stCondLst>
                                            <p:cond delay="0"/>
                                          </p:stCondLst>
                                        </p:cTn>
                                        <p:tgtEl>
                                          <p:spTgt spid="276">
                                            <p:txEl>
                                              <p:pRg st="0" end="0"/>
                                            </p:txEl>
                                          </p:spTgt>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nodeType="clickEffect" fill="hold" presetClass="entr" presetID="1">
                                  <p:stCondLst>
                                    <p:cond delay="0"/>
                                  </p:stCondLst>
                                  <p:childTnLst>
                                    <p:set>
                                      <p:cBhvr>
                                        <p:cTn id="104" dur="1" fill="hold">
                                          <p:stCondLst>
                                            <p:cond delay="0"/>
                                          </p:stCondLst>
                                        </p:cTn>
                                        <p:tgtEl>
                                          <p:spTgt spid="276">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Some Guidelines by MS 2 / n</a:t>
            </a:r>
            <a:endParaRPr b="0" lang="en-US" sz="2600" spc="-1" strike="noStrike">
              <a:solidFill>
                <a:srgbClr val="000000"/>
              </a:solidFill>
              <a:latin typeface="Arial"/>
            </a:endParaRPr>
          </a:p>
        </p:txBody>
      </p:sp>
      <p:sp>
        <p:nvSpPr>
          <p:cNvPr id="279"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Data is broken down into Smallest Logical Parts:</a:t>
            </a:r>
            <a:r>
              <a:rPr b="0" lang="el" sz="1600" spc="-1" strike="noStrike">
                <a:solidFill>
                  <a:schemeClr val="accent1"/>
                </a:solidFill>
                <a:latin typeface="Lato"/>
                <a:ea typeface="Lato"/>
              </a:rPr>
              <a:t> Pulling fields together in Access is often simple; pulling them apart usually requires human intervention. Think of this as breaking up the data into its smallest sort‐able part.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Descriptive Field Names:</a:t>
            </a:r>
            <a:r>
              <a:rPr b="0" lang="el" sz="1600" spc="-1" strike="noStrike">
                <a:solidFill>
                  <a:schemeClr val="accent1"/>
                </a:solidFill>
                <a:latin typeface="Lato"/>
                <a:ea typeface="Lato"/>
              </a:rPr>
              <a:t> It's tempting to use abbreviations when we are creating our data tables, but if the title we use is too vague or too abbreviated we may not be able to recall why we created that field. DOB – Date of Birth or Department of Babies? SSN – Social Security Number or Shands System Number?</a:t>
            </a:r>
            <a:endParaRPr b="0" lang="en-US" sz="1600" spc="-1" strike="noStrike">
              <a:solidFill>
                <a:srgbClr val="000000"/>
              </a:solidFill>
              <a:latin typeface="Arial"/>
            </a:endParaRPr>
          </a:p>
        </p:txBody>
      </p:sp>
      <p:sp>
        <p:nvSpPr>
          <p:cNvPr id="280" name="PlaceHolder 3"/>
          <p:cNvSpPr>
            <a:spLocks noGrp="1"/>
          </p:cNvSpPr>
          <p:nvPr>
            <p:ph type="sldNum" idx="1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943ADC3-5B6B-49FE-852D-DB9B2FE3BD75}" type="slidenum">
              <a:rPr b="0" lang="el" sz="1000" spc="-1" strike="noStrike">
                <a:solidFill>
                  <a:schemeClr val="accent1"/>
                </a:solidFill>
                <a:latin typeface="Lato"/>
                <a:ea typeface="Lato"/>
              </a:rPr>
              <a:t>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05" dur="indefinite" restart="never" nodeType="tmRoot">
          <p:childTnLst>
            <p:seq>
              <p:cTn id="106" dur="indefinite" nodeType="mainSeq">
                <p:childTnLst>
                  <p:par>
                    <p:cTn id="107" fill="hold">
                      <p:stCondLst>
                        <p:cond delay="indefinite"/>
                      </p:stCondLst>
                      <p:childTnLst>
                        <p:par>
                          <p:cTn id="108" fill="hold">
                            <p:stCondLst>
                              <p:cond delay="0"/>
                            </p:stCondLst>
                            <p:childTnLst>
                              <p:par>
                                <p:cTn id="109" nodeType="clickEffect" fill="hold" presetClass="entr" presetID="1">
                                  <p:stCondLst>
                                    <p:cond delay="0"/>
                                  </p:stCondLst>
                                  <p:childTnLst>
                                    <p:set>
                                      <p:cBhvr>
                                        <p:cTn id="110" dur="1" fill="hold">
                                          <p:stCondLst>
                                            <p:cond delay="0"/>
                                          </p:stCondLst>
                                        </p:cTn>
                                        <p:tgtEl>
                                          <p:spTgt spid="279">
                                            <p:txEl>
                                              <p:pRg st="0" end="0"/>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nodeType="clickEffect" fill="hold" presetClass="entr" presetID="1">
                                  <p:stCondLst>
                                    <p:cond delay="0"/>
                                  </p:stCondLst>
                                  <p:childTnLst>
                                    <p:set>
                                      <p:cBhvr>
                                        <p:cTn id="114" dur="1" fill="hold">
                                          <p:stCondLst>
                                            <p:cond delay="0"/>
                                          </p:stCondLst>
                                        </p:cTn>
                                        <p:tgtEl>
                                          <p:spTgt spid="279">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Some Guidelines by MS 3 / n</a:t>
            </a:r>
            <a:endParaRPr b="0" lang="en-US" sz="2600" spc="-1" strike="noStrike">
              <a:solidFill>
                <a:srgbClr val="000000"/>
              </a:solidFill>
              <a:latin typeface="Arial"/>
            </a:endParaRPr>
          </a:p>
        </p:txBody>
      </p:sp>
      <p:sp>
        <p:nvSpPr>
          <p:cNvPr id="282"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1" lang="el" sz="1600" spc="-1" strike="noStrike">
                <a:solidFill>
                  <a:schemeClr val="accent1"/>
                </a:solidFill>
                <a:latin typeface="Lato"/>
                <a:ea typeface="Lato"/>
              </a:rPr>
              <a:t>Unique Field Names:</a:t>
            </a:r>
            <a:r>
              <a:rPr b="0" lang="el" sz="1600" spc="-1" strike="noStrike">
                <a:solidFill>
                  <a:schemeClr val="accent1"/>
                </a:solidFill>
                <a:latin typeface="Lato"/>
                <a:ea typeface="Lato"/>
              </a:rPr>
              <a:t> Be sure to differentiate between the field names in each Table. We can have a 'First Name' in our Patient Table and a 'First Name' in our Doctor Table but this can lead to confusion when we try to pull both Tables into one database object.</a:t>
            </a:r>
            <a:endParaRPr b="0" lang="en-US" sz="1600" spc="-1" strike="noStrike">
              <a:solidFill>
                <a:srgbClr val="000000"/>
              </a:solidFill>
              <a:latin typeface="Arial"/>
            </a:endParaRPr>
          </a:p>
          <a:p>
            <a:pPr marL="452520" indent="-326520">
              <a:lnSpc>
                <a:spcPct val="115000"/>
              </a:lnSpc>
              <a:buClr>
                <a:srgbClr val="595959"/>
              </a:buClr>
              <a:buFont typeface="Lato"/>
              <a:buChar char="●"/>
            </a:pPr>
            <a:r>
              <a:rPr b="1" lang="el" sz="1600" spc="-1" strike="noStrike">
                <a:solidFill>
                  <a:schemeClr val="accent1"/>
                </a:solidFill>
                <a:latin typeface="Lato"/>
                <a:ea typeface="Lato"/>
              </a:rPr>
              <a:t>No Calculated Fields:</a:t>
            </a:r>
            <a:r>
              <a:rPr b="0" lang="el" sz="1600" spc="-1" strike="noStrike">
                <a:solidFill>
                  <a:schemeClr val="accent1"/>
                </a:solidFill>
                <a:latin typeface="Lato"/>
                <a:ea typeface="Lato"/>
              </a:rPr>
              <a:t> In Microsoft Excel, we can perform our calculations on the same sheet as our data, but a Table in Access is stagnant data, it does not change unless you make it change. Access will let you create calculations in Queries, Forms and Reports. Newer versions of Access do have a Calculated field type for the table. This embeds a calculation in the record and is not always reflected in a data entry form.</a:t>
            </a:r>
            <a:endParaRPr b="0" lang="en-US" sz="1600" spc="-1" strike="noStrike">
              <a:solidFill>
                <a:srgbClr val="000000"/>
              </a:solidFill>
              <a:latin typeface="Arial"/>
            </a:endParaRPr>
          </a:p>
        </p:txBody>
      </p:sp>
      <p:sp>
        <p:nvSpPr>
          <p:cNvPr id="283" name="PlaceHolder 3"/>
          <p:cNvSpPr>
            <a:spLocks noGrp="1"/>
          </p:cNvSpPr>
          <p:nvPr>
            <p:ph type="sldNum" idx="1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025EA2C-4A39-42F4-B496-D1E562E50FFD}" type="slidenum">
              <a:rPr b="0" lang="el" sz="1000" spc="-1" strike="noStrike">
                <a:solidFill>
                  <a:schemeClr val="accent1"/>
                </a:solidFill>
                <a:latin typeface="Lato"/>
                <a:ea typeface="Lato"/>
              </a:rPr>
              <a:t>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15" dur="indefinite" restart="never" nodeType="tmRoot">
          <p:childTnLst>
            <p:seq>
              <p:cTn id="116" dur="indefinite" nodeType="mainSeq">
                <p:childTnLst>
                  <p:par>
                    <p:cTn id="117" fill="hold">
                      <p:stCondLst>
                        <p:cond delay="indefinite"/>
                      </p:stCondLst>
                      <p:childTnLst>
                        <p:par>
                          <p:cTn id="118" fill="hold">
                            <p:stCondLst>
                              <p:cond delay="0"/>
                            </p:stCondLst>
                            <p:childTnLst>
                              <p:par>
                                <p:cTn id="119" nodeType="clickEffect" fill="hold" presetClass="entr" presetID="1">
                                  <p:stCondLst>
                                    <p:cond delay="0"/>
                                  </p:stCondLst>
                                  <p:childTnLst>
                                    <p:set>
                                      <p:cBhvr>
                                        <p:cTn id="120" dur="1" fill="hold">
                                          <p:stCondLst>
                                            <p:cond delay="0"/>
                                          </p:stCondLst>
                                        </p:cTn>
                                        <p:tgtEl>
                                          <p:spTgt spid="282">
                                            <p:txEl>
                                              <p:pRg st="0" end="0"/>
                                            </p:txEl>
                                          </p:spTgt>
                                        </p:tgtEl>
                                        <p:attrNameLst>
                                          <p:attrName>style.visibility</p:attrName>
                                        </p:attrNameLst>
                                      </p:cBhvr>
                                      <p:to>
                                        <p:strVal val="visible"/>
                                      </p:to>
                                    </p:set>
                                  </p:childTnLst>
                                </p:cTn>
                              </p:par>
                            </p:childTnLst>
                          </p:cTn>
                        </p:par>
                      </p:childTnLst>
                    </p:cTn>
                  </p:par>
                  <p:par>
                    <p:cTn id="121" fill="hold">
                      <p:stCondLst>
                        <p:cond delay="indefinite"/>
                      </p:stCondLst>
                      <p:childTnLst>
                        <p:par>
                          <p:cTn id="122" fill="hold">
                            <p:stCondLst>
                              <p:cond delay="0"/>
                            </p:stCondLst>
                            <p:childTnLst>
                              <p:par>
                                <p:cTn id="123" nodeType="clickEffect" fill="hold" presetClass="entr" presetID="1">
                                  <p:stCondLst>
                                    <p:cond delay="0"/>
                                  </p:stCondLst>
                                  <p:childTnLst>
                                    <p:set>
                                      <p:cBhvr>
                                        <p:cTn id="124" dur="1" fill="hold">
                                          <p:stCondLst>
                                            <p:cond delay="0"/>
                                          </p:stCondLst>
                                        </p:cTn>
                                        <p:tgtEl>
                                          <p:spTgt spid="282">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Some Guidelines by MS 4  / n</a:t>
            </a:r>
            <a:endParaRPr b="0" lang="en-US" sz="2600" spc="-1" strike="noStrike">
              <a:solidFill>
                <a:srgbClr val="000000"/>
              </a:solidFill>
              <a:latin typeface="Arial"/>
            </a:endParaRPr>
          </a:p>
        </p:txBody>
      </p:sp>
      <p:sp>
        <p:nvSpPr>
          <p:cNvPr id="285"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Unique Records:</a:t>
            </a:r>
            <a:r>
              <a:rPr b="0" lang="el" sz="1600" spc="-1" strike="noStrike">
                <a:solidFill>
                  <a:schemeClr val="accent1"/>
                </a:solidFill>
                <a:latin typeface="Lato"/>
                <a:ea typeface="Lato"/>
              </a:rPr>
              <a:t> It's important that each Table has a way to keep records unique. We can do this by setting one field (column) to be a </a:t>
            </a:r>
            <a:r>
              <a:rPr b="1" lang="el" sz="1600" spc="-1" strike="noStrike">
                <a:solidFill>
                  <a:schemeClr val="accent1"/>
                </a:solidFill>
                <a:latin typeface="Lato"/>
                <a:ea typeface="Lato"/>
              </a:rPr>
              <a:t>Primary Key</a:t>
            </a:r>
            <a:r>
              <a:rPr b="0" lang="el" sz="1600" spc="-1" strike="noStrike">
                <a:solidFill>
                  <a:schemeClr val="accent1"/>
                </a:solidFill>
                <a:latin typeface="Lato"/>
                <a:ea typeface="Lato"/>
              </a:rPr>
              <a:t> field. When a field is set as a Primary Key, Access will not allow any duplication nor blanks. When there is not a unique field in your data set, you can use an AutoNumber. AutoNumbers are incremented or random fields that are always unique.</a:t>
            </a:r>
            <a:endParaRPr b="0" lang="en-US" sz="1600" spc="-1" strike="noStrike">
              <a:solidFill>
                <a:srgbClr val="000000"/>
              </a:solidFill>
              <a:latin typeface="Arial"/>
            </a:endParaRPr>
          </a:p>
        </p:txBody>
      </p:sp>
      <p:sp>
        <p:nvSpPr>
          <p:cNvPr id="286" name="PlaceHolder 3"/>
          <p:cNvSpPr>
            <a:spLocks noGrp="1"/>
          </p:cNvSpPr>
          <p:nvPr>
            <p:ph type="sldNum" idx="1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BC84F543-C40A-45A7-B9E7-B3F0BD073202}" type="slidenum">
              <a:rPr b="0" lang="el" sz="1000" spc="-1" strike="noStrike">
                <a:solidFill>
                  <a:schemeClr val="accent1"/>
                </a:solidFill>
                <a:latin typeface="Lato"/>
                <a:ea typeface="Lato"/>
              </a:rPr>
              <a:t>10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25" dur="indefinite" restart="never" nodeType="tmRoot">
          <p:childTnLst>
            <p:seq>
              <p:cTn id="126" dur="indefinite" nodeType="mainSeq">
                <p:childTnLst>
                  <p:par>
                    <p:cTn id="127" fill="hold">
                      <p:stCondLst>
                        <p:cond delay="indefinite"/>
                      </p:stCondLst>
                      <p:childTnLst>
                        <p:par>
                          <p:cTn id="128" fill="hold">
                            <p:stCondLst>
                              <p:cond delay="0"/>
                            </p:stCondLst>
                            <p:childTnLst>
                              <p:par>
                                <p:cTn id="129" nodeType="clickEffect" fill="hold" presetClass="entr" presetID="1">
                                  <p:stCondLst>
                                    <p:cond delay="0"/>
                                  </p:stCondLst>
                                  <p:childTnLst>
                                    <p:set>
                                      <p:cBhvr>
                                        <p:cTn id="130" dur="1" fill="hold">
                                          <p:stCondLst>
                                            <p:cond delay="0"/>
                                          </p:stCondLst>
                                        </p:cTn>
                                        <p:tgtEl>
                                          <p:spTgt spid="285">
                                            <p:txEl>
                                              <p:pRg st="0" end="0"/>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The Almighty ER Model</a:t>
            </a:r>
            <a:endParaRPr b="0" lang="en-US" sz="3600" spc="-1" strike="noStrike">
              <a:solidFill>
                <a:srgbClr val="000000"/>
              </a:solidFill>
              <a:latin typeface="Arial"/>
            </a:endParaRPr>
          </a:p>
        </p:txBody>
      </p:sp>
      <p:sp>
        <p:nvSpPr>
          <p:cNvPr id="288" name="PlaceHolder 2"/>
          <p:cNvSpPr>
            <a:spLocks noGrp="1"/>
          </p:cNvSpPr>
          <p:nvPr>
            <p:ph type="sldNum" idx="1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DC99CCB3-174B-4A28-828D-3AEDAFA2F428}" type="slidenum">
              <a:rPr b="0" lang="el" sz="1000" spc="-1" strike="noStrike">
                <a:solidFill>
                  <a:schemeClr val="lt1"/>
                </a:solidFill>
                <a:latin typeface="Lato"/>
                <a:ea typeface="Lato"/>
              </a:rPr>
              <a:t>11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(Reminder) The E-R Model 1 / n</a:t>
            </a:r>
            <a:endParaRPr b="0" lang="en-US" sz="2600" spc="-1" strike="noStrike">
              <a:solidFill>
                <a:srgbClr val="000000"/>
              </a:solidFill>
              <a:latin typeface="Arial"/>
            </a:endParaRPr>
          </a:p>
        </p:txBody>
      </p:sp>
      <p:sp>
        <p:nvSpPr>
          <p:cNvPr id="290" name="PlaceHolder 2"/>
          <p:cNvSpPr>
            <a:spLocks noGrp="1"/>
          </p:cNvSpPr>
          <p:nvPr>
            <p:ph/>
          </p:nvPr>
        </p:nvSpPr>
        <p:spPr>
          <a:xfrm>
            <a:off x="729360" y="1378080"/>
            <a:ext cx="7688520" cy="146664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Entity set:</a:t>
            </a:r>
            <a:r>
              <a:rPr b="0" lang="el" sz="1600" spc="-1" strike="noStrike">
                <a:solidFill>
                  <a:schemeClr val="accent1"/>
                </a:solidFill>
                <a:latin typeface="Lato"/>
                <a:ea typeface="Lato"/>
              </a:rPr>
              <a:t> The set of all entities, i.e., of all “things” in our application scenario.</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Relationship set:</a:t>
            </a:r>
            <a:r>
              <a:rPr b="0" lang="el" sz="1600" spc="-1" strike="noStrike">
                <a:solidFill>
                  <a:schemeClr val="accent1"/>
                </a:solidFill>
                <a:latin typeface="Lato"/>
                <a:ea typeface="Lato"/>
              </a:rPr>
              <a:t> The set of all relationships among entities, e.g., an instructor of the XYZ University is a member of one of its departments.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Unified Modeling Language (UML)</a:t>
            </a:r>
            <a:r>
              <a:rPr b="0" lang="el" sz="1600" spc="-1" strike="noStrike">
                <a:solidFill>
                  <a:schemeClr val="accent1"/>
                </a:solidFill>
                <a:latin typeface="Lato"/>
                <a:ea typeface="Lato"/>
              </a:rPr>
              <a:t> is a common way to represent E-R models:</a:t>
            </a:r>
            <a:endParaRPr b="0" lang="en-US" sz="1600" spc="-1" strike="noStrike">
              <a:solidFill>
                <a:srgbClr val="000000"/>
              </a:solidFill>
              <a:latin typeface="Arial"/>
            </a:endParaRPr>
          </a:p>
        </p:txBody>
      </p:sp>
      <p:sp>
        <p:nvSpPr>
          <p:cNvPr id="291" name="PlaceHolder 3"/>
          <p:cNvSpPr>
            <a:spLocks noGrp="1"/>
          </p:cNvSpPr>
          <p:nvPr>
            <p:ph type="sldNum" idx="1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51A1302-F213-46D5-8FD6-B7247A50A630}" type="slidenum">
              <a:rPr b="0" lang="el" sz="1000" spc="-1" strike="noStrike">
                <a:solidFill>
                  <a:schemeClr val="accent1"/>
                </a:solidFill>
                <a:latin typeface="Lato"/>
                <a:ea typeface="Lato"/>
              </a:rPr>
              <a:t>12</a:t>
            </a:fld>
            <a:endParaRPr b="0" lang="en-US" sz="1000" spc="-1" strike="noStrike">
              <a:solidFill>
                <a:srgbClr val="000000"/>
              </a:solidFill>
              <a:latin typeface="Times New Roman"/>
            </a:endParaRPr>
          </a:p>
        </p:txBody>
      </p:sp>
      <p:pic>
        <p:nvPicPr>
          <p:cNvPr id="292" name="Google Shape;190;p12" descr=""/>
          <p:cNvPicPr/>
          <p:nvPr/>
        </p:nvPicPr>
        <p:blipFill>
          <a:blip r:embed="rId1"/>
          <a:stretch/>
        </p:blipFill>
        <p:spPr>
          <a:xfrm>
            <a:off x="1152360" y="2845080"/>
            <a:ext cx="6838560" cy="1571400"/>
          </a:xfrm>
          <a:prstGeom prst="rect">
            <a:avLst/>
          </a:prstGeom>
          <a:ln w="0">
            <a:noFill/>
          </a:ln>
        </p:spPr>
      </p:pic>
      <p:grpSp>
        <p:nvGrpSpPr>
          <p:cNvPr id="293" name="Google Shape;191;p12"/>
          <p:cNvGrpSpPr/>
          <p:nvPr/>
        </p:nvGrpSpPr>
        <p:grpSpPr>
          <a:xfrm>
            <a:off x="545400" y="4153680"/>
            <a:ext cx="5562720" cy="884160"/>
            <a:chOff x="545400" y="4153680"/>
            <a:chExt cx="5562720" cy="884160"/>
          </a:xfrm>
        </p:grpSpPr>
        <p:sp>
          <p:nvSpPr>
            <p:cNvPr id="294" name="Google Shape;192;p12"/>
            <p:cNvSpPr/>
            <p:nvPr/>
          </p:nvSpPr>
          <p:spPr>
            <a:xfrm>
              <a:off x="545400" y="4644720"/>
              <a:ext cx="899280" cy="39312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l" sz="1600" spc="-1" strike="noStrike">
                  <a:solidFill>
                    <a:schemeClr val="dk1"/>
                  </a:solidFill>
                  <a:latin typeface="Lato"/>
                  <a:ea typeface="Lato"/>
                </a:rPr>
                <a:t>Entities</a:t>
              </a:r>
              <a:endParaRPr b="0" lang="en-US" sz="1600" spc="-1" strike="noStrike">
                <a:solidFill>
                  <a:srgbClr val="000000"/>
                </a:solidFill>
                <a:latin typeface="Arial"/>
              </a:endParaRPr>
            </a:p>
          </p:txBody>
        </p:sp>
        <p:cxnSp>
          <p:nvCxnSpPr>
            <p:cNvPr id="295" name="Google Shape;193;p12"/>
            <p:cNvCxnSpPr/>
            <p:nvPr/>
          </p:nvCxnSpPr>
          <p:spPr>
            <a:xfrm flipV="1">
              <a:off x="1308600" y="4280760"/>
              <a:ext cx="609840" cy="382320"/>
            </a:xfrm>
            <a:prstGeom prst="straightConnector1">
              <a:avLst/>
            </a:prstGeom>
            <a:ln w="19050">
              <a:solidFill>
                <a:srgbClr val="1a9988"/>
              </a:solidFill>
              <a:prstDash val="dash"/>
              <a:round/>
              <a:tailEnd len="med" type="triangle" w="med"/>
            </a:ln>
          </p:spPr>
        </p:cxnSp>
        <p:cxnSp>
          <p:nvCxnSpPr>
            <p:cNvPr id="296" name="Google Shape;194;p12"/>
            <p:cNvCxnSpPr>
              <a:stCxn id="294" idx="3"/>
            </p:cNvCxnSpPr>
            <p:nvPr/>
          </p:nvCxnSpPr>
          <p:spPr>
            <a:xfrm flipV="1">
              <a:off x="1444680" y="4153680"/>
              <a:ext cx="4663800" cy="687960"/>
            </a:xfrm>
            <a:prstGeom prst="straightConnector1">
              <a:avLst/>
            </a:prstGeom>
            <a:ln w="19050">
              <a:solidFill>
                <a:srgbClr val="1a9988"/>
              </a:solidFill>
              <a:prstDash val="dash"/>
              <a:round/>
              <a:tailEnd len="med" type="triangle" w="med"/>
            </a:ln>
          </p:spPr>
        </p:cxnSp>
      </p:grpSp>
      <p:grpSp>
        <p:nvGrpSpPr>
          <p:cNvPr id="297" name="Google Shape;195;p12"/>
          <p:cNvGrpSpPr/>
          <p:nvPr/>
        </p:nvGrpSpPr>
        <p:grpSpPr>
          <a:xfrm>
            <a:off x="5017320" y="3935520"/>
            <a:ext cx="2426760" cy="927000"/>
            <a:chOff x="5017320" y="3935520"/>
            <a:chExt cx="2426760" cy="927000"/>
          </a:xfrm>
        </p:grpSpPr>
        <p:sp>
          <p:nvSpPr>
            <p:cNvPr id="298" name="Google Shape;196;p12"/>
            <p:cNvSpPr/>
            <p:nvPr/>
          </p:nvSpPr>
          <p:spPr>
            <a:xfrm>
              <a:off x="6108120" y="4526640"/>
              <a:ext cx="1335960" cy="335880"/>
            </a:xfrm>
            <a:prstGeom prst="rect">
              <a:avLst/>
            </a:prstGeom>
            <a:noFill/>
            <a:ln w="0">
              <a:noFill/>
            </a:ln>
          </p:spPr>
          <p:style>
            <a:lnRef idx="0"/>
            <a:fillRef idx="0"/>
            <a:effectRef idx="0"/>
            <a:fontRef idx="minor"/>
          </p:style>
          <p:txBody>
            <a:bodyPr tIns="91440" bIns="91440" anchor="t">
              <a:noAutofit/>
            </a:bodyPr>
            <a:p>
              <a:pPr>
                <a:lnSpc>
                  <a:spcPct val="100000"/>
                </a:lnSpc>
                <a:tabLst>
                  <a:tab algn="l" pos="0"/>
                </a:tabLst>
              </a:pPr>
              <a:r>
                <a:rPr b="0" lang="el" sz="1600" spc="-1" strike="noStrike">
                  <a:solidFill>
                    <a:schemeClr val="accent3"/>
                  </a:solidFill>
                  <a:latin typeface="Lato"/>
                  <a:ea typeface="Lato"/>
                </a:rPr>
                <a:t>Relationship</a:t>
              </a:r>
              <a:endParaRPr b="0" lang="en-US" sz="1600" spc="-1" strike="noStrike">
                <a:solidFill>
                  <a:srgbClr val="000000"/>
                </a:solidFill>
                <a:latin typeface="Arial"/>
              </a:endParaRPr>
            </a:p>
          </p:txBody>
        </p:sp>
        <p:cxnSp>
          <p:nvCxnSpPr>
            <p:cNvPr id="299" name="Google Shape;197;p12"/>
            <p:cNvCxnSpPr>
              <a:stCxn id="298" idx="1"/>
            </p:cNvCxnSpPr>
            <p:nvPr/>
          </p:nvCxnSpPr>
          <p:spPr>
            <a:xfrm flipH="1" flipV="1">
              <a:off x="5017320" y="3935520"/>
              <a:ext cx="1091160" cy="759240"/>
            </a:xfrm>
            <a:prstGeom prst="straightConnector1">
              <a:avLst/>
            </a:prstGeom>
            <a:ln w="19050">
              <a:solidFill>
                <a:srgbClr val="eb5600"/>
              </a:solidFill>
              <a:prstDash val="dash"/>
              <a:round/>
              <a:tailEnd len="med" type="triangle" w="med"/>
            </a:ln>
          </p:spPr>
        </p:cxnSp>
      </p:grpSp>
    </p:spTree>
  </p:cSld>
  <mc:AlternateContent>
    <mc:Choice Requires="p14">
      <p:transition spd="slow" p14:dur="2000"/>
    </mc:Choice>
    <mc:Fallback>
      <p:transition spd="slow"/>
    </mc:Fallback>
  </mc:AlternateContent>
  <p:timing>
    <p:tnLst>
      <p:par>
        <p:cTn id="131" dur="indefinite" restart="never" nodeType="tmRoot">
          <p:childTnLst>
            <p:seq>
              <p:cTn id="132" dur="indefinite" nodeType="mainSeq">
                <p:childTnLst>
                  <p:par>
                    <p:cTn id="133" fill="hold">
                      <p:stCondLst>
                        <p:cond delay="indefinite"/>
                      </p:stCondLst>
                      <p:childTnLst>
                        <p:par>
                          <p:cTn id="134" fill="hold">
                            <p:stCondLst>
                              <p:cond delay="0"/>
                            </p:stCondLst>
                            <p:childTnLst>
                              <p:par>
                                <p:cTn id="135" nodeType="clickEffect" fill="hold" presetClass="entr" presetID="1">
                                  <p:stCondLst>
                                    <p:cond delay="0"/>
                                  </p:stCondLst>
                                  <p:childTnLst>
                                    <p:set>
                                      <p:cBhvr>
                                        <p:cTn id="136" dur="1" fill="hold">
                                          <p:stCondLst>
                                            <p:cond delay="0"/>
                                          </p:stCondLst>
                                        </p:cTn>
                                        <p:tgtEl>
                                          <p:spTgt spid="290">
                                            <p:txEl>
                                              <p:pRg st="0" end="0"/>
                                            </p:txEl>
                                          </p:spTgt>
                                        </p:tgtEl>
                                        <p:attrNameLst>
                                          <p:attrName>style.visibility</p:attrName>
                                        </p:attrNameLst>
                                      </p:cBhvr>
                                      <p:to>
                                        <p:strVal val="visible"/>
                                      </p:to>
                                    </p:set>
                                  </p:childTnLst>
                                </p:cTn>
                              </p:par>
                            </p:childTnLst>
                          </p:cTn>
                        </p:par>
                      </p:childTnLst>
                    </p:cTn>
                  </p:par>
                  <p:par>
                    <p:cTn id="137" fill="hold">
                      <p:stCondLst>
                        <p:cond delay="indefinite"/>
                      </p:stCondLst>
                      <p:childTnLst>
                        <p:par>
                          <p:cTn id="138" fill="hold">
                            <p:stCondLst>
                              <p:cond delay="0"/>
                            </p:stCondLst>
                            <p:childTnLst>
                              <p:par>
                                <p:cTn id="139" nodeType="clickEffect" fill="hold" presetClass="entr" presetID="1">
                                  <p:stCondLst>
                                    <p:cond delay="0"/>
                                  </p:stCondLst>
                                  <p:childTnLst>
                                    <p:set>
                                      <p:cBhvr>
                                        <p:cTn id="140" dur="1" fill="hold">
                                          <p:stCondLst>
                                            <p:cond delay="0"/>
                                          </p:stCondLst>
                                        </p:cTn>
                                        <p:tgtEl>
                                          <p:spTgt spid="290">
                                            <p:txEl>
                                              <p:pRg st="1" end="1"/>
                                            </p:txEl>
                                          </p:spTgt>
                                        </p:tgtEl>
                                        <p:attrNameLst>
                                          <p:attrName>style.visibility</p:attrName>
                                        </p:attrNameLst>
                                      </p:cBhvr>
                                      <p:to>
                                        <p:strVal val="visible"/>
                                      </p:to>
                                    </p:set>
                                  </p:childTnLst>
                                </p:cTn>
                              </p:par>
                            </p:childTnLst>
                          </p:cTn>
                        </p:par>
                      </p:childTnLst>
                    </p:cTn>
                  </p:par>
                  <p:par>
                    <p:cTn id="141" fill="hold">
                      <p:stCondLst>
                        <p:cond delay="indefinite"/>
                      </p:stCondLst>
                      <p:childTnLst>
                        <p:par>
                          <p:cTn id="142" fill="hold">
                            <p:stCondLst>
                              <p:cond delay="0"/>
                            </p:stCondLst>
                            <p:childTnLst>
                              <p:par>
                                <p:cTn id="143" nodeType="clickEffect" fill="hold" presetClass="entr" presetID="1">
                                  <p:stCondLst>
                                    <p:cond delay="0"/>
                                  </p:stCondLst>
                                  <p:childTnLst>
                                    <p:set>
                                      <p:cBhvr>
                                        <p:cTn id="144" dur="1" fill="hold">
                                          <p:stCondLst>
                                            <p:cond delay="0"/>
                                          </p:stCondLst>
                                        </p:cTn>
                                        <p:tgtEl>
                                          <p:spTgt spid="290">
                                            <p:txEl>
                                              <p:pRg st="2" end="2"/>
                                            </p:txEl>
                                          </p:spTgt>
                                        </p:tgtEl>
                                        <p:attrNameLst>
                                          <p:attrName>style.visibility</p:attrName>
                                        </p:attrNameLst>
                                      </p:cBhvr>
                                      <p:to>
                                        <p:strVal val="visible"/>
                                      </p:to>
                                    </p:set>
                                  </p:childTnLst>
                                </p:cTn>
                              </p:par>
                            </p:childTnLst>
                          </p:cTn>
                        </p:par>
                      </p:childTnLst>
                    </p:cTn>
                  </p:par>
                  <p:par>
                    <p:cTn id="145" fill="hold">
                      <p:stCondLst>
                        <p:cond delay="indefinite"/>
                      </p:stCondLst>
                      <p:childTnLst>
                        <p:par>
                          <p:cTn id="146" fill="hold">
                            <p:stCondLst>
                              <p:cond delay="0"/>
                            </p:stCondLst>
                            <p:childTnLst>
                              <p:par>
                                <p:cTn id="147" nodeType="clickEffect" fill="hold" presetClass="entr" presetID="1">
                                  <p:stCondLst>
                                    <p:cond delay="0"/>
                                  </p:stCondLst>
                                  <p:childTnLst>
                                    <p:set>
                                      <p:cBhvr>
                                        <p:cTn id="148" dur="1" fill="hold">
                                          <p:stCondLst>
                                            <p:cond delay="0"/>
                                          </p:stCondLst>
                                        </p:cTn>
                                        <p:tgtEl>
                                          <p:spTgt spid="292"/>
                                        </p:tgtEl>
                                        <p:attrNameLst>
                                          <p:attrName>style.visibility</p:attrName>
                                        </p:attrNameLst>
                                      </p:cBhvr>
                                      <p:to>
                                        <p:strVal val="visible"/>
                                      </p:to>
                                    </p:set>
                                  </p:childTnLst>
                                </p:cTn>
                              </p:par>
                            </p:childTnLst>
                          </p:cTn>
                        </p:par>
                      </p:childTnLst>
                    </p:cTn>
                  </p:par>
                  <p:par>
                    <p:cTn id="149" fill="hold">
                      <p:stCondLst>
                        <p:cond delay="indefinite"/>
                      </p:stCondLst>
                      <p:childTnLst>
                        <p:par>
                          <p:cTn id="150" fill="hold">
                            <p:stCondLst>
                              <p:cond delay="0"/>
                            </p:stCondLst>
                            <p:childTnLst>
                              <p:par>
                                <p:cTn id="151" nodeType="clickEffect" fill="hold" presetClass="entr" presetID="1">
                                  <p:stCondLst>
                                    <p:cond delay="0"/>
                                  </p:stCondLst>
                                  <p:childTnLst>
                                    <p:set>
                                      <p:cBhvr>
                                        <p:cTn id="152" dur="1" fill="hold">
                                          <p:stCondLst>
                                            <p:cond delay="0"/>
                                          </p:stCondLst>
                                        </p:cTn>
                                        <p:tgtEl>
                                          <p:spTgt spid="293"/>
                                        </p:tgtEl>
                                        <p:attrNameLst>
                                          <p:attrName>style.visibility</p:attrName>
                                        </p:attrNameLst>
                                      </p:cBhvr>
                                      <p:to>
                                        <p:strVal val="visible"/>
                                      </p:to>
                                    </p:set>
                                  </p:childTnLst>
                                </p:cTn>
                              </p:par>
                            </p:childTnLst>
                          </p:cTn>
                        </p:par>
                      </p:childTnLst>
                    </p:cTn>
                  </p:par>
                  <p:par>
                    <p:cTn id="153" fill="hold">
                      <p:stCondLst>
                        <p:cond delay="indefinite"/>
                      </p:stCondLst>
                      <p:childTnLst>
                        <p:par>
                          <p:cTn id="154" fill="hold">
                            <p:stCondLst>
                              <p:cond delay="0"/>
                            </p:stCondLst>
                            <p:childTnLst>
                              <p:par>
                                <p:cTn id="155" nodeType="clickEffect" fill="hold" presetClass="entr" presetID="1">
                                  <p:stCondLst>
                                    <p:cond delay="0"/>
                                  </p:stCondLst>
                                  <p:childTnLst>
                                    <p:set>
                                      <p:cBhvr>
                                        <p:cTn id="156" dur="1" fill="hold">
                                          <p:stCondLst>
                                            <p:cond delay="0"/>
                                          </p:stCondLst>
                                        </p:cTn>
                                        <p:tgtEl>
                                          <p:spTgt spid="29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(Reminder) The E-R Model 2 / n</a:t>
            </a:r>
            <a:endParaRPr b="0" lang="en-US" sz="2600" spc="-1" strike="noStrike">
              <a:solidFill>
                <a:srgbClr val="000000"/>
              </a:solidFill>
              <a:latin typeface="Arial"/>
            </a:endParaRPr>
          </a:p>
          <a:p>
            <a:pPr indent="0">
              <a:lnSpc>
                <a:spcPct val="100000"/>
              </a:lnSpc>
              <a:buNone/>
              <a:tabLst>
                <a:tab algn="l" pos="0"/>
              </a:tabLst>
            </a:pPr>
            <a:endParaRPr b="0" lang="en-US" sz="2600" spc="-1" strike="noStrike">
              <a:solidFill>
                <a:srgbClr val="000000"/>
              </a:solidFill>
              <a:latin typeface="Arial"/>
            </a:endParaRPr>
          </a:p>
        </p:txBody>
      </p:sp>
      <p:sp>
        <p:nvSpPr>
          <p:cNvPr id="301"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Entities are described by </a:t>
            </a:r>
            <a:r>
              <a:rPr b="1" lang="el" sz="1600" spc="-1" strike="noStrike">
                <a:solidFill>
                  <a:schemeClr val="accent1"/>
                </a:solidFill>
                <a:latin typeface="Lato"/>
                <a:ea typeface="Lato"/>
              </a:rPr>
              <a:t>attributes</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Attributes have </a:t>
            </a:r>
            <a:r>
              <a:rPr b="1" lang="el" sz="1600" spc="-1" strike="noStrike">
                <a:solidFill>
                  <a:schemeClr val="accent1"/>
                </a:solidFill>
                <a:latin typeface="Lato"/>
                <a:ea typeface="Lato"/>
              </a:rPr>
              <a:t>values</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Attributes also have </a:t>
            </a:r>
            <a:r>
              <a:rPr b="1" lang="el" sz="1600" spc="-1" strike="noStrike">
                <a:solidFill>
                  <a:schemeClr val="accent1"/>
                </a:solidFill>
                <a:latin typeface="Lato"/>
                <a:ea typeface="Lato"/>
              </a:rPr>
              <a:t>domains</a:t>
            </a:r>
            <a:r>
              <a:rPr b="0" lang="el" sz="1600" spc="-1" strike="noStrike">
                <a:solidFill>
                  <a:schemeClr val="accent1"/>
                </a:solidFill>
                <a:latin typeface="Lato"/>
                <a:ea typeface="Lato"/>
              </a:rPr>
              <a:t>, i.e., sets of permitted values they can take: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single-valued attributes</a:t>
            </a:r>
            <a:r>
              <a:rPr b="0" lang="el" sz="1600" spc="-1" strike="noStrike">
                <a:solidFill>
                  <a:schemeClr val="accent1"/>
                </a:solidFill>
                <a:latin typeface="Lato"/>
                <a:ea typeface="Lato"/>
              </a:rPr>
              <a:t>, which admit one value at a time;</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multivalued attributes</a:t>
            </a:r>
            <a:r>
              <a:rPr b="0" lang="el" sz="1600" spc="-1" strike="noStrike">
                <a:solidFill>
                  <a:schemeClr val="accent1"/>
                </a:solidFill>
                <a:latin typeface="Lato"/>
                <a:ea typeface="Lato"/>
              </a:rPr>
              <a:t>, which admit potentially many values at a time (e.g., one’s phone numbers).</a:t>
            </a:r>
            <a:endParaRPr b="0" lang="en-US" sz="1600" spc="-1" strike="noStrike">
              <a:solidFill>
                <a:srgbClr val="000000"/>
              </a:solidFill>
              <a:latin typeface="Arial"/>
            </a:endParaRPr>
          </a:p>
          <a:p>
            <a:pPr lvl="1" marL="914400" indent="-330120">
              <a:lnSpc>
                <a:spcPct val="115000"/>
              </a:lnSpc>
              <a:buClr>
                <a:srgbClr val="595959"/>
              </a:buClr>
              <a:buFont typeface="Lato"/>
              <a:buChar char="○"/>
            </a:pPr>
            <a:r>
              <a:rPr b="1" lang="el" sz="1600" spc="-1" strike="noStrike">
                <a:solidFill>
                  <a:schemeClr val="accent1"/>
                </a:solidFill>
                <a:latin typeface="Lato"/>
                <a:ea typeface="Lato"/>
              </a:rPr>
              <a:t>derived attributes</a:t>
            </a:r>
            <a:r>
              <a:rPr b="0" lang="el" sz="1600" spc="-1" strike="noStrike">
                <a:solidFill>
                  <a:schemeClr val="accent1"/>
                </a:solidFill>
                <a:latin typeface="Lato"/>
                <a:ea typeface="Lato"/>
              </a:rPr>
              <a:t>, which are determined by other entities (e.g., attending students, which represents the number of students in a certain course).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Attributes can be </a:t>
            </a:r>
            <a:r>
              <a:rPr b="1" lang="el" sz="1600" spc="-1" strike="noStrike">
                <a:solidFill>
                  <a:schemeClr val="accent1"/>
                </a:solidFill>
                <a:latin typeface="Lato"/>
                <a:ea typeface="Lato"/>
              </a:rPr>
              <a:t>simple</a:t>
            </a:r>
            <a:r>
              <a:rPr b="0" lang="el" sz="1600" spc="-1" strike="noStrike">
                <a:solidFill>
                  <a:schemeClr val="accent1"/>
                </a:solidFill>
                <a:latin typeface="Lato"/>
                <a:ea typeface="Lato"/>
              </a:rPr>
              <a:t> or </a:t>
            </a:r>
            <a:r>
              <a:rPr b="1" lang="el" sz="1600" spc="-1" strike="noStrike">
                <a:solidFill>
                  <a:schemeClr val="accent1"/>
                </a:solidFill>
                <a:latin typeface="Lato"/>
                <a:ea typeface="Lato"/>
              </a:rPr>
              <a:t>composite</a:t>
            </a:r>
            <a:r>
              <a:rPr b="0" lang="el" sz="1600" spc="-1" strike="noStrike">
                <a:solidFill>
                  <a:schemeClr val="accent1"/>
                </a:solidFill>
                <a:latin typeface="Lato"/>
                <a:ea typeface="Lato"/>
              </a:rPr>
              <a:t> (comprising of other attributes).</a:t>
            </a:r>
            <a:endParaRPr b="0" lang="en-US" sz="1600" spc="-1" strike="noStrike">
              <a:solidFill>
                <a:srgbClr val="000000"/>
              </a:solidFill>
              <a:latin typeface="Arial"/>
            </a:endParaRPr>
          </a:p>
        </p:txBody>
      </p:sp>
      <p:sp>
        <p:nvSpPr>
          <p:cNvPr id="302" name="PlaceHolder 3"/>
          <p:cNvSpPr>
            <a:spLocks noGrp="1"/>
          </p:cNvSpPr>
          <p:nvPr>
            <p:ph type="sldNum" idx="1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D8DDAFD-E0E8-43C2-8DDA-68A0F1420EC8}" type="slidenum">
              <a:rPr b="0" lang="el" sz="1000" spc="-1" strike="noStrike">
                <a:solidFill>
                  <a:schemeClr val="accent1"/>
                </a:solidFill>
                <a:latin typeface="Lato"/>
                <a:ea typeface="Lato"/>
              </a:rPr>
              <a:t>13</a:t>
            </a:fld>
            <a:endParaRPr b="0" lang="en-US" sz="1000" spc="-1" strike="noStrike">
              <a:solidFill>
                <a:srgbClr val="000000"/>
              </a:solidFill>
              <a:latin typeface="Times New Roman"/>
            </a:endParaRPr>
          </a:p>
        </p:txBody>
      </p:sp>
      <p:sp>
        <p:nvSpPr>
          <p:cNvPr id="303" name="Google Shape;205;p13"/>
          <p:cNvSpPr/>
          <p:nvPr/>
        </p:nvSpPr>
        <p:spPr>
          <a:xfrm>
            <a:off x="2736000" y="4081320"/>
            <a:ext cx="3672000" cy="899640"/>
          </a:xfrm>
          <a:prstGeom prst="rect">
            <a:avLst/>
          </a:prstGeom>
          <a:solidFill>
            <a:srgbClr val="d9ead3"/>
          </a:solidFill>
          <a:ln w="19050">
            <a:solidFill>
              <a:srgbClr val="1a9988"/>
            </a:solidFill>
            <a:prstDash val="dash"/>
            <a:round/>
          </a:ln>
        </p:spPr>
        <p:style>
          <a:lnRef idx="0"/>
          <a:fillRef idx="0"/>
          <a:effectRef idx="0"/>
          <a:fontRef idx="minor"/>
        </p:style>
        <p:txBody>
          <a:bodyPr tIns="91440" bIns="91440" anchor="t">
            <a:noAutofit/>
          </a:bodyPr>
          <a:p>
            <a:pPr>
              <a:lnSpc>
                <a:spcPct val="100000"/>
              </a:lnSpc>
              <a:tabLst>
                <a:tab algn="l" pos="0"/>
              </a:tabLst>
            </a:pPr>
            <a:r>
              <a:rPr b="0" lang="el" sz="1600" spc="-1" strike="noStrike">
                <a:solidFill>
                  <a:schemeClr val="accent1"/>
                </a:solidFill>
                <a:latin typeface="Lato"/>
                <a:ea typeface="Lato"/>
              </a:rPr>
              <a:t>“</a:t>
            </a:r>
            <a:r>
              <a:rPr b="1" lang="el" sz="1600" spc="-1" strike="noStrike">
                <a:solidFill>
                  <a:schemeClr val="dk1"/>
                </a:solidFill>
                <a:latin typeface="Lato"/>
                <a:ea typeface="Lato"/>
              </a:rPr>
              <a:t>Single</a:t>
            </a:r>
            <a:r>
              <a:rPr b="0" lang="el" sz="1600" spc="-1" strike="noStrike">
                <a:solidFill>
                  <a:schemeClr val="accent1"/>
                </a:solidFill>
                <a:latin typeface="Lato"/>
                <a:ea typeface="Lato"/>
              </a:rPr>
              <a:t>” and “</a:t>
            </a:r>
            <a:r>
              <a:rPr b="1" lang="el" sz="1600" spc="-1" strike="noStrike">
                <a:solidFill>
                  <a:schemeClr val="dk1"/>
                </a:solidFill>
                <a:latin typeface="Lato"/>
                <a:ea typeface="Lato"/>
              </a:rPr>
              <a:t>multi</a:t>
            </a:r>
            <a:r>
              <a:rPr b="0" lang="el" sz="1600" spc="-1" strike="noStrike">
                <a:solidFill>
                  <a:schemeClr val="accent1"/>
                </a:solidFill>
                <a:latin typeface="Lato"/>
                <a:ea typeface="Lato"/>
              </a:rPr>
              <a:t>” in the above refer to a </a:t>
            </a:r>
            <a:r>
              <a:rPr b="1" lang="el" sz="1600" spc="-1" strike="noStrike">
                <a:solidFill>
                  <a:schemeClr val="accent3"/>
                </a:solidFill>
                <a:latin typeface="Lato"/>
                <a:ea typeface="Lato"/>
              </a:rPr>
              <a:t>specific instance</a:t>
            </a:r>
            <a:r>
              <a:rPr b="0" lang="el" sz="1600" spc="-1" strike="noStrike">
                <a:solidFill>
                  <a:schemeClr val="accent1"/>
                </a:solidFill>
                <a:latin typeface="Lato"/>
                <a:ea typeface="Lato"/>
              </a:rPr>
              <a:t> of an entity and not the entity in its entirety.</a:t>
            </a:r>
            <a:endParaRPr b="0" lang="en-US" sz="16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157" dur="indefinite" restart="never" nodeType="tmRoot">
          <p:childTnLst>
            <p:seq>
              <p:cTn id="158" dur="indefinite" nodeType="mainSeq">
                <p:childTnLst>
                  <p:par>
                    <p:cTn id="159" fill="hold">
                      <p:stCondLst>
                        <p:cond delay="indefinite"/>
                      </p:stCondLst>
                      <p:childTnLst>
                        <p:par>
                          <p:cTn id="160" fill="hold">
                            <p:stCondLst>
                              <p:cond delay="0"/>
                            </p:stCondLst>
                            <p:childTnLst>
                              <p:par>
                                <p:cTn id="161" nodeType="clickEffect" fill="hold" presetClass="entr" presetID="1">
                                  <p:stCondLst>
                                    <p:cond delay="0"/>
                                  </p:stCondLst>
                                  <p:childTnLst>
                                    <p:set>
                                      <p:cBhvr>
                                        <p:cTn id="162" dur="1" fill="hold">
                                          <p:stCondLst>
                                            <p:cond delay="0"/>
                                          </p:stCondLst>
                                        </p:cTn>
                                        <p:tgtEl>
                                          <p:spTgt spid="301">
                                            <p:txEl>
                                              <p:pRg st="0" end="0"/>
                                            </p:txEl>
                                          </p:spTgt>
                                        </p:tgtEl>
                                        <p:attrNameLst>
                                          <p:attrName>style.visibility</p:attrName>
                                        </p:attrNameLst>
                                      </p:cBhvr>
                                      <p:to>
                                        <p:strVal val="visible"/>
                                      </p:to>
                                    </p:set>
                                  </p:childTnLst>
                                </p:cTn>
                              </p:par>
                            </p:childTnLst>
                          </p:cTn>
                        </p:par>
                      </p:childTnLst>
                    </p:cTn>
                  </p:par>
                  <p:par>
                    <p:cTn id="163" fill="hold">
                      <p:stCondLst>
                        <p:cond delay="indefinite"/>
                      </p:stCondLst>
                      <p:childTnLst>
                        <p:par>
                          <p:cTn id="164" fill="hold">
                            <p:stCondLst>
                              <p:cond delay="0"/>
                            </p:stCondLst>
                            <p:childTnLst>
                              <p:par>
                                <p:cTn id="165" nodeType="clickEffect" fill="hold" presetClass="entr" presetID="1">
                                  <p:stCondLst>
                                    <p:cond delay="0"/>
                                  </p:stCondLst>
                                  <p:childTnLst>
                                    <p:set>
                                      <p:cBhvr>
                                        <p:cTn id="166" dur="1" fill="hold">
                                          <p:stCondLst>
                                            <p:cond delay="0"/>
                                          </p:stCondLst>
                                        </p:cTn>
                                        <p:tgtEl>
                                          <p:spTgt spid="301">
                                            <p:txEl>
                                              <p:pRg st="1" end="1"/>
                                            </p:txEl>
                                          </p:spTgt>
                                        </p:tgtEl>
                                        <p:attrNameLst>
                                          <p:attrName>style.visibility</p:attrName>
                                        </p:attrNameLst>
                                      </p:cBhvr>
                                      <p:to>
                                        <p:strVal val="visible"/>
                                      </p:to>
                                    </p:set>
                                  </p:childTnLst>
                                </p:cTn>
                              </p:par>
                            </p:childTnLst>
                          </p:cTn>
                        </p:par>
                      </p:childTnLst>
                    </p:cTn>
                  </p:par>
                  <p:par>
                    <p:cTn id="167" fill="hold">
                      <p:stCondLst>
                        <p:cond delay="indefinite"/>
                      </p:stCondLst>
                      <p:childTnLst>
                        <p:par>
                          <p:cTn id="168" fill="hold">
                            <p:stCondLst>
                              <p:cond delay="0"/>
                            </p:stCondLst>
                            <p:childTnLst>
                              <p:par>
                                <p:cTn id="169" nodeType="clickEffect" fill="hold" presetClass="entr" presetID="1">
                                  <p:stCondLst>
                                    <p:cond delay="0"/>
                                  </p:stCondLst>
                                  <p:childTnLst>
                                    <p:set>
                                      <p:cBhvr>
                                        <p:cTn id="170" dur="1" fill="hold">
                                          <p:stCondLst>
                                            <p:cond delay="0"/>
                                          </p:stCondLst>
                                        </p:cTn>
                                        <p:tgtEl>
                                          <p:spTgt spid="301">
                                            <p:txEl>
                                              <p:pRg st="2" end="2"/>
                                            </p:txEl>
                                          </p:spTgt>
                                        </p:tgtEl>
                                        <p:attrNameLst>
                                          <p:attrName>style.visibility</p:attrName>
                                        </p:attrNameLst>
                                      </p:cBhvr>
                                      <p:to>
                                        <p:strVal val="visible"/>
                                      </p:to>
                                    </p:set>
                                  </p:childTnLst>
                                </p:cTn>
                              </p:par>
                            </p:childTnLst>
                          </p:cTn>
                        </p:par>
                      </p:childTnLst>
                    </p:cTn>
                  </p:par>
                  <p:par>
                    <p:cTn id="171" fill="hold">
                      <p:stCondLst>
                        <p:cond delay="indefinite"/>
                      </p:stCondLst>
                      <p:childTnLst>
                        <p:par>
                          <p:cTn id="172" fill="hold">
                            <p:stCondLst>
                              <p:cond delay="0"/>
                            </p:stCondLst>
                            <p:childTnLst>
                              <p:par>
                                <p:cTn id="173" nodeType="clickEffect" fill="hold" presetClass="entr" presetID="1">
                                  <p:stCondLst>
                                    <p:cond delay="0"/>
                                  </p:stCondLst>
                                  <p:childTnLst>
                                    <p:set>
                                      <p:cBhvr>
                                        <p:cTn id="174" dur="1" fill="hold">
                                          <p:stCondLst>
                                            <p:cond delay="0"/>
                                          </p:stCondLst>
                                        </p:cTn>
                                        <p:tgtEl>
                                          <p:spTgt spid="301">
                                            <p:txEl>
                                              <p:pRg st="3" end="3"/>
                                            </p:txEl>
                                          </p:spTgt>
                                        </p:tgtEl>
                                        <p:attrNameLst>
                                          <p:attrName>style.visibility</p:attrName>
                                        </p:attrNameLst>
                                      </p:cBhvr>
                                      <p:to>
                                        <p:strVal val="visible"/>
                                      </p:to>
                                    </p:set>
                                  </p:childTnLst>
                                </p:cTn>
                              </p:par>
                            </p:childTnLst>
                          </p:cTn>
                        </p:par>
                      </p:childTnLst>
                    </p:cTn>
                  </p:par>
                  <p:par>
                    <p:cTn id="175" fill="hold">
                      <p:stCondLst>
                        <p:cond delay="indefinite"/>
                      </p:stCondLst>
                      <p:childTnLst>
                        <p:par>
                          <p:cTn id="176" fill="hold">
                            <p:stCondLst>
                              <p:cond delay="0"/>
                            </p:stCondLst>
                            <p:childTnLst>
                              <p:par>
                                <p:cTn id="177" nodeType="clickEffect" fill="hold" presetClass="entr" presetID="1">
                                  <p:stCondLst>
                                    <p:cond delay="0"/>
                                  </p:stCondLst>
                                  <p:childTnLst>
                                    <p:set>
                                      <p:cBhvr>
                                        <p:cTn id="178" dur="1" fill="hold">
                                          <p:stCondLst>
                                            <p:cond delay="0"/>
                                          </p:stCondLst>
                                        </p:cTn>
                                        <p:tgtEl>
                                          <p:spTgt spid="301">
                                            <p:txEl>
                                              <p:pRg st="4" end="4"/>
                                            </p:txEl>
                                          </p:spTgt>
                                        </p:tgtEl>
                                        <p:attrNameLst>
                                          <p:attrName>style.visibility</p:attrName>
                                        </p:attrNameLst>
                                      </p:cBhvr>
                                      <p:to>
                                        <p:strVal val="visible"/>
                                      </p:to>
                                    </p:set>
                                  </p:childTnLst>
                                </p:cTn>
                              </p:par>
                            </p:childTnLst>
                          </p:cTn>
                        </p:par>
                      </p:childTnLst>
                    </p:cTn>
                  </p:par>
                  <p:par>
                    <p:cTn id="179" fill="hold">
                      <p:stCondLst>
                        <p:cond delay="indefinite"/>
                      </p:stCondLst>
                      <p:childTnLst>
                        <p:par>
                          <p:cTn id="180" fill="hold">
                            <p:stCondLst>
                              <p:cond delay="0"/>
                            </p:stCondLst>
                            <p:childTnLst>
                              <p:par>
                                <p:cTn id="181" nodeType="clickEffect" fill="hold" presetClass="entr" presetID="1">
                                  <p:stCondLst>
                                    <p:cond delay="0"/>
                                  </p:stCondLst>
                                  <p:childTnLst>
                                    <p:set>
                                      <p:cBhvr>
                                        <p:cTn id="182" dur="1" fill="hold">
                                          <p:stCondLst>
                                            <p:cond delay="0"/>
                                          </p:stCondLst>
                                        </p:cTn>
                                        <p:tgtEl>
                                          <p:spTgt spid="301">
                                            <p:txEl>
                                              <p:pRg st="5" end="5"/>
                                            </p:txEl>
                                          </p:spTgt>
                                        </p:tgtEl>
                                        <p:attrNameLst>
                                          <p:attrName>style.visibility</p:attrName>
                                        </p:attrNameLst>
                                      </p:cBhvr>
                                      <p:to>
                                        <p:strVal val="visible"/>
                                      </p:to>
                                    </p:set>
                                  </p:childTnLst>
                                </p:cTn>
                              </p:par>
                            </p:childTnLst>
                          </p:cTn>
                        </p:par>
                      </p:childTnLst>
                    </p:cTn>
                  </p:par>
                  <p:par>
                    <p:cTn id="183" fill="hold">
                      <p:stCondLst>
                        <p:cond delay="indefinite"/>
                      </p:stCondLst>
                      <p:childTnLst>
                        <p:par>
                          <p:cTn id="184" fill="hold">
                            <p:stCondLst>
                              <p:cond delay="0"/>
                            </p:stCondLst>
                            <p:childTnLst>
                              <p:par>
                                <p:cTn id="185" nodeType="clickEffect" fill="hold" presetClass="entr" presetID="1">
                                  <p:stCondLst>
                                    <p:cond delay="0"/>
                                  </p:stCondLst>
                                  <p:childTnLst>
                                    <p:set>
                                      <p:cBhvr>
                                        <p:cTn id="186" dur="1" fill="hold">
                                          <p:stCondLst>
                                            <p:cond delay="0"/>
                                          </p:stCondLst>
                                        </p:cTn>
                                        <p:tgtEl>
                                          <p:spTgt spid="301">
                                            <p:txEl>
                                              <p:pRg st="6" end="6"/>
                                            </p:txEl>
                                          </p:spTgt>
                                        </p:tgtEl>
                                        <p:attrNameLst>
                                          <p:attrName>style.visibility</p:attrName>
                                        </p:attrNameLst>
                                      </p:cBhvr>
                                      <p:to>
                                        <p:strVal val="visible"/>
                                      </p:to>
                                    </p:set>
                                  </p:childTnLst>
                                </p:cTn>
                              </p:par>
                            </p:childTnLst>
                          </p:cTn>
                        </p:par>
                      </p:childTnLst>
                    </p:cTn>
                  </p:par>
                  <p:par>
                    <p:cTn id="187" fill="hold">
                      <p:stCondLst>
                        <p:cond delay="indefinite"/>
                      </p:stCondLst>
                      <p:childTnLst>
                        <p:par>
                          <p:cTn id="188" fill="hold">
                            <p:stCondLst>
                              <p:cond delay="0"/>
                            </p:stCondLst>
                            <p:childTnLst>
                              <p:par>
                                <p:cTn id="189" nodeType="clickEffect" fill="hold" presetClass="entr" presetID="1">
                                  <p:stCondLst>
                                    <p:cond delay="0"/>
                                  </p:stCondLst>
                                  <p:childTnLst>
                                    <p:set>
                                      <p:cBhvr>
                                        <p:cTn id="190" dur="1" fill="hold">
                                          <p:stCondLst>
                                            <p:cond delay="0"/>
                                          </p:stCondLst>
                                        </p:cTn>
                                        <p:tgtEl>
                                          <p:spTgt spid="3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Why go ER Diagrams?</a:t>
            </a:r>
            <a:endParaRPr b="0" lang="en-US" sz="2600" spc="-1" strike="noStrike">
              <a:solidFill>
                <a:srgbClr val="000000"/>
              </a:solidFill>
              <a:latin typeface="Arial"/>
            </a:endParaRPr>
          </a:p>
        </p:txBody>
      </p:sp>
      <p:sp>
        <p:nvSpPr>
          <p:cNvPr id="305"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Easier identification of relationships.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Easier table construction and connection.</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ER diagrams are easy to translate to relational tables.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Can be used as a blueprint.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Higher level abstraction -&gt; easier understanding of what’s going on in the DB.</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Therefore, ER Diagrams make it easy to explain your DB to end-users.</a:t>
            </a:r>
            <a:endParaRPr b="0" lang="en-US" sz="1600" spc="-1" strike="noStrike">
              <a:solidFill>
                <a:srgbClr val="000000"/>
              </a:solidFill>
              <a:latin typeface="Arial"/>
            </a:endParaRPr>
          </a:p>
        </p:txBody>
      </p:sp>
      <p:sp>
        <p:nvSpPr>
          <p:cNvPr id="306" name="PlaceHolder 3"/>
          <p:cNvSpPr>
            <a:spLocks noGrp="1"/>
          </p:cNvSpPr>
          <p:nvPr>
            <p:ph type="sldNum" idx="1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B77C38D-3E44-49CD-B194-86FC0373269C}" type="slidenum">
              <a:rPr b="0" lang="el" sz="1000" spc="-1" strike="noStrike">
                <a:solidFill>
                  <a:schemeClr val="accent1"/>
                </a:solidFill>
                <a:latin typeface="Lato"/>
                <a:ea typeface="Lato"/>
              </a:rPr>
              <a:t>14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191" dur="indefinite" restart="never" nodeType="tmRoot">
          <p:childTnLst>
            <p:seq>
              <p:cTn id="192" dur="indefinite" nodeType="mainSeq">
                <p:childTnLst>
                  <p:par>
                    <p:cTn id="193" fill="hold">
                      <p:stCondLst>
                        <p:cond delay="indefinite"/>
                      </p:stCondLst>
                      <p:childTnLst>
                        <p:par>
                          <p:cTn id="194" fill="hold">
                            <p:stCondLst>
                              <p:cond delay="0"/>
                            </p:stCondLst>
                            <p:childTnLst>
                              <p:par>
                                <p:cTn id="195" nodeType="clickEffect" fill="hold" presetClass="entr" presetID="1">
                                  <p:stCondLst>
                                    <p:cond delay="0"/>
                                  </p:stCondLst>
                                  <p:childTnLst>
                                    <p:set>
                                      <p:cBhvr>
                                        <p:cTn id="196" dur="1" fill="hold">
                                          <p:stCondLst>
                                            <p:cond delay="0"/>
                                          </p:stCondLst>
                                        </p:cTn>
                                        <p:tgtEl>
                                          <p:spTgt spid="305">
                                            <p:txEl>
                                              <p:pRg st="0" end="0"/>
                                            </p:txEl>
                                          </p:spTgt>
                                        </p:tgtEl>
                                        <p:attrNameLst>
                                          <p:attrName>style.visibility</p:attrName>
                                        </p:attrNameLst>
                                      </p:cBhvr>
                                      <p:to>
                                        <p:strVal val="visible"/>
                                      </p:to>
                                    </p:set>
                                  </p:childTnLst>
                                </p:cTn>
                              </p:par>
                            </p:childTnLst>
                          </p:cTn>
                        </p:par>
                      </p:childTnLst>
                    </p:cTn>
                  </p:par>
                  <p:par>
                    <p:cTn id="197" fill="hold">
                      <p:stCondLst>
                        <p:cond delay="indefinite"/>
                      </p:stCondLst>
                      <p:childTnLst>
                        <p:par>
                          <p:cTn id="198" fill="hold">
                            <p:stCondLst>
                              <p:cond delay="0"/>
                            </p:stCondLst>
                            <p:childTnLst>
                              <p:par>
                                <p:cTn id="199" nodeType="clickEffect" fill="hold" presetClass="entr" presetID="1">
                                  <p:stCondLst>
                                    <p:cond delay="0"/>
                                  </p:stCondLst>
                                  <p:childTnLst>
                                    <p:set>
                                      <p:cBhvr>
                                        <p:cTn id="200" dur="1" fill="hold">
                                          <p:stCondLst>
                                            <p:cond delay="0"/>
                                          </p:stCondLst>
                                        </p:cTn>
                                        <p:tgtEl>
                                          <p:spTgt spid="305">
                                            <p:txEl>
                                              <p:pRg st="1" end="1"/>
                                            </p:txEl>
                                          </p:spTgt>
                                        </p:tgtEl>
                                        <p:attrNameLst>
                                          <p:attrName>style.visibility</p:attrName>
                                        </p:attrNameLst>
                                      </p:cBhvr>
                                      <p:to>
                                        <p:strVal val="visible"/>
                                      </p:to>
                                    </p:set>
                                  </p:childTnLst>
                                </p:cTn>
                              </p:par>
                            </p:childTnLst>
                          </p:cTn>
                        </p:par>
                      </p:childTnLst>
                    </p:cTn>
                  </p:par>
                  <p:par>
                    <p:cTn id="201" fill="hold">
                      <p:stCondLst>
                        <p:cond delay="indefinite"/>
                      </p:stCondLst>
                      <p:childTnLst>
                        <p:par>
                          <p:cTn id="202" fill="hold">
                            <p:stCondLst>
                              <p:cond delay="0"/>
                            </p:stCondLst>
                            <p:childTnLst>
                              <p:par>
                                <p:cTn id="203" nodeType="clickEffect" fill="hold" presetClass="entr" presetID="1">
                                  <p:stCondLst>
                                    <p:cond delay="0"/>
                                  </p:stCondLst>
                                  <p:childTnLst>
                                    <p:set>
                                      <p:cBhvr>
                                        <p:cTn id="204" dur="1" fill="hold">
                                          <p:stCondLst>
                                            <p:cond delay="0"/>
                                          </p:stCondLst>
                                        </p:cTn>
                                        <p:tgtEl>
                                          <p:spTgt spid="305">
                                            <p:txEl>
                                              <p:pRg st="2" end="2"/>
                                            </p:txEl>
                                          </p:spTgt>
                                        </p:tgtEl>
                                        <p:attrNameLst>
                                          <p:attrName>style.visibility</p:attrName>
                                        </p:attrNameLst>
                                      </p:cBhvr>
                                      <p:to>
                                        <p:strVal val="visible"/>
                                      </p:to>
                                    </p:set>
                                  </p:childTnLst>
                                </p:cTn>
                              </p:par>
                            </p:childTnLst>
                          </p:cTn>
                        </p:par>
                      </p:childTnLst>
                    </p:cTn>
                  </p:par>
                  <p:par>
                    <p:cTn id="205" fill="hold">
                      <p:stCondLst>
                        <p:cond delay="indefinite"/>
                      </p:stCondLst>
                      <p:childTnLst>
                        <p:par>
                          <p:cTn id="206" fill="hold">
                            <p:stCondLst>
                              <p:cond delay="0"/>
                            </p:stCondLst>
                            <p:childTnLst>
                              <p:par>
                                <p:cTn id="207" nodeType="clickEffect" fill="hold" presetClass="entr" presetID="1">
                                  <p:stCondLst>
                                    <p:cond delay="0"/>
                                  </p:stCondLst>
                                  <p:childTnLst>
                                    <p:set>
                                      <p:cBhvr>
                                        <p:cTn id="208" dur="1" fill="hold">
                                          <p:stCondLst>
                                            <p:cond delay="0"/>
                                          </p:stCondLst>
                                        </p:cTn>
                                        <p:tgtEl>
                                          <p:spTgt spid="305">
                                            <p:txEl>
                                              <p:pRg st="3" end="3"/>
                                            </p:txEl>
                                          </p:spTgt>
                                        </p:tgtEl>
                                        <p:attrNameLst>
                                          <p:attrName>style.visibility</p:attrName>
                                        </p:attrNameLst>
                                      </p:cBhvr>
                                      <p:to>
                                        <p:strVal val="visible"/>
                                      </p:to>
                                    </p:set>
                                  </p:childTnLst>
                                </p:cTn>
                              </p:par>
                            </p:childTnLst>
                          </p:cTn>
                        </p:par>
                      </p:childTnLst>
                    </p:cTn>
                  </p:par>
                  <p:par>
                    <p:cTn id="209" fill="hold">
                      <p:stCondLst>
                        <p:cond delay="indefinite"/>
                      </p:stCondLst>
                      <p:childTnLst>
                        <p:par>
                          <p:cTn id="210" fill="hold">
                            <p:stCondLst>
                              <p:cond delay="0"/>
                            </p:stCondLst>
                            <p:childTnLst>
                              <p:par>
                                <p:cTn id="211" nodeType="clickEffect" fill="hold" presetClass="entr" presetID="1">
                                  <p:stCondLst>
                                    <p:cond delay="0"/>
                                  </p:stCondLst>
                                  <p:childTnLst>
                                    <p:set>
                                      <p:cBhvr>
                                        <p:cTn id="212" dur="1" fill="hold">
                                          <p:stCondLst>
                                            <p:cond delay="0"/>
                                          </p:stCondLst>
                                        </p:cTn>
                                        <p:tgtEl>
                                          <p:spTgt spid="305">
                                            <p:txEl>
                                              <p:pRg st="4" end="4"/>
                                            </p:txEl>
                                          </p:spTgt>
                                        </p:tgtEl>
                                        <p:attrNameLst>
                                          <p:attrName>style.visibility</p:attrName>
                                        </p:attrNameLst>
                                      </p:cBhvr>
                                      <p:to>
                                        <p:strVal val="visible"/>
                                      </p:to>
                                    </p:set>
                                  </p:childTnLst>
                                </p:cTn>
                              </p:par>
                            </p:childTnLst>
                          </p:cTn>
                        </p:par>
                      </p:childTnLst>
                    </p:cTn>
                  </p:par>
                  <p:par>
                    <p:cTn id="213" fill="hold">
                      <p:stCondLst>
                        <p:cond delay="indefinite"/>
                      </p:stCondLst>
                      <p:childTnLst>
                        <p:par>
                          <p:cTn id="214" fill="hold">
                            <p:stCondLst>
                              <p:cond delay="0"/>
                            </p:stCondLst>
                            <p:childTnLst>
                              <p:par>
                                <p:cTn id="215" nodeType="clickEffect" fill="hold" presetClass="entr" presetID="1">
                                  <p:stCondLst>
                                    <p:cond delay="0"/>
                                  </p:stCondLst>
                                  <p:childTnLst>
                                    <p:set>
                                      <p:cBhvr>
                                        <p:cTn id="216" dur="1" fill="hold">
                                          <p:stCondLst>
                                            <p:cond delay="0"/>
                                          </p:stCondLst>
                                        </p:cTn>
                                        <p:tgtEl>
                                          <p:spTgt spid="305">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Key Symbols and Notation</a:t>
            </a:r>
            <a:endParaRPr b="0" lang="en-US" sz="2600" spc="-1" strike="noStrike">
              <a:solidFill>
                <a:srgbClr val="000000"/>
              </a:solidFill>
              <a:latin typeface="Arial"/>
            </a:endParaRPr>
          </a:p>
        </p:txBody>
      </p:sp>
      <p:sp>
        <p:nvSpPr>
          <p:cNvPr id="308" name="PlaceHolder 2"/>
          <p:cNvSpPr>
            <a:spLocks noGrp="1"/>
          </p:cNvSpPr>
          <p:nvPr>
            <p:ph/>
          </p:nvPr>
        </p:nvSpPr>
        <p:spPr>
          <a:xfrm>
            <a:off x="729360" y="1378080"/>
            <a:ext cx="646920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Rectangle:</a:t>
            </a:r>
            <a:r>
              <a:rPr b="0" lang="el" sz="1600" spc="-1" strike="noStrike">
                <a:solidFill>
                  <a:schemeClr val="accent1"/>
                </a:solidFill>
                <a:latin typeface="Lato"/>
                <a:ea typeface="Lato"/>
              </a:rPr>
              <a:t> Entities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Ellipses:</a:t>
            </a:r>
            <a:r>
              <a:rPr b="0" lang="el" sz="1600" spc="-1" strike="noStrike">
                <a:solidFill>
                  <a:schemeClr val="accent1"/>
                </a:solidFill>
                <a:latin typeface="Lato"/>
                <a:ea typeface="Lato"/>
              </a:rPr>
              <a:t> Attributes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Diamonds:</a:t>
            </a:r>
            <a:r>
              <a:rPr b="0" lang="el" sz="1600" spc="-1" strike="noStrike">
                <a:solidFill>
                  <a:schemeClr val="accent1"/>
                </a:solidFill>
                <a:latin typeface="Lato"/>
                <a:ea typeface="Lato"/>
              </a:rPr>
              <a:t> Relationships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Lines:</a:t>
            </a:r>
            <a:r>
              <a:rPr b="0" lang="el" sz="1600" spc="-1" strike="noStrike">
                <a:solidFill>
                  <a:schemeClr val="accent1"/>
                </a:solidFill>
                <a:latin typeface="Lato"/>
                <a:ea typeface="Lato"/>
              </a:rPr>
              <a:t> Connect attributes to entities and entities to relationships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Underlined text:</a:t>
            </a:r>
            <a:r>
              <a:rPr b="0" lang="el" sz="1600" spc="-1" strike="noStrike">
                <a:solidFill>
                  <a:schemeClr val="accent1"/>
                </a:solidFill>
                <a:latin typeface="Lato"/>
                <a:ea typeface="Lato"/>
              </a:rPr>
              <a:t> Primary keys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Double ellipses:</a:t>
            </a:r>
            <a:r>
              <a:rPr b="0" lang="el" sz="1600" spc="-1" strike="noStrike">
                <a:solidFill>
                  <a:schemeClr val="accent1"/>
                </a:solidFill>
                <a:latin typeface="Lato"/>
                <a:ea typeface="Lato"/>
              </a:rPr>
              <a:t> Multivalued attributes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Double rectangles:</a:t>
            </a:r>
            <a:r>
              <a:rPr b="0" lang="el" sz="1600" spc="-1" strike="noStrike">
                <a:solidFill>
                  <a:schemeClr val="accent1"/>
                </a:solidFill>
                <a:latin typeface="Lato"/>
                <a:ea typeface="Lato"/>
              </a:rPr>
              <a:t> Weak entities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1" lang="el" sz="1600" spc="-1" strike="noStrike">
                <a:solidFill>
                  <a:schemeClr val="accent1"/>
                </a:solidFill>
                <a:latin typeface="Lato"/>
                <a:ea typeface="Lato"/>
              </a:rPr>
              <a:t>Double diamonds:</a:t>
            </a:r>
            <a:r>
              <a:rPr b="0" lang="el" sz="1600" spc="-1" strike="noStrike">
                <a:solidFill>
                  <a:schemeClr val="accent1"/>
                </a:solidFill>
                <a:latin typeface="Lato"/>
                <a:ea typeface="Lato"/>
              </a:rPr>
              <a:t> Weak relationships</a:t>
            </a:r>
            <a:endParaRPr b="0" lang="en-US" sz="1600" spc="-1" strike="noStrike">
              <a:solidFill>
                <a:srgbClr val="000000"/>
              </a:solidFill>
              <a:latin typeface="Arial"/>
            </a:endParaRPr>
          </a:p>
        </p:txBody>
      </p:sp>
      <p:sp>
        <p:nvSpPr>
          <p:cNvPr id="309" name="PlaceHolder 3"/>
          <p:cNvSpPr>
            <a:spLocks noGrp="1"/>
          </p:cNvSpPr>
          <p:nvPr>
            <p:ph type="sldNum" idx="2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85956604-7B14-41C5-BAD7-DA6C2D92D50A}" type="slidenum">
              <a:rPr b="0" lang="el" sz="1000" spc="-1" strike="noStrike">
                <a:solidFill>
                  <a:schemeClr val="accent1"/>
                </a:solidFill>
                <a:latin typeface="Lato"/>
                <a:ea typeface="Lato"/>
              </a:rPr>
              <a:t>15</a:t>
            </a:fld>
            <a:endParaRPr b="0" lang="en-US" sz="1000" spc="-1" strike="noStrike">
              <a:solidFill>
                <a:srgbClr val="000000"/>
              </a:solidFill>
              <a:latin typeface="Times New Roman"/>
            </a:endParaRPr>
          </a:p>
        </p:txBody>
      </p:sp>
      <p:sp>
        <p:nvSpPr>
          <p:cNvPr id="310" name="Google Shape;220;p15"/>
          <p:cNvSpPr/>
          <p:nvPr/>
        </p:nvSpPr>
        <p:spPr>
          <a:xfrm>
            <a:off x="7616880" y="1378080"/>
            <a:ext cx="654120" cy="290520"/>
          </a:xfrm>
          <a:prstGeom prst="rect">
            <a:avLst/>
          </a:prstGeom>
          <a:noFill/>
          <a:ln w="9525">
            <a:solidFill>
              <a:srgbClr val="1a9988"/>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11" name="Google Shape;221;p15"/>
          <p:cNvSpPr/>
          <p:nvPr/>
        </p:nvSpPr>
        <p:spPr>
          <a:xfrm>
            <a:off x="7603200" y="1902240"/>
            <a:ext cx="681480" cy="290520"/>
          </a:xfrm>
          <a:prstGeom prst="ellipse">
            <a:avLst/>
          </a:prstGeom>
          <a:noFill/>
          <a:ln w="9525">
            <a:solidFill>
              <a:srgbClr val="1a9988"/>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12" name="Google Shape;222;p15"/>
          <p:cNvSpPr/>
          <p:nvPr/>
        </p:nvSpPr>
        <p:spPr>
          <a:xfrm>
            <a:off x="7616880" y="2426400"/>
            <a:ext cx="654120" cy="290520"/>
          </a:xfrm>
          <a:prstGeom prst="flowChartDecision">
            <a:avLst/>
          </a:prstGeom>
          <a:noFill/>
          <a:ln w="9525">
            <a:solidFill>
              <a:srgbClr val="1a9988"/>
            </a:solidFill>
            <a:round/>
          </a:ln>
        </p:spPr>
        <p:style>
          <a:lnRef idx="0"/>
          <a:fillRef idx="0"/>
          <a:effectRef idx="0"/>
          <a:fontRef idx="minor"/>
        </p:style>
        <p:txBody>
          <a:bodyPr tIns="72720" bIns="72720" anchor="ctr">
            <a:noAutofit/>
          </a:bodyPr>
          <a:p>
            <a:pPr algn="ctr">
              <a:lnSpc>
                <a:spcPct val="100000"/>
              </a:lnSpc>
              <a:tabLst>
                <a:tab algn="l" pos="0"/>
              </a:tabLst>
            </a:pPr>
            <a:endParaRPr b="0" lang="en-US" sz="1400" spc="-1" strike="noStrike">
              <a:solidFill>
                <a:srgbClr val="000000"/>
              </a:solidFill>
              <a:latin typeface="Arial"/>
            </a:endParaRPr>
          </a:p>
        </p:txBody>
      </p:sp>
      <p:sp>
        <p:nvSpPr>
          <p:cNvPr id="313" name="Google Shape;223;p15"/>
          <p:cNvSpPr/>
          <p:nvPr/>
        </p:nvSpPr>
        <p:spPr>
          <a:xfrm>
            <a:off x="7603200" y="2950200"/>
            <a:ext cx="681480" cy="290520"/>
          </a:xfrm>
          <a:prstGeom prst="ellipse">
            <a:avLst/>
          </a:prstGeom>
          <a:noFill/>
          <a:ln w="9525">
            <a:solidFill>
              <a:srgbClr val="1a9988"/>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14" name="Google Shape;224;p15"/>
          <p:cNvSpPr/>
          <p:nvPr/>
        </p:nvSpPr>
        <p:spPr>
          <a:xfrm>
            <a:off x="7636320" y="2970360"/>
            <a:ext cx="615240" cy="250920"/>
          </a:xfrm>
          <a:prstGeom prst="ellipse">
            <a:avLst/>
          </a:prstGeom>
          <a:noFill/>
          <a:ln w="9525">
            <a:solidFill>
              <a:srgbClr val="1a9988"/>
            </a:solidFill>
            <a:round/>
          </a:ln>
        </p:spPr>
        <p:style>
          <a:lnRef idx="0"/>
          <a:fillRef idx="0"/>
          <a:effectRef idx="0"/>
          <a:fontRef idx="minor"/>
        </p:style>
        <p:txBody>
          <a:bodyPr tIns="88560" bIns="88560" anchor="ctr">
            <a:noAutofit/>
          </a:bodyPr>
          <a:p>
            <a:pPr algn="ctr">
              <a:lnSpc>
                <a:spcPct val="100000"/>
              </a:lnSpc>
              <a:tabLst>
                <a:tab algn="l" pos="0"/>
              </a:tabLst>
            </a:pPr>
            <a:endParaRPr b="0" lang="en-US" sz="1400" spc="-1" strike="noStrike">
              <a:solidFill>
                <a:srgbClr val="000000"/>
              </a:solidFill>
              <a:latin typeface="Arial"/>
            </a:endParaRPr>
          </a:p>
        </p:txBody>
      </p:sp>
      <p:sp>
        <p:nvSpPr>
          <p:cNvPr id="315" name="Google Shape;225;p15"/>
          <p:cNvSpPr/>
          <p:nvPr/>
        </p:nvSpPr>
        <p:spPr>
          <a:xfrm>
            <a:off x="7616880" y="3474360"/>
            <a:ext cx="654120" cy="290520"/>
          </a:xfrm>
          <a:prstGeom prst="rect">
            <a:avLst/>
          </a:prstGeom>
          <a:noFill/>
          <a:ln w="9525">
            <a:solidFill>
              <a:srgbClr val="1a9988"/>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16" name="Google Shape;226;p15"/>
          <p:cNvSpPr/>
          <p:nvPr/>
        </p:nvSpPr>
        <p:spPr>
          <a:xfrm>
            <a:off x="7636320" y="3494520"/>
            <a:ext cx="615240" cy="250920"/>
          </a:xfrm>
          <a:prstGeom prst="rect">
            <a:avLst/>
          </a:prstGeom>
          <a:noFill/>
          <a:ln w="9525">
            <a:solidFill>
              <a:srgbClr val="1a9988"/>
            </a:solidFill>
            <a:round/>
          </a:ln>
        </p:spPr>
        <p:style>
          <a:lnRef idx="0"/>
          <a:fillRef idx="0"/>
          <a:effectRef idx="0"/>
          <a:fontRef idx="minor"/>
        </p:style>
        <p:txBody>
          <a:bodyPr tIns="91440" bIns="91440" anchor="ctr">
            <a:noAutofit/>
          </a:bodyPr>
          <a:p>
            <a:pPr algn="ctr">
              <a:lnSpc>
                <a:spcPct val="100000"/>
              </a:lnSpc>
              <a:tabLst>
                <a:tab algn="l" pos="0"/>
              </a:tabLst>
            </a:pPr>
            <a:endParaRPr b="0" lang="en-US" sz="1400" spc="-1" strike="noStrike">
              <a:solidFill>
                <a:srgbClr val="000000"/>
              </a:solidFill>
              <a:latin typeface="Arial"/>
            </a:endParaRPr>
          </a:p>
        </p:txBody>
      </p:sp>
      <p:sp>
        <p:nvSpPr>
          <p:cNvPr id="317" name="Google Shape;227;p15"/>
          <p:cNvSpPr/>
          <p:nvPr/>
        </p:nvSpPr>
        <p:spPr>
          <a:xfrm>
            <a:off x="7616880" y="4018680"/>
            <a:ext cx="654120" cy="290520"/>
          </a:xfrm>
          <a:prstGeom prst="flowChartDecision">
            <a:avLst/>
          </a:prstGeom>
          <a:noFill/>
          <a:ln w="9525">
            <a:solidFill>
              <a:srgbClr val="1a9988"/>
            </a:solidFill>
            <a:round/>
          </a:ln>
        </p:spPr>
        <p:style>
          <a:lnRef idx="0"/>
          <a:fillRef idx="0"/>
          <a:effectRef idx="0"/>
          <a:fontRef idx="minor"/>
        </p:style>
        <p:txBody>
          <a:bodyPr tIns="72720" bIns="72720" anchor="ctr">
            <a:noAutofit/>
          </a:bodyPr>
          <a:p>
            <a:pPr algn="ctr">
              <a:lnSpc>
                <a:spcPct val="100000"/>
              </a:lnSpc>
              <a:tabLst>
                <a:tab algn="l" pos="0"/>
              </a:tabLst>
            </a:pPr>
            <a:endParaRPr b="0" lang="en-US" sz="1400" spc="-1" strike="noStrike">
              <a:solidFill>
                <a:srgbClr val="000000"/>
              </a:solidFill>
              <a:latin typeface="Arial"/>
            </a:endParaRPr>
          </a:p>
        </p:txBody>
      </p:sp>
      <p:sp>
        <p:nvSpPr>
          <p:cNvPr id="318" name="Google Shape;228;p15"/>
          <p:cNvSpPr/>
          <p:nvPr/>
        </p:nvSpPr>
        <p:spPr>
          <a:xfrm>
            <a:off x="7653960" y="4033440"/>
            <a:ext cx="579960" cy="261000"/>
          </a:xfrm>
          <a:prstGeom prst="flowChartDecision">
            <a:avLst/>
          </a:prstGeom>
          <a:noFill/>
          <a:ln w="9525">
            <a:solidFill>
              <a:srgbClr val="1a9988"/>
            </a:solidFill>
            <a:round/>
          </a:ln>
        </p:spPr>
        <p:style>
          <a:lnRef idx="0"/>
          <a:fillRef idx="0"/>
          <a:effectRef idx="0"/>
          <a:fontRef idx="minor"/>
        </p:style>
        <p:txBody>
          <a:bodyPr tIns="65160" bIns="65160" anchor="ctr">
            <a:noAutofit/>
          </a:bodyPr>
          <a:p>
            <a:pPr algn="ctr">
              <a:lnSpc>
                <a:spcPct val="100000"/>
              </a:lnSpc>
              <a:tabLst>
                <a:tab algn="l" pos="0"/>
              </a:tabLst>
            </a:pPr>
            <a:endParaRPr b="0" lang="en-US" sz="1400" spc="-1" strike="noStrike">
              <a:solidFill>
                <a:srgbClr val="000000"/>
              </a:solidFill>
              <a:latin typeface="Arial"/>
            </a:endParaRPr>
          </a:p>
        </p:txBody>
      </p:sp>
    </p:spTree>
  </p:cSld>
  <mc:AlternateContent>
    <mc:Choice Requires="p14">
      <p:transition spd="slow" p14:dur="2000"/>
    </mc:Choice>
    <mc:Fallback>
      <p:transition spd="slow"/>
    </mc:Fallback>
  </mc:AlternateContent>
  <p:timing>
    <p:tnLst>
      <p:par>
        <p:cTn id="217" dur="indefinite" restart="never" nodeType="tmRoot">
          <p:childTnLst>
            <p:seq>
              <p:cTn id="218" dur="indefinite" nodeType="mainSeq">
                <p:childTnLst>
                  <p:par>
                    <p:cTn id="219" fill="hold">
                      <p:stCondLst>
                        <p:cond delay="indefinite"/>
                      </p:stCondLst>
                      <p:childTnLst>
                        <p:par>
                          <p:cTn id="220" fill="hold">
                            <p:stCondLst>
                              <p:cond delay="0"/>
                            </p:stCondLst>
                            <p:childTnLst>
                              <p:par>
                                <p:cTn id="221" nodeType="clickEffect" fill="hold" presetClass="entr" presetID="1">
                                  <p:stCondLst>
                                    <p:cond delay="0"/>
                                  </p:stCondLst>
                                  <p:childTnLst>
                                    <p:set>
                                      <p:cBhvr>
                                        <p:cTn id="222" dur="1" fill="hold">
                                          <p:stCondLst>
                                            <p:cond delay="0"/>
                                          </p:stCondLst>
                                        </p:cTn>
                                        <p:tgtEl>
                                          <p:spTgt spid="308">
                                            <p:txEl>
                                              <p:pRg st="0" end="0"/>
                                            </p:txEl>
                                          </p:spTgt>
                                        </p:tgtEl>
                                        <p:attrNameLst>
                                          <p:attrName>style.visibility</p:attrName>
                                        </p:attrNameLst>
                                      </p:cBhvr>
                                      <p:to>
                                        <p:strVal val="visible"/>
                                      </p:to>
                                    </p:set>
                                  </p:childTnLst>
                                </p:cTn>
                              </p:par>
                            </p:childTnLst>
                          </p:cTn>
                        </p:par>
                      </p:childTnLst>
                    </p:cTn>
                  </p:par>
                  <p:par>
                    <p:cTn id="223" fill="hold">
                      <p:stCondLst>
                        <p:cond delay="indefinite"/>
                      </p:stCondLst>
                      <p:childTnLst>
                        <p:par>
                          <p:cTn id="224" fill="hold">
                            <p:stCondLst>
                              <p:cond delay="0"/>
                            </p:stCondLst>
                            <p:childTnLst>
                              <p:par>
                                <p:cTn id="225" nodeType="clickEffect" fill="hold" presetClass="entr" presetID="1">
                                  <p:stCondLst>
                                    <p:cond delay="0"/>
                                  </p:stCondLst>
                                  <p:childTnLst>
                                    <p:set>
                                      <p:cBhvr>
                                        <p:cTn id="226" dur="1" fill="hold">
                                          <p:stCondLst>
                                            <p:cond delay="0"/>
                                          </p:stCondLst>
                                        </p:cTn>
                                        <p:tgtEl>
                                          <p:spTgt spid="308">
                                            <p:txEl>
                                              <p:pRg st="1" end="1"/>
                                            </p:txEl>
                                          </p:spTgt>
                                        </p:tgtEl>
                                        <p:attrNameLst>
                                          <p:attrName>style.visibility</p:attrName>
                                        </p:attrNameLst>
                                      </p:cBhvr>
                                      <p:to>
                                        <p:strVal val="visible"/>
                                      </p:to>
                                    </p:set>
                                  </p:childTnLst>
                                </p:cTn>
                              </p:par>
                            </p:childTnLst>
                          </p:cTn>
                        </p:par>
                      </p:childTnLst>
                    </p:cTn>
                  </p:par>
                  <p:par>
                    <p:cTn id="227" fill="hold">
                      <p:stCondLst>
                        <p:cond delay="indefinite"/>
                      </p:stCondLst>
                      <p:childTnLst>
                        <p:par>
                          <p:cTn id="228" fill="hold">
                            <p:stCondLst>
                              <p:cond delay="0"/>
                            </p:stCondLst>
                            <p:childTnLst>
                              <p:par>
                                <p:cTn id="229" nodeType="clickEffect" fill="hold" presetClass="entr" presetID="1">
                                  <p:stCondLst>
                                    <p:cond delay="0"/>
                                  </p:stCondLst>
                                  <p:childTnLst>
                                    <p:set>
                                      <p:cBhvr>
                                        <p:cTn id="230" dur="1" fill="hold">
                                          <p:stCondLst>
                                            <p:cond delay="0"/>
                                          </p:stCondLst>
                                        </p:cTn>
                                        <p:tgtEl>
                                          <p:spTgt spid="308">
                                            <p:txEl>
                                              <p:pRg st="2" end="2"/>
                                            </p:txEl>
                                          </p:spTgt>
                                        </p:tgtEl>
                                        <p:attrNameLst>
                                          <p:attrName>style.visibility</p:attrName>
                                        </p:attrNameLst>
                                      </p:cBhvr>
                                      <p:to>
                                        <p:strVal val="visible"/>
                                      </p:to>
                                    </p:set>
                                  </p:childTnLst>
                                </p:cTn>
                              </p:par>
                            </p:childTnLst>
                          </p:cTn>
                        </p:par>
                      </p:childTnLst>
                    </p:cTn>
                  </p:par>
                  <p:par>
                    <p:cTn id="231" fill="hold">
                      <p:stCondLst>
                        <p:cond delay="indefinite"/>
                      </p:stCondLst>
                      <p:childTnLst>
                        <p:par>
                          <p:cTn id="232" fill="hold">
                            <p:stCondLst>
                              <p:cond delay="0"/>
                            </p:stCondLst>
                            <p:childTnLst>
                              <p:par>
                                <p:cTn id="233" nodeType="clickEffect" fill="hold" presetClass="entr" presetID="1">
                                  <p:stCondLst>
                                    <p:cond delay="0"/>
                                  </p:stCondLst>
                                  <p:childTnLst>
                                    <p:set>
                                      <p:cBhvr>
                                        <p:cTn id="234" dur="1" fill="hold">
                                          <p:stCondLst>
                                            <p:cond delay="0"/>
                                          </p:stCondLst>
                                        </p:cTn>
                                        <p:tgtEl>
                                          <p:spTgt spid="308">
                                            <p:txEl>
                                              <p:pRg st="3" end="3"/>
                                            </p:txEl>
                                          </p:spTgt>
                                        </p:tgtEl>
                                        <p:attrNameLst>
                                          <p:attrName>style.visibility</p:attrName>
                                        </p:attrNameLst>
                                      </p:cBhvr>
                                      <p:to>
                                        <p:strVal val="visible"/>
                                      </p:to>
                                    </p:set>
                                  </p:childTnLst>
                                </p:cTn>
                              </p:par>
                            </p:childTnLst>
                          </p:cTn>
                        </p:par>
                      </p:childTnLst>
                    </p:cTn>
                  </p:par>
                  <p:par>
                    <p:cTn id="235" fill="hold">
                      <p:stCondLst>
                        <p:cond delay="indefinite"/>
                      </p:stCondLst>
                      <p:childTnLst>
                        <p:par>
                          <p:cTn id="236" fill="hold">
                            <p:stCondLst>
                              <p:cond delay="0"/>
                            </p:stCondLst>
                            <p:childTnLst>
                              <p:par>
                                <p:cTn id="237" nodeType="clickEffect" fill="hold" presetClass="entr" presetID="1">
                                  <p:stCondLst>
                                    <p:cond delay="0"/>
                                  </p:stCondLst>
                                  <p:childTnLst>
                                    <p:set>
                                      <p:cBhvr>
                                        <p:cTn id="238" dur="1" fill="hold">
                                          <p:stCondLst>
                                            <p:cond delay="0"/>
                                          </p:stCondLst>
                                        </p:cTn>
                                        <p:tgtEl>
                                          <p:spTgt spid="308">
                                            <p:txEl>
                                              <p:pRg st="4" end="4"/>
                                            </p:txEl>
                                          </p:spTgt>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nodeType="clickEffect" fill="hold" presetClass="entr" presetID="1">
                                  <p:stCondLst>
                                    <p:cond delay="0"/>
                                  </p:stCondLst>
                                  <p:childTnLst>
                                    <p:set>
                                      <p:cBhvr>
                                        <p:cTn id="242" dur="1" fill="hold">
                                          <p:stCondLst>
                                            <p:cond delay="0"/>
                                          </p:stCondLst>
                                        </p:cTn>
                                        <p:tgtEl>
                                          <p:spTgt spid="308">
                                            <p:txEl>
                                              <p:pRg st="5" end="5"/>
                                            </p:txEl>
                                          </p:spTgt>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nodeType="clickEffect" fill="hold" presetClass="entr" presetID="1">
                                  <p:stCondLst>
                                    <p:cond delay="0"/>
                                  </p:stCondLst>
                                  <p:childTnLst>
                                    <p:set>
                                      <p:cBhvr>
                                        <p:cTn id="246" dur="1" fill="hold">
                                          <p:stCondLst>
                                            <p:cond delay="0"/>
                                          </p:stCondLst>
                                        </p:cTn>
                                        <p:tgtEl>
                                          <p:spTgt spid="308">
                                            <p:txEl>
                                              <p:pRg st="6" end="6"/>
                                            </p:txEl>
                                          </p:spTgt>
                                        </p:tgtEl>
                                        <p:attrNameLst>
                                          <p:attrName>style.visibility</p:attrName>
                                        </p:attrNameLst>
                                      </p:cBhvr>
                                      <p:to>
                                        <p:strVal val="visible"/>
                                      </p:to>
                                    </p:set>
                                  </p:childTnLst>
                                </p:cTn>
                              </p:par>
                            </p:childTnLst>
                          </p:cTn>
                        </p:par>
                      </p:childTnLst>
                    </p:cTn>
                  </p:par>
                  <p:par>
                    <p:cTn id="247" fill="hold">
                      <p:stCondLst>
                        <p:cond delay="indefinite"/>
                      </p:stCondLst>
                      <p:childTnLst>
                        <p:par>
                          <p:cTn id="248" fill="hold">
                            <p:stCondLst>
                              <p:cond delay="0"/>
                            </p:stCondLst>
                            <p:childTnLst>
                              <p:par>
                                <p:cTn id="249" nodeType="clickEffect" fill="hold" presetClass="entr" presetID="1">
                                  <p:stCondLst>
                                    <p:cond delay="0"/>
                                  </p:stCondLst>
                                  <p:childTnLst>
                                    <p:set>
                                      <p:cBhvr>
                                        <p:cTn id="250" dur="1" fill="hold">
                                          <p:stCondLst>
                                            <p:cond delay="0"/>
                                          </p:stCondLst>
                                        </p:cTn>
                                        <p:tgtEl>
                                          <p:spTgt spid="308">
                                            <p:txEl>
                                              <p:pRg st="7" end="7"/>
                                            </p:txEl>
                                          </p:spTgt>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nodeType="clickEffect" fill="hold" presetClass="entr" presetID="1">
                                  <p:stCondLst>
                                    <p:cond delay="0"/>
                                  </p:stCondLst>
                                  <p:childTnLst>
                                    <p:set>
                                      <p:cBhvr>
                                        <p:cTn id="254" dur="1" fill="hold">
                                          <p:stCondLst>
                                            <p:cond delay="0"/>
                                          </p:stCondLst>
                                        </p:cTn>
                                        <p:tgtEl>
                                          <p:spTgt spid="310"/>
                                        </p:tgtEl>
                                        <p:attrNameLst>
                                          <p:attrName>style.visibility</p:attrName>
                                        </p:attrNameLst>
                                      </p:cBhvr>
                                      <p:to>
                                        <p:strVal val="visible"/>
                                      </p:to>
                                    </p:set>
                                  </p:childTnLst>
                                </p:cTn>
                              </p:par>
                            </p:childTnLst>
                          </p:cTn>
                        </p:par>
                      </p:childTnLst>
                    </p:cTn>
                  </p:par>
                  <p:par>
                    <p:cTn id="255" fill="hold">
                      <p:stCondLst>
                        <p:cond delay="indefinite"/>
                      </p:stCondLst>
                      <p:childTnLst>
                        <p:par>
                          <p:cTn id="256" fill="hold">
                            <p:stCondLst>
                              <p:cond delay="0"/>
                            </p:stCondLst>
                            <p:childTnLst>
                              <p:par>
                                <p:cTn id="257" nodeType="clickEffect" fill="hold" presetClass="entr" presetID="1">
                                  <p:stCondLst>
                                    <p:cond delay="0"/>
                                  </p:stCondLst>
                                  <p:childTnLst>
                                    <p:set>
                                      <p:cBhvr>
                                        <p:cTn id="258" dur="1" fill="hold">
                                          <p:stCondLst>
                                            <p:cond delay="0"/>
                                          </p:stCondLst>
                                        </p:cTn>
                                        <p:tgtEl>
                                          <p:spTgt spid="311"/>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nodeType="clickEffect" fill="hold" presetClass="entr" presetID="1">
                                  <p:stCondLst>
                                    <p:cond delay="0"/>
                                  </p:stCondLst>
                                  <p:childTnLst>
                                    <p:set>
                                      <p:cBhvr>
                                        <p:cTn id="262" dur="1" fill="hold">
                                          <p:stCondLst>
                                            <p:cond delay="0"/>
                                          </p:stCondLst>
                                        </p:cTn>
                                        <p:tgtEl>
                                          <p:spTgt spid="312"/>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nodeType="clickEffect" fill="hold" presetClass="entr" presetID="1">
                                  <p:stCondLst>
                                    <p:cond delay="0"/>
                                  </p:stCondLst>
                                  <p:childTnLst>
                                    <p:set>
                                      <p:cBhvr>
                                        <p:cTn id="266" dur="1" fill="hold">
                                          <p:stCondLst>
                                            <p:cond delay="0"/>
                                          </p:stCondLst>
                                        </p:cTn>
                                        <p:tgtEl>
                                          <p:spTgt spid="314"/>
                                        </p:tgtEl>
                                        <p:attrNameLst>
                                          <p:attrName>style.visibility</p:attrName>
                                        </p:attrNameLst>
                                      </p:cBhvr>
                                      <p:to>
                                        <p:strVal val="visible"/>
                                      </p:to>
                                    </p:set>
                                  </p:childTnLst>
                                </p:cTn>
                              </p:par>
                            </p:childTnLst>
                          </p:cTn>
                        </p:par>
                      </p:childTnLst>
                    </p:cTn>
                  </p:par>
                  <p:par>
                    <p:cTn id="267" fill="hold">
                      <p:stCondLst>
                        <p:cond delay="indefinite"/>
                      </p:stCondLst>
                      <p:childTnLst>
                        <p:par>
                          <p:cTn id="268" fill="hold">
                            <p:stCondLst>
                              <p:cond delay="0"/>
                            </p:stCondLst>
                            <p:childTnLst>
                              <p:par>
                                <p:cTn id="269" nodeType="clickEffect" fill="hold" presetClass="entr" presetID="1">
                                  <p:stCondLst>
                                    <p:cond delay="0"/>
                                  </p:stCondLst>
                                  <p:childTnLst>
                                    <p:set>
                                      <p:cBhvr>
                                        <p:cTn id="270" dur="1" fill="hold">
                                          <p:stCondLst>
                                            <p:cond delay="0"/>
                                          </p:stCondLst>
                                        </p:cTn>
                                        <p:tgtEl>
                                          <p:spTgt spid="316"/>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nodeType="clickEffect" fill="hold" presetClass="entr" presetID="1">
                                  <p:stCondLst>
                                    <p:cond delay="0"/>
                                  </p:stCondLst>
                                  <p:childTnLst>
                                    <p:set>
                                      <p:cBhvr>
                                        <p:cTn id="274" dur="1" fill="hold">
                                          <p:stCondLst>
                                            <p:cond delay="0"/>
                                          </p:stCondLst>
                                        </p:cTn>
                                        <p:tgtEl>
                                          <p:spTgt spid="31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Weak Entities 1 / n</a:t>
            </a:r>
            <a:endParaRPr b="0" lang="en-US" sz="2600" spc="-1" strike="noStrike">
              <a:solidFill>
                <a:srgbClr val="000000"/>
              </a:solidFill>
              <a:latin typeface="Arial"/>
            </a:endParaRPr>
          </a:p>
        </p:txBody>
      </p:sp>
      <p:sp>
        <p:nvSpPr>
          <p:cNvPr id="320" name="PlaceHolder 2"/>
          <p:cNvSpPr>
            <a:spLocks noGrp="1"/>
          </p:cNvSpPr>
          <p:nvPr>
            <p:ph/>
          </p:nvPr>
        </p:nvSpPr>
        <p:spPr>
          <a:xfrm>
            <a:off x="729360" y="1378080"/>
            <a:ext cx="7688520" cy="735120"/>
          </a:xfrm>
          <a:prstGeom prst="rect">
            <a:avLst/>
          </a:prstGeom>
          <a:noFill/>
          <a:ln w="0">
            <a:noFill/>
          </a:ln>
        </p:spPr>
        <p:txBody>
          <a:bodyPr tIns="91440" bIns="91440" anchor="t">
            <a:normAutofit fontScale="98000"/>
          </a:bodyPr>
          <a:p>
            <a:pPr indent="0">
              <a:lnSpc>
                <a:spcPct val="115000"/>
              </a:lnSpc>
              <a:spcAft>
                <a:spcPts val="1199"/>
              </a:spcAft>
              <a:buNone/>
              <a:tabLst>
                <a:tab algn="l" pos="0"/>
              </a:tabLst>
            </a:pPr>
            <a:r>
              <a:rPr b="0" lang="el" sz="1600" spc="-1" strike="noStrike">
                <a:solidFill>
                  <a:schemeClr val="accent1"/>
                </a:solidFill>
                <a:latin typeface="Lato"/>
                <a:ea typeface="Lato"/>
              </a:rPr>
              <a:t>Open </a:t>
            </a:r>
            <a:r>
              <a:rPr b="0" lang="el" sz="1600" spc="-1" strike="noStrike" u="sng">
                <a:solidFill>
                  <a:schemeClr val="hlink"/>
                </a:solidFill>
                <a:uFillTx/>
                <a:latin typeface="Lato"/>
                <a:ea typeface="Lato"/>
                <a:hlinkClick r:id="rId1"/>
              </a:rPr>
              <a:t>https://dbdiagram.io/d</a:t>
            </a:r>
            <a:r>
              <a:rPr b="0" lang="el" sz="1600" spc="-1" strike="noStrike">
                <a:solidFill>
                  <a:schemeClr val="accent1"/>
                </a:solidFill>
                <a:latin typeface="Lato"/>
                <a:ea typeface="Lato"/>
              </a:rPr>
              <a:t> and draw the following diagram. Are there any problems with this design?</a:t>
            </a:r>
            <a:endParaRPr b="0" lang="en-US" sz="1600" spc="-1" strike="noStrike">
              <a:solidFill>
                <a:srgbClr val="000000"/>
              </a:solidFill>
              <a:latin typeface="Arial"/>
            </a:endParaRPr>
          </a:p>
        </p:txBody>
      </p:sp>
      <p:sp>
        <p:nvSpPr>
          <p:cNvPr id="321" name="PlaceHolder 3"/>
          <p:cNvSpPr>
            <a:spLocks noGrp="1"/>
          </p:cNvSpPr>
          <p:nvPr>
            <p:ph type="sldNum" idx="2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8F9F3E5-8DDE-4333-8748-EA010074C109}" type="slidenum">
              <a:rPr b="0" lang="el" sz="1000" spc="-1" strike="noStrike">
                <a:solidFill>
                  <a:schemeClr val="accent1"/>
                </a:solidFill>
                <a:latin typeface="Lato"/>
                <a:ea typeface="Lato"/>
              </a:rPr>
              <a:t>16</a:t>
            </a:fld>
            <a:endParaRPr b="0" lang="en-US" sz="1000" spc="-1" strike="noStrike">
              <a:solidFill>
                <a:srgbClr val="000000"/>
              </a:solidFill>
              <a:latin typeface="Times New Roman"/>
            </a:endParaRPr>
          </a:p>
        </p:txBody>
      </p:sp>
      <p:pic>
        <p:nvPicPr>
          <p:cNvPr id="322" name="Google Shape;236;p16" descr=""/>
          <p:cNvPicPr/>
          <p:nvPr/>
        </p:nvPicPr>
        <p:blipFill>
          <a:blip r:embed="rId2"/>
          <a:stretch/>
        </p:blipFill>
        <p:spPr>
          <a:xfrm>
            <a:off x="2187720" y="2206080"/>
            <a:ext cx="4771800" cy="2466720"/>
          </a:xfrm>
          <a:prstGeom prst="rect">
            <a:avLst/>
          </a:prstGeom>
          <a:ln w="0">
            <a:noFill/>
          </a:ln>
        </p:spPr>
      </p:pic>
    </p:spTree>
  </p:cSld>
  <mc:AlternateContent>
    <mc:Choice Requires="p14">
      <p:transition spd="slow" p14:dur="2000"/>
    </mc:Choice>
    <mc:Fallback>
      <p:transition spd="slow"/>
    </mc:Fallback>
  </mc:AlternateContent>
  <p:timing>
    <p:tnLst>
      <p:par>
        <p:cTn id="275" dur="indefinite" restart="never" nodeType="tmRoot">
          <p:childTnLst>
            <p:seq>
              <p:cTn id="276" dur="indefinite" nodeType="mainSeq">
                <p:childTnLst>
                  <p:par>
                    <p:cTn id="277" fill="hold">
                      <p:stCondLst>
                        <p:cond delay="indefinite"/>
                      </p:stCondLst>
                      <p:childTnLst>
                        <p:par>
                          <p:cTn id="278" fill="hold">
                            <p:stCondLst>
                              <p:cond delay="0"/>
                            </p:stCondLst>
                            <p:childTnLst>
                              <p:par>
                                <p:cTn id="279" nodeType="clickEffect" fill="hold" presetClass="entr" presetID="1">
                                  <p:stCondLst>
                                    <p:cond delay="0"/>
                                  </p:stCondLst>
                                  <p:childTnLst>
                                    <p:set>
                                      <p:cBhvr>
                                        <p:cTn id="280" dur="1" fill="hold">
                                          <p:stCondLst>
                                            <p:cond delay="0"/>
                                          </p:stCondLst>
                                        </p:cTn>
                                        <p:tgtEl>
                                          <p:spTgt spid="320"/>
                                        </p:tgtEl>
                                        <p:attrNameLst>
                                          <p:attrName>style.visibility</p:attrName>
                                        </p:attrNameLst>
                                      </p:cBhvr>
                                      <p:to>
                                        <p:strVal val="visible"/>
                                      </p:to>
                                    </p:set>
                                  </p:childTnLst>
                                </p:cTn>
                              </p:par>
                            </p:childTnLst>
                          </p:cTn>
                        </p:par>
                      </p:childTnLst>
                    </p:cTn>
                  </p:par>
                  <p:par>
                    <p:cTn id="281" fill="hold">
                      <p:stCondLst>
                        <p:cond delay="indefinite"/>
                      </p:stCondLst>
                      <p:childTnLst>
                        <p:par>
                          <p:cTn id="282" fill="hold">
                            <p:stCondLst>
                              <p:cond delay="0"/>
                            </p:stCondLst>
                            <p:childTnLst>
                              <p:par>
                                <p:cTn id="283" nodeType="clickEffect" fill="hold" presetClass="entr" presetID="1">
                                  <p:stCondLst>
                                    <p:cond delay="0"/>
                                  </p:stCondLst>
                                  <p:childTnLst>
                                    <p:set>
                                      <p:cBhvr>
                                        <p:cTn id="284" dur="1" fill="hold">
                                          <p:stCondLst>
                                            <p:cond delay="0"/>
                                          </p:stCondLst>
                                        </p:cTn>
                                        <p:tgtEl>
                                          <p:spTgt spid="32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Weak Entities 2 / n</a:t>
            </a:r>
            <a:endParaRPr b="0" lang="en-US" sz="2600" spc="-1" strike="noStrike">
              <a:solidFill>
                <a:srgbClr val="000000"/>
              </a:solidFill>
              <a:latin typeface="Arial"/>
            </a:endParaRPr>
          </a:p>
        </p:txBody>
      </p:sp>
      <p:sp>
        <p:nvSpPr>
          <p:cNvPr id="324" name="PlaceHolder 2"/>
          <p:cNvSpPr>
            <a:spLocks noGrp="1"/>
          </p:cNvSpPr>
          <p:nvPr>
            <p:ph/>
          </p:nvPr>
        </p:nvSpPr>
        <p:spPr>
          <a:xfrm>
            <a:off x="729360" y="1378080"/>
            <a:ext cx="7688520" cy="853920"/>
          </a:xfrm>
          <a:prstGeom prst="rect">
            <a:avLst/>
          </a:prstGeom>
          <a:noFill/>
          <a:ln w="0">
            <a:noFill/>
          </a:ln>
        </p:spPr>
        <p:txBody>
          <a:bodyPr tIns="91440" bIns="91440" anchor="t">
            <a:normAutofit/>
          </a:bodyPr>
          <a:p>
            <a:pPr indent="0">
              <a:lnSpc>
                <a:spcPct val="115000"/>
              </a:lnSpc>
              <a:spcAft>
                <a:spcPts val="1199"/>
              </a:spcAft>
              <a:buNone/>
              <a:tabLst>
                <a:tab algn="l" pos="0"/>
              </a:tabLst>
            </a:pPr>
            <a:r>
              <a:rPr b="0" lang="el" sz="1600" spc="-1" strike="noStrike">
                <a:solidFill>
                  <a:schemeClr val="accent1"/>
                </a:solidFill>
                <a:latin typeface="Lato"/>
                <a:ea typeface="Lato"/>
              </a:rPr>
              <a:t>One dummy way to remove redundancy is by removing the relation between the two. But, where’s the problem now?</a:t>
            </a:r>
            <a:endParaRPr b="0" lang="en-US" sz="1600" spc="-1" strike="noStrike">
              <a:solidFill>
                <a:srgbClr val="000000"/>
              </a:solidFill>
              <a:latin typeface="Arial"/>
            </a:endParaRPr>
          </a:p>
        </p:txBody>
      </p:sp>
      <p:sp>
        <p:nvSpPr>
          <p:cNvPr id="325" name="PlaceHolder 3"/>
          <p:cNvSpPr>
            <a:spLocks noGrp="1"/>
          </p:cNvSpPr>
          <p:nvPr>
            <p:ph type="sldNum" idx="2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F6D2FFB-7DF1-4A00-B4AF-E9E53093BCF1}" type="slidenum">
              <a:rPr b="0" lang="el" sz="1000" spc="-1" strike="noStrike">
                <a:solidFill>
                  <a:schemeClr val="accent1"/>
                </a:solidFill>
                <a:latin typeface="Lato"/>
                <a:ea typeface="Lato"/>
              </a:rPr>
              <a:t>17</a:t>
            </a:fld>
            <a:endParaRPr b="0" lang="en-US" sz="1000" spc="-1" strike="noStrike">
              <a:solidFill>
                <a:srgbClr val="000000"/>
              </a:solidFill>
              <a:latin typeface="Times New Roman"/>
            </a:endParaRPr>
          </a:p>
        </p:txBody>
      </p:sp>
      <p:pic>
        <p:nvPicPr>
          <p:cNvPr id="326" name="Google Shape;244;p17" descr=""/>
          <p:cNvPicPr/>
          <p:nvPr/>
        </p:nvPicPr>
        <p:blipFill>
          <a:blip r:embed="rId1"/>
          <a:stretch/>
        </p:blipFill>
        <p:spPr>
          <a:xfrm>
            <a:off x="2206800" y="2232360"/>
            <a:ext cx="4733640" cy="2437920"/>
          </a:xfrm>
          <a:prstGeom prst="rect">
            <a:avLst/>
          </a:prstGeom>
          <a:ln w="0">
            <a:noFill/>
          </a:ln>
        </p:spPr>
      </p:pic>
    </p:spTree>
  </p:cSld>
  <mc:AlternateContent>
    <mc:Choice Requires="p14">
      <p:transition spd="slow" p14:dur="2000"/>
    </mc:Choice>
    <mc:Fallback>
      <p:transition spd="slow"/>
    </mc:Fallback>
  </mc:AlternateContent>
  <p:timing>
    <p:tnLst>
      <p:par>
        <p:cTn id="285" dur="indefinite" restart="never" nodeType="tmRoot">
          <p:childTnLst>
            <p:seq>
              <p:cTn id="286" dur="indefinite" nodeType="mainSeq">
                <p:childTnLst>
                  <p:par>
                    <p:cTn id="287" fill="hold">
                      <p:stCondLst>
                        <p:cond delay="indefinite"/>
                      </p:stCondLst>
                      <p:childTnLst>
                        <p:par>
                          <p:cTn id="288" fill="hold">
                            <p:stCondLst>
                              <p:cond delay="0"/>
                            </p:stCondLst>
                            <p:childTnLst>
                              <p:par>
                                <p:cTn id="289" nodeType="clickEffect" fill="hold" presetClass="entr" presetID="1">
                                  <p:stCondLst>
                                    <p:cond delay="0"/>
                                  </p:stCondLst>
                                  <p:childTnLst>
                                    <p:set>
                                      <p:cBhvr>
                                        <p:cTn id="290" dur="1" fill="hold">
                                          <p:stCondLst>
                                            <p:cond delay="0"/>
                                          </p:stCondLst>
                                        </p:cTn>
                                        <p:tgtEl>
                                          <p:spTgt spid="324"/>
                                        </p:tgtEl>
                                        <p:attrNameLst>
                                          <p:attrName>style.visibility</p:attrName>
                                        </p:attrNameLst>
                                      </p:cBhvr>
                                      <p:to>
                                        <p:strVal val="visible"/>
                                      </p:to>
                                    </p:set>
                                  </p:childTnLst>
                                </p:cTn>
                              </p:par>
                            </p:childTnLst>
                          </p:cTn>
                        </p:par>
                      </p:childTnLst>
                    </p:cTn>
                  </p:par>
                  <p:par>
                    <p:cTn id="291" fill="hold">
                      <p:stCondLst>
                        <p:cond delay="indefinite"/>
                      </p:stCondLst>
                      <p:childTnLst>
                        <p:par>
                          <p:cTn id="292" fill="hold">
                            <p:stCondLst>
                              <p:cond delay="0"/>
                            </p:stCondLst>
                            <p:childTnLst>
                              <p:par>
                                <p:cTn id="293" nodeType="clickEffect" fill="hold" presetClass="entr" presetID="1">
                                  <p:stCondLst>
                                    <p:cond delay="0"/>
                                  </p:stCondLst>
                                  <p:childTnLst>
                                    <p:set>
                                      <p:cBhvr>
                                        <p:cTn id="294" dur="1" fill="hold">
                                          <p:stCondLst>
                                            <p:cond delay="0"/>
                                          </p:stCondLst>
                                        </p:cTn>
                                        <p:tgtEl>
                                          <p:spTgt spid="32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Weak Entities 3 / n</a:t>
            </a:r>
            <a:endParaRPr b="0" lang="en-US" sz="2600" spc="-1" strike="noStrike">
              <a:solidFill>
                <a:srgbClr val="000000"/>
              </a:solidFill>
              <a:latin typeface="Arial"/>
            </a:endParaRPr>
          </a:p>
        </p:txBody>
      </p:sp>
      <p:sp>
        <p:nvSpPr>
          <p:cNvPr id="328"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0" lang="el" sz="1600" spc="-1" strike="noStrike">
                <a:solidFill>
                  <a:schemeClr val="accent1"/>
                </a:solidFill>
                <a:latin typeface="Lato"/>
                <a:ea typeface="Lato"/>
              </a:rPr>
              <a:t>Since a section’s existence is dependent on a course, why not make section a “sub-entity”.</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This idea is captured by </a:t>
            </a:r>
            <a:r>
              <a:rPr b="1" lang="el" sz="1600" spc="-1" strike="noStrike">
                <a:solidFill>
                  <a:schemeClr val="accent1"/>
                </a:solidFill>
                <a:latin typeface="Lato"/>
                <a:ea typeface="Lato"/>
              </a:rPr>
              <a:t>weak entities</a:t>
            </a:r>
            <a:r>
              <a:rPr b="0" lang="el" sz="1600" spc="-1" strike="noStrike">
                <a:solidFill>
                  <a:schemeClr val="accent1"/>
                </a:solidFill>
                <a:latin typeface="Lato"/>
                <a:ea typeface="Lato"/>
              </a:rPr>
              <a:t>, which are those entities whose attributes do not suffice to form a primary key.</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In our case, we remove the </a:t>
            </a:r>
            <a:r>
              <a:rPr b="0" lang="el" sz="1600" spc="-1" strike="noStrike">
                <a:solidFill>
                  <a:schemeClr val="accent1"/>
                </a:solidFill>
                <a:latin typeface="Consolas"/>
                <a:ea typeface="Consolas"/>
              </a:rPr>
              <a:t>course_id</a:t>
            </a:r>
            <a:r>
              <a:rPr b="0" lang="el" sz="1600" spc="-1" strike="noStrike">
                <a:solidFill>
                  <a:schemeClr val="accent1"/>
                </a:solidFill>
                <a:latin typeface="Lato"/>
                <a:ea typeface="Lato"/>
              </a:rPr>
              <a:t> attribute from the </a:t>
            </a:r>
            <a:r>
              <a:rPr b="0" lang="el" sz="1600" spc="-1" strike="noStrike">
                <a:solidFill>
                  <a:schemeClr val="accent1"/>
                </a:solidFill>
                <a:latin typeface="Consolas"/>
                <a:ea typeface="Consolas"/>
              </a:rPr>
              <a:t>section</a:t>
            </a:r>
            <a:r>
              <a:rPr b="0" lang="el" sz="1600" spc="-1" strike="noStrike">
                <a:solidFill>
                  <a:schemeClr val="accent1"/>
                </a:solidFill>
                <a:latin typeface="Lato"/>
                <a:ea typeface="Lato"/>
              </a:rPr>
              <a:t> table and create a so-called </a:t>
            </a:r>
            <a:r>
              <a:rPr b="1" lang="el" sz="1600" spc="-1" strike="noStrike">
                <a:solidFill>
                  <a:schemeClr val="accent1"/>
                </a:solidFill>
                <a:latin typeface="Lato"/>
                <a:ea typeface="Lato"/>
              </a:rPr>
              <a:t>weak relationship</a:t>
            </a:r>
            <a:r>
              <a:rPr b="0" lang="el" sz="1600" spc="-1" strike="noStrike">
                <a:solidFill>
                  <a:schemeClr val="accent1"/>
                </a:solidFill>
                <a:latin typeface="Lato"/>
                <a:ea typeface="Lato"/>
              </a:rPr>
              <a:t> (the identifying relationship) which provides that information for each section.</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Weak entities are distinguished by their </a:t>
            </a:r>
            <a:r>
              <a:rPr b="1" lang="el" sz="1600" spc="-1" strike="noStrike">
                <a:solidFill>
                  <a:schemeClr val="accent1"/>
                </a:solidFill>
                <a:latin typeface="Lato"/>
                <a:ea typeface="Lato"/>
              </a:rPr>
              <a:t>discriminator </a:t>
            </a:r>
            <a:r>
              <a:rPr b="0" lang="el" sz="1600" spc="-1" strike="noStrike">
                <a:solidFill>
                  <a:schemeClr val="accent1"/>
                </a:solidFill>
                <a:latin typeface="Lato"/>
                <a:ea typeface="Lato"/>
              </a:rPr>
              <a:t>(or, </a:t>
            </a:r>
            <a:r>
              <a:rPr b="0" i="1" lang="el" sz="1600" spc="-1" strike="noStrike">
                <a:solidFill>
                  <a:schemeClr val="accent1"/>
                </a:solidFill>
                <a:latin typeface="Lato"/>
                <a:ea typeface="Lato"/>
              </a:rPr>
              <a:t>partial key</a:t>
            </a:r>
            <a:r>
              <a:rPr b="0" lang="el" sz="1600" spc="-1" strike="noStrike">
                <a:solidFill>
                  <a:schemeClr val="accent1"/>
                </a:solidFill>
                <a:latin typeface="Lato"/>
                <a:ea typeface="Lato"/>
              </a:rPr>
              <a:t>), i.e., those attributes that can help us discriminate between two weak entities linked to a </a:t>
            </a:r>
            <a:r>
              <a:rPr b="1" lang="el" sz="1600" spc="-1" strike="noStrike">
                <a:solidFill>
                  <a:schemeClr val="accent1"/>
                </a:solidFill>
                <a:latin typeface="Lato"/>
                <a:ea typeface="Lato"/>
              </a:rPr>
              <a:t>particular strong entity.</a:t>
            </a:r>
            <a:endParaRPr b="0" lang="en-US" sz="1600" spc="-1" strike="noStrike">
              <a:solidFill>
                <a:srgbClr val="000000"/>
              </a:solidFill>
              <a:latin typeface="Arial"/>
            </a:endParaRPr>
          </a:p>
        </p:txBody>
      </p:sp>
      <p:sp>
        <p:nvSpPr>
          <p:cNvPr id="329" name="PlaceHolder 3"/>
          <p:cNvSpPr>
            <a:spLocks noGrp="1"/>
          </p:cNvSpPr>
          <p:nvPr>
            <p:ph type="sldNum" idx="2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03516614-0FA0-48C4-AC9B-988C9D1766FB}" type="slidenum">
              <a:rPr b="0" lang="el" sz="1000" spc="-1" strike="noStrike">
                <a:solidFill>
                  <a:schemeClr val="accent1"/>
                </a:solidFill>
                <a:latin typeface="Lato"/>
                <a:ea typeface="Lato"/>
              </a:rPr>
              <a:t>18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295" dur="indefinite" restart="never" nodeType="tmRoot">
          <p:childTnLst>
            <p:seq>
              <p:cTn id="296" dur="indefinite" nodeType="mainSeq">
                <p:childTnLst>
                  <p:par>
                    <p:cTn id="297" fill="hold">
                      <p:stCondLst>
                        <p:cond delay="indefinite"/>
                      </p:stCondLst>
                      <p:childTnLst>
                        <p:par>
                          <p:cTn id="298" fill="hold">
                            <p:stCondLst>
                              <p:cond delay="0"/>
                            </p:stCondLst>
                            <p:childTnLst>
                              <p:par>
                                <p:cTn id="299" nodeType="clickEffect" fill="hold" presetClass="entr" presetID="1">
                                  <p:stCondLst>
                                    <p:cond delay="0"/>
                                  </p:stCondLst>
                                  <p:childTnLst>
                                    <p:set>
                                      <p:cBhvr>
                                        <p:cTn id="300" dur="1" fill="hold">
                                          <p:stCondLst>
                                            <p:cond delay="0"/>
                                          </p:stCondLst>
                                        </p:cTn>
                                        <p:tgtEl>
                                          <p:spTgt spid="328">
                                            <p:txEl>
                                              <p:pRg st="0" end="0"/>
                                            </p:txEl>
                                          </p:spTgt>
                                        </p:tgtEl>
                                        <p:attrNameLst>
                                          <p:attrName>style.visibility</p:attrName>
                                        </p:attrNameLst>
                                      </p:cBhvr>
                                      <p:to>
                                        <p:strVal val="visible"/>
                                      </p:to>
                                    </p:set>
                                  </p:childTnLst>
                                </p:cTn>
                              </p:par>
                            </p:childTnLst>
                          </p:cTn>
                        </p:par>
                      </p:childTnLst>
                    </p:cTn>
                  </p:par>
                  <p:par>
                    <p:cTn id="301" fill="hold">
                      <p:stCondLst>
                        <p:cond delay="indefinite"/>
                      </p:stCondLst>
                      <p:childTnLst>
                        <p:par>
                          <p:cTn id="302" fill="hold">
                            <p:stCondLst>
                              <p:cond delay="0"/>
                            </p:stCondLst>
                            <p:childTnLst>
                              <p:par>
                                <p:cTn id="303" nodeType="clickEffect" fill="hold" presetClass="entr" presetID="1">
                                  <p:stCondLst>
                                    <p:cond delay="0"/>
                                  </p:stCondLst>
                                  <p:childTnLst>
                                    <p:set>
                                      <p:cBhvr>
                                        <p:cTn id="304" dur="1" fill="hold">
                                          <p:stCondLst>
                                            <p:cond delay="0"/>
                                          </p:stCondLst>
                                        </p:cTn>
                                        <p:tgtEl>
                                          <p:spTgt spid="328">
                                            <p:txEl>
                                              <p:pRg st="1" end="1"/>
                                            </p:txEl>
                                          </p:spTgt>
                                        </p:tgtEl>
                                        <p:attrNameLst>
                                          <p:attrName>style.visibility</p:attrName>
                                        </p:attrNameLst>
                                      </p:cBhvr>
                                      <p:to>
                                        <p:strVal val="visible"/>
                                      </p:to>
                                    </p:set>
                                  </p:childTnLst>
                                </p:cTn>
                              </p:par>
                            </p:childTnLst>
                          </p:cTn>
                        </p:par>
                      </p:childTnLst>
                    </p:cTn>
                  </p:par>
                  <p:par>
                    <p:cTn id="305" fill="hold">
                      <p:stCondLst>
                        <p:cond delay="indefinite"/>
                      </p:stCondLst>
                      <p:childTnLst>
                        <p:par>
                          <p:cTn id="306" fill="hold">
                            <p:stCondLst>
                              <p:cond delay="0"/>
                            </p:stCondLst>
                            <p:childTnLst>
                              <p:par>
                                <p:cTn id="307" nodeType="clickEffect" fill="hold" presetClass="entr" presetID="1">
                                  <p:stCondLst>
                                    <p:cond delay="0"/>
                                  </p:stCondLst>
                                  <p:childTnLst>
                                    <p:set>
                                      <p:cBhvr>
                                        <p:cTn id="308" dur="1" fill="hold">
                                          <p:stCondLst>
                                            <p:cond delay="0"/>
                                          </p:stCondLst>
                                        </p:cTn>
                                        <p:tgtEl>
                                          <p:spTgt spid="328">
                                            <p:txEl>
                                              <p:pRg st="2" end="2"/>
                                            </p:txEl>
                                          </p:spTgt>
                                        </p:tgtEl>
                                        <p:attrNameLst>
                                          <p:attrName>style.visibility</p:attrName>
                                        </p:attrNameLst>
                                      </p:cBhvr>
                                      <p:to>
                                        <p:strVal val="visible"/>
                                      </p:to>
                                    </p:set>
                                  </p:childTnLst>
                                </p:cTn>
                              </p:par>
                            </p:childTnLst>
                          </p:cTn>
                        </p:par>
                      </p:childTnLst>
                    </p:cTn>
                  </p:par>
                  <p:par>
                    <p:cTn id="309" fill="hold">
                      <p:stCondLst>
                        <p:cond delay="indefinite"/>
                      </p:stCondLst>
                      <p:childTnLst>
                        <p:par>
                          <p:cTn id="310" fill="hold">
                            <p:stCondLst>
                              <p:cond delay="0"/>
                            </p:stCondLst>
                            <p:childTnLst>
                              <p:par>
                                <p:cTn id="311" nodeType="clickEffect" fill="hold" presetClass="entr" presetID="1">
                                  <p:stCondLst>
                                    <p:cond delay="0"/>
                                  </p:stCondLst>
                                  <p:childTnLst>
                                    <p:set>
                                      <p:cBhvr>
                                        <p:cTn id="312" dur="1" fill="hold">
                                          <p:stCondLst>
                                            <p:cond delay="0"/>
                                          </p:stCondLst>
                                        </p:cTn>
                                        <p:tgtEl>
                                          <p:spTgt spid="328">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Weak Entities 4 / n</a:t>
            </a:r>
            <a:endParaRPr b="0" lang="en-US" sz="2600" spc="-1" strike="noStrike">
              <a:solidFill>
                <a:srgbClr val="000000"/>
              </a:solidFill>
              <a:latin typeface="Arial"/>
            </a:endParaRPr>
          </a:p>
        </p:txBody>
      </p:sp>
      <p:sp>
        <p:nvSpPr>
          <p:cNvPr id="331"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Is there any other way, avoiding weak entities?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Of course! For instance, we could have declared that </a:t>
            </a:r>
            <a:r>
              <a:rPr b="0" lang="el" sz="1600" spc="-1" strike="noStrike">
                <a:solidFill>
                  <a:schemeClr val="accent1"/>
                </a:solidFill>
                <a:latin typeface="Consolas"/>
                <a:ea typeface="Consolas"/>
              </a:rPr>
              <a:t>section_id</a:t>
            </a:r>
            <a:r>
              <a:rPr b="0" lang="el" sz="1600" spc="-1" strike="noStrike">
                <a:solidFill>
                  <a:schemeClr val="accent1"/>
                </a:solidFill>
                <a:latin typeface="Lato"/>
                <a:ea typeface="Lato"/>
              </a:rPr>
              <a:t> is unique across our DB, so all sections would be uniquely identified by that.</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But, then, why do we use weak entities in this case, instead?</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Because sections in our example could not exist without a corresponding course, hence it is </a:t>
            </a:r>
            <a:r>
              <a:rPr b="1" lang="el" sz="1600" spc="-1" strike="noStrike">
                <a:solidFill>
                  <a:schemeClr val="accent1"/>
                </a:solidFill>
                <a:latin typeface="Lato"/>
                <a:ea typeface="Lato"/>
              </a:rPr>
              <a:t>conceptually easier</a:t>
            </a:r>
            <a:r>
              <a:rPr b="0" lang="el" sz="1600" spc="-1" strike="noStrike">
                <a:solidFill>
                  <a:schemeClr val="accent1"/>
                </a:solidFill>
                <a:latin typeface="Lato"/>
                <a:ea typeface="Lato"/>
              </a:rPr>
              <a:t> to structure our DB that way.</a:t>
            </a:r>
            <a:endParaRPr b="0" lang="en-US" sz="1600" spc="-1" strike="noStrike">
              <a:solidFill>
                <a:srgbClr val="000000"/>
              </a:solidFill>
              <a:latin typeface="Arial"/>
            </a:endParaRPr>
          </a:p>
        </p:txBody>
      </p:sp>
      <p:sp>
        <p:nvSpPr>
          <p:cNvPr id="332" name="PlaceHolder 3"/>
          <p:cNvSpPr>
            <a:spLocks noGrp="1"/>
          </p:cNvSpPr>
          <p:nvPr>
            <p:ph type="sldNum" idx="2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311D170-98D1-4563-BD04-F539BA9946F7}" type="slidenum">
              <a:rPr b="0" lang="el" sz="1000" spc="-1" strike="noStrike">
                <a:solidFill>
                  <a:schemeClr val="accent1"/>
                </a:solidFill>
                <a:latin typeface="Lato"/>
                <a:ea typeface="Lato"/>
              </a:rPr>
              <a:t>19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13" dur="indefinite" restart="never" nodeType="tmRoot">
          <p:childTnLst>
            <p:seq>
              <p:cTn id="314" dur="indefinite" nodeType="mainSeq">
                <p:childTnLst>
                  <p:par>
                    <p:cTn id="315" fill="hold">
                      <p:stCondLst>
                        <p:cond delay="indefinite"/>
                      </p:stCondLst>
                      <p:childTnLst>
                        <p:par>
                          <p:cTn id="316" fill="hold">
                            <p:stCondLst>
                              <p:cond delay="0"/>
                            </p:stCondLst>
                            <p:childTnLst>
                              <p:par>
                                <p:cTn id="317" nodeType="clickEffect" fill="hold" presetClass="entr" presetID="1">
                                  <p:stCondLst>
                                    <p:cond delay="0"/>
                                  </p:stCondLst>
                                  <p:childTnLst>
                                    <p:set>
                                      <p:cBhvr>
                                        <p:cTn id="318" dur="1" fill="hold">
                                          <p:stCondLst>
                                            <p:cond delay="0"/>
                                          </p:stCondLst>
                                        </p:cTn>
                                        <p:tgtEl>
                                          <p:spTgt spid="331">
                                            <p:txEl>
                                              <p:pRg st="0" end="0"/>
                                            </p:txEl>
                                          </p:spTgt>
                                        </p:tgtEl>
                                        <p:attrNameLst>
                                          <p:attrName>style.visibility</p:attrName>
                                        </p:attrNameLst>
                                      </p:cBhvr>
                                      <p:to>
                                        <p:strVal val="visible"/>
                                      </p:to>
                                    </p:set>
                                  </p:childTnLst>
                                </p:cTn>
                              </p:par>
                            </p:childTnLst>
                          </p:cTn>
                        </p:par>
                      </p:childTnLst>
                    </p:cTn>
                  </p:par>
                  <p:par>
                    <p:cTn id="319" fill="hold">
                      <p:stCondLst>
                        <p:cond delay="indefinite"/>
                      </p:stCondLst>
                      <p:childTnLst>
                        <p:par>
                          <p:cTn id="320" fill="hold">
                            <p:stCondLst>
                              <p:cond delay="0"/>
                            </p:stCondLst>
                            <p:childTnLst>
                              <p:par>
                                <p:cTn id="321" nodeType="clickEffect" fill="hold" presetClass="entr" presetID="1">
                                  <p:stCondLst>
                                    <p:cond delay="0"/>
                                  </p:stCondLst>
                                  <p:childTnLst>
                                    <p:set>
                                      <p:cBhvr>
                                        <p:cTn id="322" dur="1" fill="hold">
                                          <p:stCondLst>
                                            <p:cond delay="0"/>
                                          </p:stCondLst>
                                        </p:cTn>
                                        <p:tgtEl>
                                          <p:spTgt spid="331">
                                            <p:txEl>
                                              <p:pRg st="1" end="1"/>
                                            </p:txEl>
                                          </p:spTgt>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nodeType="clickEffect" fill="hold" presetClass="entr" presetID="1">
                                  <p:stCondLst>
                                    <p:cond delay="0"/>
                                  </p:stCondLst>
                                  <p:childTnLst>
                                    <p:set>
                                      <p:cBhvr>
                                        <p:cTn id="326" dur="1" fill="hold">
                                          <p:stCondLst>
                                            <p:cond delay="0"/>
                                          </p:stCondLst>
                                        </p:cTn>
                                        <p:tgtEl>
                                          <p:spTgt spid="331">
                                            <p:txEl>
                                              <p:pRg st="2" end="2"/>
                                            </p:txEl>
                                          </p:spTgt>
                                        </p:tgtEl>
                                        <p:attrNameLst>
                                          <p:attrName>style.visibility</p:attrName>
                                        </p:attrNameLst>
                                      </p:cBhvr>
                                      <p:to>
                                        <p:strVal val="visible"/>
                                      </p:to>
                                    </p:set>
                                  </p:childTnLst>
                                </p:cTn>
                              </p:par>
                            </p:childTnLst>
                          </p:cTn>
                        </p:par>
                      </p:childTnLst>
                    </p:cTn>
                  </p:par>
                  <p:par>
                    <p:cTn id="327" fill="hold">
                      <p:stCondLst>
                        <p:cond delay="indefinite"/>
                      </p:stCondLst>
                      <p:childTnLst>
                        <p:par>
                          <p:cTn id="328" fill="hold">
                            <p:stCondLst>
                              <p:cond delay="0"/>
                            </p:stCondLst>
                            <p:childTnLst>
                              <p:par>
                                <p:cTn id="329" nodeType="clickEffect" fill="hold" presetClass="entr" presetID="1">
                                  <p:stCondLst>
                                    <p:cond delay="0"/>
                                  </p:stCondLst>
                                  <p:childTnLst>
                                    <p:set>
                                      <p:cBhvr>
                                        <p:cTn id="330" dur="1" fill="hold">
                                          <p:stCondLst>
                                            <p:cond delay="0"/>
                                          </p:stCondLst>
                                        </p:cTn>
                                        <p:tgtEl>
                                          <p:spTgt spid="331">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Strong vs Weak Entities</a:t>
            </a:r>
            <a:endParaRPr b="0" lang="en-US" sz="2600" spc="-1" strike="noStrike">
              <a:solidFill>
                <a:srgbClr val="000000"/>
              </a:solidFill>
              <a:latin typeface="Arial"/>
            </a:endParaRPr>
          </a:p>
        </p:txBody>
      </p:sp>
      <p:sp>
        <p:nvSpPr>
          <p:cNvPr id="334" name="PlaceHolder 2"/>
          <p:cNvSpPr>
            <a:spLocks noGrp="1"/>
          </p:cNvSpPr>
          <p:nvPr>
            <p:ph type="sldNum" idx="2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45A1732-EC1D-4B9E-BF05-B3ABE1A5E9FB}" type="slidenum">
              <a:rPr b="0" lang="el" sz="1000" spc="-1" strike="noStrike">
                <a:solidFill>
                  <a:schemeClr val="accent1"/>
                </a:solidFill>
                <a:latin typeface="Lato"/>
                <a:ea typeface="Lato"/>
              </a:rPr>
              <a:t>20</a:t>
            </a:fld>
            <a:endParaRPr b="0" lang="en-US" sz="1000" spc="-1" strike="noStrike">
              <a:solidFill>
                <a:srgbClr val="000000"/>
              </a:solidFill>
              <a:latin typeface="Times New Roman"/>
            </a:endParaRPr>
          </a:p>
        </p:txBody>
      </p:sp>
      <p:graphicFrame>
        <p:nvGraphicFramePr>
          <p:cNvPr id="335" name="Google Shape;265;p20"/>
          <p:cNvGraphicFramePr/>
          <p:nvPr/>
        </p:nvGraphicFramePr>
        <p:xfrm>
          <a:off x="952560" y="1484280"/>
          <a:ext cx="7238520" cy="3309120"/>
        </p:xfrm>
        <a:graphic>
          <a:graphicData uri="http://schemas.openxmlformats.org/drawingml/2006/table">
            <a:tbl>
              <a:tblPr/>
              <a:tblGrid>
                <a:gridCol w="3619440"/>
                <a:gridCol w="3619440"/>
              </a:tblGrid>
              <a:tr h="380880">
                <a:tc>
                  <a:txBody>
                    <a:bodyPr lIns="91080" rIns="91080" tIns="91080" bIns="91080" anchor="t">
                      <a:noAutofit/>
                    </a:bodyPr>
                    <a:p>
                      <a:pPr>
                        <a:lnSpc>
                          <a:spcPct val="100000"/>
                        </a:lnSpc>
                        <a:tabLst>
                          <a:tab algn="l" pos="0"/>
                        </a:tabLst>
                      </a:pPr>
                      <a:r>
                        <a:rPr b="1" lang="el" sz="1600" spc="-1" strike="noStrike">
                          <a:solidFill>
                            <a:schemeClr val="accent1"/>
                          </a:solidFill>
                          <a:latin typeface="Arial"/>
                          <a:ea typeface="Arial"/>
                        </a:rPr>
                        <a:t>Strong Sets</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1" lang="el" sz="1600" spc="-1" strike="noStrike">
                          <a:solidFill>
                            <a:schemeClr val="accent1"/>
                          </a:solidFill>
                          <a:latin typeface="Arial"/>
                          <a:ea typeface="Arial"/>
                        </a:rPr>
                        <a:t>Weak Sets</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r h="380880">
                <a:tc>
                  <a:txBody>
                    <a:bodyPr lIns="91080" rIns="91080" tIns="91080" bIns="91080" anchor="t">
                      <a:noAutofit/>
                    </a:bodyPr>
                    <a:p>
                      <a:pPr>
                        <a:lnSpc>
                          <a:spcPct val="100000"/>
                        </a:lnSpc>
                        <a:tabLst>
                          <a:tab algn="l" pos="0"/>
                        </a:tabLst>
                      </a:pPr>
                      <a:r>
                        <a:rPr b="0" lang="el" sz="1600" spc="-1" strike="noStrike">
                          <a:solidFill>
                            <a:schemeClr val="accent1"/>
                          </a:solidFill>
                          <a:latin typeface="Arial"/>
                          <a:ea typeface="Arial"/>
                        </a:rPr>
                        <a:t>Have primary key</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600" spc="-1" strike="noStrike">
                          <a:solidFill>
                            <a:schemeClr val="accent1"/>
                          </a:solidFill>
                          <a:latin typeface="Arial"/>
                          <a:ea typeface="Arial"/>
                        </a:rPr>
                        <a:t>Lack primary key. Have partial key</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r h="380880">
                <a:tc>
                  <a:txBody>
                    <a:bodyPr lIns="91080" rIns="91080" tIns="91080" bIns="91080" anchor="t">
                      <a:noAutofit/>
                    </a:bodyPr>
                    <a:p>
                      <a:pPr>
                        <a:lnSpc>
                          <a:spcPct val="100000"/>
                        </a:lnSpc>
                        <a:tabLst>
                          <a:tab algn="l" pos="0"/>
                        </a:tabLst>
                      </a:pPr>
                      <a:r>
                        <a:rPr b="0" lang="el" sz="1600" spc="-1" strike="noStrike">
                          <a:solidFill>
                            <a:schemeClr val="accent1"/>
                          </a:solidFill>
                          <a:latin typeface="Arial"/>
                          <a:ea typeface="Arial"/>
                        </a:rPr>
                        <a:t>Represented by rectangles</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600" spc="-1" strike="noStrike">
                          <a:solidFill>
                            <a:schemeClr val="accent1"/>
                          </a:solidFill>
                          <a:latin typeface="Arial"/>
                          <a:ea typeface="Arial"/>
                        </a:rPr>
                        <a:t>Represented by double rectangles</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r h="380880">
                <a:tc>
                  <a:txBody>
                    <a:bodyPr lIns="91080" rIns="91080" tIns="91080" bIns="91080" anchor="t">
                      <a:noAutofit/>
                    </a:bodyPr>
                    <a:p>
                      <a:pPr>
                        <a:lnSpc>
                          <a:spcPct val="100000"/>
                        </a:lnSpc>
                        <a:tabLst>
                          <a:tab algn="l" pos="0"/>
                        </a:tabLst>
                      </a:pPr>
                      <a:r>
                        <a:rPr b="0" lang="el" sz="1600" spc="-1" strike="noStrike">
                          <a:solidFill>
                            <a:schemeClr val="accent1"/>
                          </a:solidFill>
                          <a:latin typeface="Arial"/>
                          <a:ea typeface="Arial"/>
                        </a:rPr>
                        <a:t>Called “dominant entities”</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600" spc="-1" strike="noStrike">
                          <a:solidFill>
                            <a:schemeClr val="accent1"/>
                          </a:solidFill>
                          <a:latin typeface="Arial"/>
                          <a:ea typeface="Arial"/>
                        </a:rPr>
                        <a:t>Called “subordinate entities”</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r h="380880">
                <a:tc>
                  <a:txBody>
                    <a:bodyPr lIns="91080" rIns="91080" tIns="91080" bIns="91080" anchor="t">
                      <a:noAutofit/>
                    </a:bodyPr>
                    <a:p>
                      <a:pPr>
                        <a:lnSpc>
                          <a:spcPct val="100000"/>
                        </a:lnSpc>
                        <a:tabLst>
                          <a:tab algn="l" pos="0"/>
                        </a:tabLst>
                      </a:pPr>
                      <a:r>
                        <a:rPr b="0" lang="el" sz="1600" spc="-1" strike="noStrike">
                          <a:solidFill>
                            <a:schemeClr val="accent1"/>
                          </a:solidFill>
                          <a:latin typeface="Arial"/>
                          <a:ea typeface="Arial"/>
                        </a:rPr>
                        <a:t>Are identified by their primary key</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600" spc="-1" strike="noStrike">
                          <a:solidFill>
                            <a:schemeClr val="accent1"/>
                          </a:solidFill>
                          <a:latin typeface="Arial"/>
                          <a:ea typeface="Arial"/>
                        </a:rPr>
                        <a:t>Are identified by their dominant entity’s primary key + their partial key</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r h="380880">
                <a:tc>
                  <a:txBody>
                    <a:bodyPr lIns="91080" rIns="91080" tIns="91080" bIns="91080" anchor="t">
                      <a:noAutofit/>
                    </a:bodyPr>
                    <a:p>
                      <a:pPr>
                        <a:lnSpc>
                          <a:spcPct val="100000"/>
                        </a:lnSpc>
                        <a:tabLst>
                          <a:tab algn="l" pos="0"/>
                        </a:tabLst>
                      </a:pPr>
                      <a:r>
                        <a:rPr b="0" lang="el" sz="1600" spc="-1" strike="noStrike">
                          <a:solidFill>
                            <a:schemeClr val="accent1"/>
                          </a:solidFill>
                          <a:latin typeface="Arial"/>
                          <a:ea typeface="Arial"/>
                        </a:rPr>
                        <a:t>Strong relationships are indicated by single diamonds</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600" spc="-1" strike="noStrike">
                          <a:solidFill>
                            <a:schemeClr val="accent1"/>
                          </a:solidFill>
                          <a:latin typeface="Arial"/>
                          <a:ea typeface="Arial"/>
                        </a:rPr>
                        <a:t>Weak relationships are indicated by double diamonds</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r h="380880">
                <a:tc>
                  <a:txBody>
                    <a:bodyPr lIns="91080" rIns="91080" tIns="91080" bIns="91080" anchor="t">
                      <a:noAutofit/>
                    </a:bodyPr>
                    <a:p>
                      <a:pPr>
                        <a:lnSpc>
                          <a:spcPct val="100000"/>
                        </a:lnSpc>
                        <a:tabLst>
                          <a:tab algn="l" pos="0"/>
                        </a:tabLst>
                      </a:pPr>
                      <a:r>
                        <a:rPr b="0" lang="el" sz="1600" spc="-1" strike="noStrike">
                          <a:solidFill>
                            <a:schemeClr val="accent1"/>
                          </a:solidFill>
                          <a:latin typeface="Arial"/>
                          <a:ea typeface="Arial"/>
                        </a:rPr>
                        <a:t>Connections are single lines</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c>
                  <a:txBody>
                    <a:bodyPr lIns="91080" rIns="91080" tIns="91080" bIns="91080" anchor="t">
                      <a:noAutofit/>
                    </a:bodyPr>
                    <a:p>
                      <a:pPr>
                        <a:lnSpc>
                          <a:spcPct val="100000"/>
                        </a:lnSpc>
                        <a:tabLst>
                          <a:tab algn="l" pos="0"/>
                        </a:tabLst>
                      </a:pPr>
                      <a:r>
                        <a:rPr b="0" lang="el" sz="1600" spc="-1" strike="noStrike">
                          <a:solidFill>
                            <a:schemeClr val="accent1"/>
                          </a:solidFill>
                          <a:latin typeface="Arial"/>
                          <a:ea typeface="Arial"/>
                        </a:rPr>
                        <a:t>Connections are double lines</a:t>
                      </a:r>
                      <a:endParaRPr b="0" lang="en-US" sz="1600" spc="-1" strike="noStrike">
                        <a:solidFill>
                          <a:srgbClr val="000000"/>
                        </a:solidFill>
                        <a:latin typeface="Arial"/>
                      </a:endParaRPr>
                    </a:p>
                  </a:txBody>
                  <a:tcPr anchor="t" marL="91080" marR="91080">
                    <a:lnL w="9360">
                      <a:solidFill>
                        <a:srgbClr val="9e9e9e"/>
                      </a:solidFill>
                    </a:lnL>
                    <a:lnR w="9360">
                      <a:solidFill>
                        <a:srgbClr val="9e9e9e"/>
                      </a:solidFill>
                    </a:lnR>
                    <a:lnT w="9360">
                      <a:solidFill>
                        <a:srgbClr val="9e9e9e"/>
                      </a:solidFill>
                    </a:lnT>
                    <a:lnB w="9360">
                      <a:solidFill>
                        <a:srgbClr val="9e9e9e"/>
                      </a:solidFill>
                    </a:lnB>
                    <a:noFill/>
                  </a:tcPr>
                </a:tc>
              </a:tr>
            </a:tbl>
          </a:graphicData>
        </a:graphic>
      </p:graphicFrame>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Back to the XYZ University</a:t>
            </a:r>
            <a:endParaRPr b="0" lang="en-US" sz="2600" spc="-1" strike="noStrike">
              <a:solidFill>
                <a:srgbClr val="000000"/>
              </a:solidFill>
              <a:latin typeface="Arial"/>
            </a:endParaRPr>
          </a:p>
        </p:txBody>
      </p:sp>
      <p:sp>
        <p:nvSpPr>
          <p:cNvPr id="337"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Consider the following simple scenario for the XYZ University:</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Students enroll in courses.</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Students are assigned to at least one course.</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Each course is taught by a single professor.</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A professor can only deliver one (and only one) course.</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What process would you follow to design an ER Diagram for the above scenario?</a:t>
            </a:r>
            <a:endParaRPr b="0" lang="en-US" sz="1600" spc="-1" strike="noStrike">
              <a:solidFill>
                <a:srgbClr val="000000"/>
              </a:solidFill>
              <a:latin typeface="Arial"/>
            </a:endParaRPr>
          </a:p>
        </p:txBody>
      </p:sp>
      <p:sp>
        <p:nvSpPr>
          <p:cNvPr id="338" name="PlaceHolder 3"/>
          <p:cNvSpPr>
            <a:spLocks noGrp="1"/>
          </p:cNvSpPr>
          <p:nvPr>
            <p:ph type="sldNum" idx="2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9F643CF1-CF91-42F1-AF3F-2FCFAEA75CC7}" type="slidenum">
              <a:rPr b="0" lang="el" sz="1000" spc="-1" strike="noStrike">
                <a:solidFill>
                  <a:schemeClr val="accent1"/>
                </a:solidFill>
                <a:latin typeface="Lato"/>
                <a:ea typeface="Lato"/>
              </a:rPr>
              <a:t>21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31" dur="indefinite" restart="never" nodeType="tmRoot">
          <p:childTnLst>
            <p:seq>
              <p:cTn id="332" dur="indefinite" nodeType="mainSeq">
                <p:childTnLst>
                  <p:par>
                    <p:cTn id="333" fill="hold">
                      <p:stCondLst>
                        <p:cond delay="indefinite"/>
                      </p:stCondLst>
                      <p:childTnLst>
                        <p:par>
                          <p:cTn id="334" fill="hold">
                            <p:stCondLst>
                              <p:cond delay="0"/>
                            </p:stCondLst>
                            <p:childTnLst>
                              <p:par>
                                <p:cTn id="335" nodeType="clickEffect" fill="hold" presetClass="entr" presetID="1">
                                  <p:stCondLst>
                                    <p:cond delay="0"/>
                                  </p:stCondLst>
                                  <p:childTnLst>
                                    <p:set>
                                      <p:cBhvr>
                                        <p:cTn id="336" dur="1" fill="hold">
                                          <p:stCondLst>
                                            <p:cond delay="0"/>
                                          </p:stCondLst>
                                        </p:cTn>
                                        <p:tgtEl>
                                          <p:spTgt spid="33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ER Diagram Design</a:t>
            </a:r>
            <a:endParaRPr b="0" lang="en-US" sz="2600" spc="-1" strike="noStrike">
              <a:solidFill>
                <a:srgbClr val="000000"/>
              </a:solidFill>
              <a:latin typeface="Arial"/>
            </a:endParaRPr>
          </a:p>
        </p:txBody>
      </p:sp>
      <p:sp>
        <p:nvSpPr>
          <p:cNvPr id="340"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Five steps:</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Entity Identification</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Relationship identification</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Cardinality identification</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Attribute identification</a:t>
            </a:r>
            <a:endParaRPr b="0" lang="en-US" sz="1600" spc="-1" strike="noStrike">
              <a:solidFill>
                <a:srgbClr val="000000"/>
              </a:solidFill>
              <a:latin typeface="Arial"/>
            </a:endParaRPr>
          </a:p>
          <a:p>
            <a:pPr marL="4572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ER Diagram creation</a:t>
            </a:r>
            <a:endParaRPr b="0" lang="en-US" sz="1600" spc="-1" strike="noStrike">
              <a:solidFill>
                <a:srgbClr val="000000"/>
              </a:solidFill>
              <a:latin typeface="Arial"/>
            </a:endParaRPr>
          </a:p>
        </p:txBody>
      </p:sp>
      <p:sp>
        <p:nvSpPr>
          <p:cNvPr id="341" name="PlaceHolder 3"/>
          <p:cNvSpPr>
            <a:spLocks noGrp="1"/>
          </p:cNvSpPr>
          <p:nvPr>
            <p:ph type="sldNum" idx="2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E410EFE-21BB-47A9-8288-F04D8AF71F8A}" type="slidenum">
              <a:rPr b="0" lang="el" sz="1000" spc="-1" strike="noStrike">
                <a:solidFill>
                  <a:schemeClr val="accent1"/>
                </a:solidFill>
                <a:latin typeface="Lato"/>
                <a:ea typeface="Lato"/>
              </a:rPr>
              <a:t>22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37" dur="indefinite" restart="never" nodeType="tmRoot">
          <p:childTnLst>
            <p:seq>
              <p:cTn id="338" dur="indefinite" nodeType="mainSeq">
                <p:childTnLst>
                  <p:par>
                    <p:cTn id="339" fill="hold">
                      <p:stCondLst>
                        <p:cond delay="indefinite"/>
                      </p:stCondLst>
                      <p:childTnLst>
                        <p:par>
                          <p:cTn id="340" fill="hold">
                            <p:stCondLst>
                              <p:cond delay="0"/>
                            </p:stCondLst>
                            <p:childTnLst>
                              <p:par>
                                <p:cTn id="341" nodeType="clickEffect" fill="hold" presetClass="entr" presetID="1">
                                  <p:stCondLst>
                                    <p:cond delay="0"/>
                                  </p:stCondLst>
                                  <p:childTnLst>
                                    <p:set>
                                      <p:cBhvr>
                                        <p:cTn id="342" dur="1" fill="hold">
                                          <p:stCondLst>
                                            <p:cond delay="0"/>
                                          </p:stCondLst>
                                        </p:cTn>
                                        <p:tgtEl>
                                          <p:spTgt spid="3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Entity Identification</a:t>
            </a:r>
            <a:endParaRPr b="0" lang="en-US" sz="2600" spc="-1" strike="noStrike">
              <a:solidFill>
                <a:srgbClr val="000000"/>
              </a:solidFill>
              <a:latin typeface="Arial"/>
            </a:endParaRPr>
          </a:p>
        </p:txBody>
      </p:sp>
      <p:sp>
        <p:nvSpPr>
          <p:cNvPr id="343" name="PlaceHolder 2"/>
          <p:cNvSpPr>
            <a:spLocks noGrp="1"/>
          </p:cNvSpPr>
          <p:nvPr>
            <p:ph/>
          </p:nvPr>
        </p:nvSpPr>
        <p:spPr>
          <a:xfrm>
            <a:off x="729360" y="1378080"/>
            <a:ext cx="7688520" cy="534960"/>
          </a:xfrm>
          <a:prstGeom prst="rect">
            <a:avLst/>
          </a:prstGeom>
          <a:noFill/>
          <a:ln w="0">
            <a:noFill/>
          </a:ln>
        </p:spPr>
        <p:txBody>
          <a:bodyPr tIns="91440" bIns="91440" anchor="t">
            <a:normAutofit/>
          </a:bodyPr>
          <a:p>
            <a:pPr indent="0">
              <a:lnSpc>
                <a:spcPct val="115000"/>
              </a:lnSpc>
              <a:spcAft>
                <a:spcPts val="1199"/>
              </a:spcAft>
              <a:buNone/>
              <a:tabLst>
                <a:tab algn="l" pos="0"/>
              </a:tabLst>
            </a:pPr>
            <a:r>
              <a:rPr b="0" lang="el" sz="1600" spc="-1" strike="noStrike">
                <a:solidFill>
                  <a:schemeClr val="accent1"/>
                </a:solidFill>
                <a:latin typeface="Lato"/>
                <a:ea typeface="Lato"/>
              </a:rPr>
              <a:t>In our case, we have the following entities:</a:t>
            </a:r>
            <a:endParaRPr b="0" lang="en-US" sz="1600" spc="-1" strike="noStrike">
              <a:solidFill>
                <a:srgbClr val="000000"/>
              </a:solidFill>
              <a:latin typeface="Arial"/>
            </a:endParaRPr>
          </a:p>
        </p:txBody>
      </p:sp>
      <p:sp>
        <p:nvSpPr>
          <p:cNvPr id="344" name="PlaceHolder 3"/>
          <p:cNvSpPr>
            <a:spLocks noGrp="1"/>
          </p:cNvSpPr>
          <p:nvPr>
            <p:ph type="sldNum" idx="2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C9F0D665-70B9-4299-9F15-84EB98890E4E}" type="slidenum">
              <a:rPr b="0" lang="el" sz="1000" spc="-1" strike="noStrike">
                <a:solidFill>
                  <a:schemeClr val="accent1"/>
                </a:solidFill>
                <a:latin typeface="Lato"/>
                <a:ea typeface="Lato"/>
              </a:rPr>
              <a:t>23</a:t>
            </a:fld>
            <a:endParaRPr b="0" lang="en-US" sz="1000" spc="-1" strike="noStrike">
              <a:solidFill>
                <a:srgbClr val="000000"/>
              </a:solidFill>
              <a:latin typeface="Times New Roman"/>
            </a:endParaRPr>
          </a:p>
        </p:txBody>
      </p:sp>
      <p:pic>
        <p:nvPicPr>
          <p:cNvPr id="345" name="Google Shape;287;p23" descr=""/>
          <p:cNvPicPr/>
          <p:nvPr/>
        </p:nvPicPr>
        <p:blipFill>
          <a:blip r:embed="rId1"/>
          <a:stretch/>
        </p:blipFill>
        <p:spPr>
          <a:xfrm>
            <a:off x="1197360" y="2184120"/>
            <a:ext cx="6752880" cy="1704600"/>
          </a:xfrm>
          <a:prstGeom prst="rect">
            <a:avLst/>
          </a:prstGeom>
          <a:ln w="0">
            <a:noFill/>
          </a:ln>
        </p:spPr>
      </p:pic>
    </p:spTree>
  </p:cSld>
  <mc:AlternateContent>
    <mc:Choice Requires="p14">
      <p:transition spd="slow" p14:dur="2000"/>
    </mc:Choice>
    <mc:Fallback>
      <p:transition spd="slow"/>
    </mc:Fallback>
  </mc:AlternateContent>
  <p:timing>
    <p:tnLst>
      <p:par>
        <p:cTn id="343" dur="indefinite" restart="never" nodeType="tmRoot">
          <p:childTnLst>
            <p:seq>
              <p:cTn id="344" dur="indefinite" nodeType="mainSeq">
                <p:childTnLst>
                  <p:par>
                    <p:cTn id="345" fill="hold">
                      <p:stCondLst>
                        <p:cond delay="indefinite"/>
                      </p:stCondLst>
                      <p:childTnLst>
                        <p:par>
                          <p:cTn id="346" fill="hold">
                            <p:stCondLst>
                              <p:cond delay="0"/>
                            </p:stCondLst>
                            <p:childTnLst>
                              <p:par>
                                <p:cTn id="347" nodeType="clickEffect" fill="hold" presetClass="entr" presetID="1">
                                  <p:stCondLst>
                                    <p:cond delay="0"/>
                                  </p:stCondLst>
                                  <p:childTnLst>
                                    <p:set>
                                      <p:cBhvr>
                                        <p:cTn id="348" dur="1" fill="hold">
                                          <p:stCondLst>
                                            <p:cond delay="0"/>
                                          </p:stCondLst>
                                        </p:cTn>
                                        <p:tgtEl>
                                          <p:spTgt spid="343"/>
                                        </p:tgtEl>
                                        <p:attrNameLst>
                                          <p:attrName>style.visibility</p:attrName>
                                        </p:attrNameLst>
                                      </p:cBhvr>
                                      <p:to>
                                        <p:strVal val="visible"/>
                                      </p:to>
                                    </p:set>
                                  </p:childTnLst>
                                </p:cTn>
                              </p:par>
                            </p:childTnLst>
                          </p:cTn>
                        </p:par>
                      </p:childTnLst>
                    </p:cTn>
                  </p:par>
                  <p:par>
                    <p:cTn id="349" fill="hold">
                      <p:stCondLst>
                        <p:cond delay="indefinite"/>
                      </p:stCondLst>
                      <p:childTnLst>
                        <p:par>
                          <p:cTn id="350" fill="hold">
                            <p:stCondLst>
                              <p:cond delay="0"/>
                            </p:stCondLst>
                            <p:childTnLst>
                              <p:par>
                                <p:cTn id="351" nodeType="clickEffect" fill="hold" presetClass="entr" presetID="1">
                                  <p:stCondLst>
                                    <p:cond delay="0"/>
                                  </p:stCondLst>
                                  <p:childTnLst>
                                    <p:set>
                                      <p:cBhvr>
                                        <p:cTn id="352" dur="1" fill="hold">
                                          <p:stCondLst>
                                            <p:cond delay="0"/>
                                          </p:stCondLst>
                                        </p:cTn>
                                        <p:tgtEl>
                                          <p:spTgt spid="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Relationship Identification</a:t>
            </a:r>
            <a:endParaRPr b="0" lang="en-US" sz="2600" spc="-1" strike="noStrike">
              <a:solidFill>
                <a:srgbClr val="000000"/>
              </a:solidFill>
              <a:latin typeface="Arial"/>
            </a:endParaRPr>
          </a:p>
        </p:txBody>
      </p:sp>
      <p:sp>
        <p:nvSpPr>
          <p:cNvPr id="347" name="PlaceHolder 2"/>
          <p:cNvSpPr>
            <a:spLocks noGrp="1"/>
          </p:cNvSpPr>
          <p:nvPr>
            <p:ph/>
          </p:nvPr>
        </p:nvSpPr>
        <p:spPr>
          <a:xfrm>
            <a:off x="729360" y="1378080"/>
            <a:ext cx="7688520" cy="675720"/>
          </a:xfrm>
          <a:prstGeom prst="rect">
            <a:avLst/>
          </a:prstGeom>
          <a:noFill/>
          <a:ln w="0">
            <a:noFill/>
          </a:ln>
        </p:spPr>
        <p:txBody>
          <a:bodyPr tIns="91440" bIns="91440" anchor="t">
            <a:normAutofit/>
          </a:bodyPr>
          <a:p>
            <a:pPr indent="0">
              <a:lnSpc>
                <a:spcPct val="115000"/>
              </a:lnSpc>
              <a:spcAft>
                <a:spcPts val="1199"/>
              </a:spcAft>
              <a:buNone/>
              <a:tabLst>
                <a:tab algn="l" pos="0"/>
              </a:tabLst>
            </a:pPr>
            <a:r>
              <a:rPr b="0" lang="el" sz="1600" spc="-1" strike="noStrike">
                <a:solidFill>
                  <a:schemeClr val="accent1"/>
                </a:solidFill>
                <a:latin typeface="Lato"/>
                <a:ea typeface="Lato"/>
              </a:rPr>
              <a:t>Then, we have the following relationships:</a:t>
            </a:r>
            <a:endParaRPr b="0" lang="en-US" sz="1600" spc="-1" strike="noStrike">
              <a:solidFill>
                <a:srgbClr val="000000"/>
              </a:solidFill>
              <a:latin typeface="Arial"/>
            </a:endParaRPr>
          </a:p>
        </p:txBody>
      </p:sp>
      <p:sp>
        <p:nvSpPr>
          <p:cNvPr id="348" name="PlaceHolder 3"/>
          <p:cNvSpPr>
            <a:spLocks noGrp="1"/>
          </p:cNvSpPr>
          <p:nvPr>
            <p:ph type="sldNum" idx="2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D6B37D54-E3F2-4E75-9BDA-D3C55F2B63E5}" type="slidenum">
              <a:rPr b="0" lang="el" sz="1000" spc="-1" strike="noStrike">
                <a:solidFill>
                  <a:schemeClr val="accent1"/>
                </a:solidFill>
                <a:latin typeface="Lato"/>
                <a:ea typeface="Lato"/>
              </a:rPr>
              <a:t>24</a:t>
            </a:fld>
            <a:endParaRPr b="0" lang="en-US" sz="1000" spc="-1" strike="noStrike">
              <a:solidFill>
                <a:srgbClr val="000000"/>
              </a:solidFill>
              <a:latin typeface="Times New Roman"/>
            </a:endParaRPr>
          </a:p>
        </p:txBody>
      </p:sp>
      <p:pic>
        <p:nvPicPr>
          <p:cNvPr id="349" name="Google Shape;295;p24" descr=""/>
          <p:cNvPicPr/>
          <p:nvPr/>
        </p:nvPicPr>
        <p:blipFill>
          <a:blip r:embed="rId1"/>
          <a:stretch/>
        </p:blipFill>
        <p:spPr>
          <a:xfrm>
            <a:off x="506520" y="2385000"/>
            <a:ext cx="8133840" cy="1514160"/>
          </a:xfrm>
          <a:prstGeom prst="rect">
            <a:avLst/>
          </a:prstGeom>
          <a:ln w="0">
            <a:noFill/>
          </a:ln>
        </p:spPr>
      </p:pic>
    </p:spTree>
  </p:cSld>
  <mc:AlternateContent>
    <mc:Choice Requires="p14">
      <p:transition spd="slow" p14:dur="2000"/>
    </mc:Choice>
    <mc:Fallback>
      <p:transition spd="slow"/>
    </mc:Fallback>
  </mc:AlternateContent>
  <p:timing>
    <p:tnLst>
      <p:par>
        <p:cTn id="353" dur="indefinite" restart="never" nodeType="tmRoot">
          <p:childTnLst>
            <p:seq>
              <p:cTn id="354" dur="indefinite" nodeType="mainSeq">
                <p:childTnLst>
                  <p:par>
                    <p:cTn id="355" fill="hold">
                      <p:stCondLst>
                        <p:cond delay="indefinite"/>
                      </p:stCondLst>
                      <p:childTnLst>
                        <p:par>
                          <p:cTn id="356" fill="hold">
                            <p:stCondLst>
                              <p:cond delay="0"/>
                            </p:stCondLst>
                            <p:childTnLst>
                              <p:par>
                                <p:cTn id="357" nodeType="clickEffect" fill="hold" presetClass="entr" presetID="1">
                                  <p:stCondLst>
                                    <p:cond delay="0"/>
                                  </p:stCondLst>
                                  <p:childTnLst>
                                    <p:set>
                                      <p:cBhvr>
                                        <p:cTn id="358" dur="1" fill="hold">
                                          <p:stCondLst>
                                            <p:cond delay="0"/>
                                          </p:stCondLst>
                                        </p:cTn>
                                        <p:tgtEl>
                                          <p:spTgt spid="347"/>
                                        </p:tgtEl>
                                        <p:attrNameLst>
                                          <p:attrName>style.visibility</p:attrName>
                                        </p:attrNameLst>
                                      </p:cBhvr>
                                      <p:to>
                                        <p:strVal val="visible"/>
                                      </p:to>
                                    </p:set>
                                  </p:childTnLst>
                                </p:cTn>
                              </p:par>
                            </p:childTnLst>
                          </p:cTn>
                        </p:par>
                      </p:childTnLst>
                    </p:cTn>
                  </p:par>
                  <p:par>
                    <p:cTn id="359" fill="hold">
                      <p:stCondLst>
                        <p:cond delay="indefinite"/>
                      </p:stCondLst>
                      <p:childTnLst>
                        <p:par>
                          <p:cTn id="360" fill="hold">
                            <p:stCondLst>
                              <p:cond delay="0"/>
                            </p:stCondLst>
                            <p:childTnLst>
                              <p:par>
                                <p:cTn id="361" nodeType="clickEffect" fill="hold" presetClass="entr" presetID="1">
                                  <p:stCondLst>
                                    <p:cond delay="0"/>
                                  </p:stCondLst>
                                  <p:childTnLst>
                                    <p:set>
                                      <p:cBhvr>
                                        <p:cTn id="362" dur="1" fill="hold">
                                          <p:stCondLst>
                                            <p:cond delay="0"/>
                                          </p:stCondLst>
                                        </p:cTn>
                                        <p:tgtEl>
                                          <p:spTgt spid="34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Cardinality Identification</a:t>
            </a:r>
            <a:endParaRPr b="0" lang="en-US" sz="2600" spc="-1" strike="noStrike">
              <a:solidFill>
                <a:srgbClr val="000000"/>
              </a:solidFill>
              <a:latin typeface="Arial"/>
            </a:endParaRPr>
          </a:p>
        </p:txBody>
      </p:sp>
      <p:sp>
        <p:nvSpPr>
          <p:cNvPr id="351" name="PlaceHolder 2"/>
          <p:cNvSpPr>
            <a:spLocks noGrp="1"/>
          </p:cNvSpPr>
          <p:nvPr>
            <p:ph/>
          </p:nvPr>
        </p:nvSpPr>
        <p:spPr>
          <a:xfrm>
            <a:off x="729360" y="1378080"/>
            <a:ext cx="7688520" cy="486720"/>
          </a:xfrm>
          <a:prstGeom prst="rect">
            <a:avLst/>
          </a:prstGeom>
          <a:noFill/>
          <a:ln w="0">
            <a:noFill/>
          </a:ln>
        </p:spPr>
        <p:txBody>
          <a:bodyPr tIns="91440" bIns="91440" anchor="t">
            <a:normAutofit/>
          </a:bodyPr>
          <a:p>
            <a:pPr indent="0">
              <a:lnSpc>
                <a:spcPct val="115000"/>
              </a:lnSpc>
              <a:spcAft>
                <a:spcPts val="1199"/>
              </a:spcAft>
              <a:buNone/>
              <a:tabLst>
                <a:tab algn="l" pos="0"/>
              </a:tabLst>
            </a:pPr>
            <a:r>
              <a:rPr b="0" lang="el" sz="1600" spc="-1" strike="noStrike">
                <a:solidFill>
                  <a:schemeClr val="accent1"/>
                </a:solidFill>
                <a:latin typeface="Lato"/>
                <a:ea typeface="Lato"/>
              </a:rPr>
              <a:t>In our case, relationships are shaped as follows:</a:t>
            </a:r>
            <a:endParaRPr b="0" lang="en-US" sz="1600" spc="-1" strike="noStrike">
              <a:solidFill>
                <a:srgbClr val="000000"/>
              </a:solidFill>
              <a:latin typeface="Arial"/>
            </a:endParaRPr>
          </a:p>
        </p:txBody>
      </p:sp>
      <p:sp>
        <p:nvSpPr>
          <p:cNvPr id="352" name="PlaceHolder 3"/>
          <p:cNvSpPr>
            <a:spLocks noGrp="1"/>
          </p:cNvSpPr>
          <p:nvPr>
            <p:ph type="sldNum" idx="3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8613A72-192D-497B-B7B3-6D807935EB3D}" type="slidenum">
              <a:rPr b="0" lang="el" sz="1000" spc="-1" strike="noStrike">
                <a:solidFill>
                  <a:schemeClr val="accent1"/>
                </a:solidFill>
                <a:latin typeface="Lato"/>
                <a:ea typeface="Lato"/>
              </a:rPr>
              <a:t>25</a:t>
            </a:fld>
            <a:endParaRPr b="0" lang="en-US" sz="1000" spc="-1" strike="noStrike">
              <a:solidFill>
                <a:srgbClr val="000000"/>
              </a:solidFill>
              <a:latin typeface="Times New Roman"/>
            </a:endParaRPr>
          </a:p>
        </p:txBody>
      </p:sp>
      <p:pic>
        <p:nvPicPr>
          <p:cNvPr id="353" name="Google Shape;303;p25" descr=""/>
          <p:cNvPicPr/>
          <p:nvPr/>
        </p:nvPicPr>
        <p:blipFill>
          <a:blip r:embed="rId1"/>
          <a:stretch/>
        </p:blipFill>
        <p:spPr>
          <a:xfrm>
            <a:off x="466560" y="2315160"/>
            <a:ext cx="8210160" cy="1542600"/>
          </a:xfrm>
          <a:prstGeom prst="rect">
            <a:avLst/>
          </a:prstGeom>
          <a:ln w="0">
            <a:noFill/>
          </a:ln>
        </p:spPr>
      </p:pic>
    </p:spTree>
  </p:cSld>
  <mc:AlternateContent>
    <mc:Choice Requires="p14">
      <p:transition spd="slow" p14:dur="2000"/>
    </mc:Choice>
    <mc:Fallback>
      <p:transition spd="slow"/>
    </mc:Fallback>
  </mc:AlternateContent>
  <p:timing>
    <p:tnLst>
      <p:par>
        <p:cTn id="363" dur="indefinite" restart="never" nodeType="tmRoot">
          <p:childTnLst>
            <p:seq>
              <p:cTn id="364" dur="indefinite" nodeType="mainSeq">
                <p:childTnLst>
                  <p:par>
                    <p:cTn id="365" fill="hold">
                      <p:stCondLst>
                        <p:cond delay="indefinite"/>
                      </p:stCondLst>
                      <p:childTnLst>
                        <p:par>
                          <p:cTn id="366" fill="hold">
                            <p:stCondLst>
                              <p:cond delay="0"/>
                            </p:stCondLst>
                            <p:childTnLst>
                              <p:par>
                                <p:cTn id="367" nodeType="clickEffect" fill="hold" presetClass="entr" presetID="1">
                                  <p:stCondLst>
                                    <p:cond delay="0"/>
                                  </p:stCondLst>
                                  <p:childTnLst>
                                    <p:set>
                                      <p:cBhvr>
                                        <p:cTn id="368" dur="1" fill="hold">
                                          <p:stCondLst>
                                            <p:cond delay="0"/>
                                          </p:stCondLst>
                                        </p:cTn>
                                        <p:tgtEl>
                                          <p:spTgt spid="351"/>
                                        </p:tgtEl>
                                        <p:attrNameLst>
                                          <p:attrName>style.visibility</p:attrName>
                                        </p:attrNameLst>
                                      </p:cBhvr>
                                      <p:to>
                                        <p:strVal val="visible"/>
                                      </p:to>
                                    </p:set>
                                  </p:childTnLst>
                                </p:cTn>
                              </p:par>
                            </p:childTnLst>
                          </p:cTn>
                        </p:par>
                      </p:childTnLst>
                    </p:cTn>
                  </p:par>
                  <p:par>
                    <p:cTn id="369" fill="hold">
                      <p:stCondLst>
                        <p:cond delay="indefinite"/>
                      </p:stCondLst>
                      <p:childTnLst>
                        <p:par>
                          <p:cTn id="370" fill="hold">
                            <p:stCondLst>
                              <p:cond delay="0"/>
                            </p:stCondLst>
                            <p:childTnLst>
                              <p:par>
                                <p:cTn id="371" nodeType="clickEffect" fill="hold" presetClass="entr" presetID="1">
                                  <p:stCondLst>
                                    <p:cond delay="0"/>
                                  </p:stCondLst>
                                  <p:childTnLst>
                                    <p:set>
                                      <p:cBhvr>
                                        <p:cTn id="372" dur="1" fill="hold">
                                          <p:stCondLst>
                                            <p:cond delay="0"/>
                                          </p:stCondLst>
                                        </p:cTn>
                                        <p:tgtEl>
                                          <p:spTgt spid="35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Attribute Identification</a:t>
            </a:r>
            <a:endParaRPr b="0" lang="en-US" sz="2600" spc="-1" strike="noStrike">
              <a:solidFill>
                <a:srgbClr val="000000"/>
              </a:solidFill>
              <a:latin typeface="Arial"/>
            </a:endParaRPr>
          </a:p>
        </p:txBody>
      </p:sp>
      <p:sp>
        <p:nvSpPr>
          <p:cNvPr id="355"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spcAft>
                <a:spcPts val="1199"/>
              </a:spcAft>
              <a:buNone/>
              <a:tabLst>
                <a:tab algn="l" pos="0"/>
              </a:tabLst>
            </a:pPr>
            <a:r>
              <a:rPr b="0" lang="el" sz="1600" spc="-1" strike="noStrike">
                <a:solidFill>
                  <a:schemeClr val="accent1"/>
                </a:solidFill>
                <a:latin typeface="Lato"/>
                <a:ea typeface="Lato"/>
              </a:rPr>
              <a:t>Regarding attributes, we could have a situation like the following ones. To add more attributes, we should have access to the files of the XYZ University to see what they usually store for all those entities:</a:t>
            </a:r>
            <a:endParaRPr b="0" lang="en-US" sz="1600" spc="-1" strike="noStrike">
              <a:solidFill>
                <a:srgbClr val="000000"/>
              </a:solidFill>
              <a:latin typeface="Arial"/>
            </a:endParaRPr>
          </a:p>
        </p:txBody>
      </p:sp>
      <p:sp>
        <p:nvSpPr>
          <p:cNvPr id="356" name="PlaceHolder 3"/>
          <p:cNvSpPr>
            <a:spLocks noGrp="1"/>
          </p:cNvSpPr>
          <p:nvPr>
            <p:ph type="sldNum" idx="3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707E2E8-E40A-431C-BBA7-6FC337769350}" type="slidenum">
              <a:rPr b="0" lang="el" sz="1000" spc="-1" strike="noStrike">
                <a:solidFill>
                  <a:schemeClr val="accent1"/>
                </a:solidFill>
                <a:latin typeface="Lato"/>
                <a:ea typeface="Lato"/>
              </a:rPr>
              <a:t>26</a:t>
            </a:fld>
            <a:endParaRPr b="0" lang="en-US" sz="1000" spc="-1" strike="noStrike">
              <a:solidFill>
                <a:srgbClr val="000000"/>
              </a:solidFill>
              <a:latin typeface="Times New Roman"/>
            </a:endParaRPr>
          </a:p>
        </p:txBody>
      </p:sp>
      <p:pic>
        <p:nvPicPr>
          <p:cNvPr id="357" name="Google Shape;311;p26" descr=""/>
          <p:cNvPicPr/>
          <p:nvPr/>
        </p:nvPicPr>
        <p:blipFill>
          <a:blip r:embed="rId1"/>
          <a:stretch/>
        </p:blipFill>
        <p:spPr>
          <a:xfrm>
            <a:off x="1528920" y="2437200"/>
            <a:ext cx="6086160" cy="2352240"/>
          </a:xfrm>
          <a:prstGeom prst="rect">
            <a:avLst/>
          </a:prstGeom>
          <a:ln w="0">
            <a:noFill/>
          </a:ln>
        </p:spPr>
      </p:pic>
    </p:spTree>
  </p:cSld>
  <mc:AlternateContent>
    <mc:Choice Requires="p14">
      <p:transition spd="slow" p14:dur="2000"/>
    </mc:Choice>
    <mc:Fallback>
      <p:transition spd="slow"/>
    </mc:Fallback>
  </mc:AlternateContent>
  <p:timing>
    <p:tnLst>
      <p:par>
        <p:cTn id="373" dur="indefinite" restart="never" nodeType="tmRoot">
          <p:childTnLst>
            <p:seq>
              <p:cTn id="374" dur="indefinite" nodeType="mainSeq">
                <p:childTnLst>
                  <p:par>
                    <p:cTn id="375" fill="hold">
                      <p:stCondLst>
                        <p:cond delay="indefinite"/>
                      </p:stCondLst>
                      <p:childTnLst>
                        <p:par>
                          <p:cTn id="376" fill="hold">
                            <p:stCondLst>
                              <p:cond delay="0"/>
                            </p:stCondLst>
                            <p:childTnLst>
                              <p:par>
                                <p:cTn id="377" nodeType="clickEffect" fill="hold" presetClass="entr" presetID="1">
                                  <p:stCondLst>
                                    <p:cond delay="0"/>
                                  </p:stCondLst>
                                  <p:childTnLst>
                                    <p:set>
                                      <p:cBhvr>
                                        <p:cTn id="378" dur="1" fill="hold">
                                          <p:stCondLst>
                                            <p:cond delay="0"/>
                                          </p:stCondLst>
                                        </p:cTn>
                                        <p:tgtEl>
                                          <p:spTgt spid="355"/>
                                        </p:tgtEl>
                                        <p:attrNameLst>
                                          <p:attrName>style.visibility</p:attrName>
                                        </p:attrNameLst>
                                      </p:cBhvr>
                                      <p:to>
                                        <p:strVal val="visible"/>
                                      </p:to>
                                    </p:set>
                                  </p:childTnLst>
                                </p:cTn>
                              </p:par>
                            </p:childTnLst>
                          </p:cTn>
                        </p:par>
                      </p:childTnLst>
                    </p:cTn>
                  </p:par>
                  <p:par>
                    <p:cTn id="379" fill="hold">
                      <p:stCondLst>
                        <p:cond delay="indefinite"/>
                      </p:stCondLst>
                      <p:childTnLst>
                        <p:par>
                          <p:cTn id="380" fill="hold">
                            <p:stCondLst>
                              <p:cond delay="0"/>
                            </p:stCondLst>
                            <p:childTnLst>
                              <p:par>
                                <p:cTn id="381" nodeType="clickEffect" fill="hold" presetClass="entr" presetID="1">
                                  <p:stCondLst>
                                    <p:cond delay="0"/>
                                  </p:stCondLst>
                                  <p:childTnLst>
                                    <p:set>
                                      <p:cBhvr>
                                        <p:cTn id="382" dur="1" fill="hold">
                                          <p:stCondLst>
                                            <p:cond delay="0"/>
                                          </p:stCondLst>
                                        </p:cTn>
                                        <p:tgtEl>
                                          <p:spTgt spid="35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ER Diagram Creation</a:t>
            </a:r>
            <a:endParaRPr b="0" lang="en-US" sz="2600" spc="-1" strike="noStrike">
              <a:solidFill>
                <a:srgbClr val="000000"/>
              </a:solidFill>
              <a:latin typeface="Arial"/>
            </a:endParaRPr>
          </a:p>
        </p:txBody>
      </p:sp>
      <p:sp>
        <p:nvSpPr>
          <p:cNvPr id="359" name="PlaceHolder 2"/>
          <p:cNvSpPr>
            <a:spLocks noGrp="1"/>
          </p:cNvSpPr>
          <p:nvPr>
            <p:ph/>
          </p:nvPr>
        </p:nvSpPr>
        <p:spPr>
          <a:xfrm>
            <a:off x="729360" y="1378080"/>
            <a:ext cx="7688520" cy="534960"/>
          </a:xfrm>
          <a:prstGeom prst="rect">
            <a:avLst/>
          </a:prstGeom>
          <a:noFill/>
          <a:ln w="0">
            <a:noFill/>
          </a:ln>
        </p:spPr>
        <p:txBody>
          <a:bodyPr tIns="91440" bIns="91440" anchor="t">
            <a:normAutofit/>
          </a:bodyPr>
          <a:p>
            <a:pPr indent="0">
              <a:lnSpc>
                <a:spcPct val="115000"/>
              </a:lnSpc>
              <a:spcAft>
                <a:spcPts val="1199"/>
              </a:spcAft>
              <a:buNone/>
              <a:tabLst>
                <a:tab algn="l" pos="0"/>
              </a:tabLst>
            </a:pPr>
            <a:r>
              <a:rPr b="0" lang="el" sz="1600" spc="-1" strike="noStrike">
                <a:solidFill>
                  <a:schemeClr val="accent1"/>
                </a:solidFill>
                <a:latin typeface="Lato"/>
                <a:ea typeface="Lato"/>
              </a:rPr>
              <a:t>The final ER Diagram would look something like that:</a:t>
            </a:r>
            <a:endParaRPr b="0" lang="en-US" sz="1600" spc="-1" strike="noStrike">
              <a:solidFill>
                <a:srgbClr val="000000"/>
              </a:solidFill>
              <a:latin typeface="Arial"/>
            </a:endParaRPr>
          </a:p>
        </p:txBody>
      </p:sp>
      <p:sp>
        <p:nvSpPr>
          <p:cNvPr id="360" name="PlaceHolder 3"/>
          <p:cNvSpPr>
            <a:spLocks noGrp="1"/>
          </p:cNvSpPr>
          <p:nvPr>
            <p:ph type="sldNum" idx="32"/>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42163D44-B1B2-417A-91F7-7FC27FF994E9}" type="slidenum">
              <a:rPr b="0" lang="el" sz="1000" spc="-1" strike="noStrike">
                <a:solidFill>
                  <a:schemeClr val="accent1"/>
                </a:solidFill>
                <a:latin typeface="Lato"/>
                <a:ea typeface="Lato"/>
              </a:rPr>
              <a:t>27</a:t>
            </a:fld>
            <a:endParaRPr b="0" lang="en-US" sz="1000" spc="-1" strike="noStrike">
              <a:solidFill>
                <a:srgbClr val="000000"/>
              </a:solidFill>
              <a:latin typeface="Times New Roman"/>
            </a:endParaRPr>
          </a:p>
        </p:txBody>
      </p:sp>
      <p:pic>
        <p:nvPicPr>
          <p:cNvPr id="361" name="Google Shape;319;p27" descr=""/>
          <p:cNvPicPr/>
          <p:nvPr/>
        </p:nvPicPr>
        <p:blipFill>
          <a:blip r:embed="rId1"/>
          <a:stretch/>
        </p:blipFill>
        <p:spPr>
          <a:xfrm>
            <a:off x="854280" y="2512080"/>
            <a:ext cx="7438680" cy="1390320"/>
          </a:xfrm>
          <a:prstGeom prst="rect">
            <a:avLst/>
          </a:prstGeom>
          <a:ln w="0">
            <a:noFill/>
          </a:ln>
        </p:spPr>
      </p:pic>
    </p:spTree>
  </p:cSld>
  <mc:AlternateContent>
    <mc:Choice Requires="p14">
      <p:transition spd="slow" p14:dur="2000"/>
    </mc:Choice>
    <mc:Fallback>
      <p:transition spd="slow"/>
    </mc:Fallback>
  </mc:AlternateContent>
  <p:timing>
    <p:tnLst>
      <p:par>
        <p:cTn id="383" dur="indefinite" restart="never" nodeType="tmRoot">
          <p:childTnLst>
            <p:seq>
              <p:cTn id="384" dur="indefinite" nodeType="mainSeq">
                <p:childTnLst>
                  <p:par>
                    <p:cTn id="385" fill="hold">
                      <p:stCondLst>
                        <p:cond delay="indefinite"/>
                      </p:stCondLst>
                      <p:childTnLst>
                        <p:par>
                          <p:cTn id="386" fill="hold">
                            <p:stCondLst>
                              <p:cond delay="0"/>
                            </p:stCondLst>
                            <p:childTnLst>
                              <p:par>
                                <p:cTn id="387" nodeType="clickEffect" fill="hold" presetClass="entr" presetID="1">
                                  <p:stCondLst>
                                    <p:cond delay="0"/>
                                  </p:stCondLst>
                                  <p:childTnLst>
                                    <p:set>
                                      <p:cBhvr>
                                        <p:cTn id="388" dur="1" fill="hold">
                                          <p:stCondLst>
                                            <p:cond delay="0"/>
                                          </p:stCondLst>
                                        </p:cTn>
                                        <p:tgtEl>
                                          <p:spTgt spid="359"/>
                                        </p:tgtEl>
                                        <p:attrNameLst>
                                          <p:attrName>style.visibility</p:attrName>
                                        </p:attrNameLst>
                                      </p:cBhvr>
                                      <p:to>
                                        <p:strVal val="visible"/>
                                      </p:to>
                                    </p:set>
                                  </p:childTnLst>
                                </p:cTn>
                              </p:par>
                            </p:childTnLst>
                          </p:cTn>
                        </p:par>
                      </p:childTnLst>
                    </p:cTn>
                  </p:par>
                  <p:par>
                    <p:cTn id="389" fill="hold">
                      <p:stCondLst>
                        <p:cond delay="indefinite"/>
                      </p:stCondLst>
                      <p:childTnLst>
                        <p:par>
                          <p:cTn id="390" fill="hold">
                            <p:stCondLst>
                              <p:cond delay="0"/>
                            </p:stCondLst>
                            <p:childTnLst>
                              <p:par>
                                <p:cTn id="391" nodeType="clickEffect" fill="hold" presetClass="entr" presetID="1">
                                  <p:stCondLst>
                                    <p:cond delay="0"/>
                                  </p:stCondLst>
                                  <p:childTnLst>
                                    <p:set>
                                      <p:cBhvr>
                                        <p:cTn id="392" dur="1" fill="hold">
                                          <p:stCondLst>
                                            <p:cond delay="0"/>
                                          </p:stCondLst>
                                        </p:cTn>
                                        <p:tgtEl>
                                          <p:spTgt spid="3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Some Best Practices</a:t>
            </a:r>
            <a:endParaRPr b="0" lang="en-US" sz="2600" spc="-1" strike="noStrike">
              <a:solidFill>
                <a:srgbClr val="000000"/>
              </a:solidFill>
              <a:latin typeface="Arial"/>
            </a:endParaRPr>
          </a:p>
        </p:txBody>
      </p:sp>
      <p:sp>
        <p:nvSpPr>
          <p:cNvPr id="363"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0" lang="el" sz="1600" spc="-1" strike="noStrike">
                <a:solidFill>
                  <a:schemeClr val="accent1"/>
                </a:solidFill>
                <a:latin typeface="Lato"/>
                <a:ea typeface="Lato"/>
              </a:rPr>
              <a:t>Eliminate redundancies.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Proper entity and relationship labelling.</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Include all data required (don’t miss any attributes, or, even worse tables or relationships!)</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Each entity should appear exactly once!</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Name everything!</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Don’t connect relationships together!</a:t>
            </a:r>
            <a:endParaRPr b="0" lang="en-US" sz="1600" spc="-1" strike="noStrike">
              <a:solidFill>
                <a:srgbClr val="000000"/>
              </a:solidFill>
              <a:latin typeface="Arial"/>
            </a:endParaRPr>
          </a:p>
          <a:p>
            <a:pPr marL="457200" indent="-330120">
              <a:lnSpc>
                <a:spcPct val="115000"/>
              </a:lnSpc>
              <a:buClr>
                <a:srgbClr val="595959"/>
              </a:buClr>
              <a:buFont typeface="Lato"/>
              <a:buChar char="●"/>
            </a:pPr>
            <a:r>
              <a:rPr b="0" lang="el" sz="1600" spc="-1" strike="noStrike">
                <a:solidFill>
                  <a:schemeClr val="accent1"/>
                </a:solidFill>
                <a:latin typeface="Lato"/>
                <a:ea typeface="Lato"/>
              </a:rPr>
              <a:t>Use colours!</a:t>
            </a:r>
            <a:endParaRPr b="0" lang="en-US" sz="1600" spc="-1" strike="noStrike">
              <a:solidFill>
                <a:srgbClr val="000000"/>
              </a:solidFill>
              <a:latin typeface="Arial"/>
            </a:endParaRPr>
          </a:p>
        </p:txBody>
      </p:sp>
      <p:sp>
        <p:nvSpPr>
          <p:cNvPr id="364" name="PlaceHolder 3"/>
          <p:cNvSpPr>
            <a:spLocks noGrp="1"/>
          </p:cNvSpPr>
          <p:nvPr>
            <p:ph type="sldNum" idx="33"/>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604E4E45-1FF7-47B6-A434-360AD75B5E1C}" type="slidenum">
              <a:rPr b="0" lang="el" sz="1000" spc="-1" strike="noStrike">
                <a:solidFill>
                  <a:schemeClr val="accent1"/>
                </a:solidFill>
                <a:latin typeface="Lato"/>
                <a:ea typeface="Lato"/>
              </a:rPr>
              <a:t>28</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393" dur="indefinite" restart="never" nodeType="tmRoot">
          <p:childTnLst>
            <p:seq>
              <p:cTn id="394" dur="indefinite" nodeType="mainSeq">
                <p:childTnLst>
                  <p:par>
                    <p:cTn id="395" fill="hold">
                      <p:stCondLst>
                        <p:cond delay="indefinite"/>
                      </p:stCondLst>
                      <p:childTnLst>
                        <p:par>
                          <p:cTn id="396" fill="hold">
                            <p:stCondLst>
                              <p:cond delay="0"/>
                            </p:stCondLst>
                            <p:childTnLst>
                              <p:par>
                                <p:cTn id="397" nodeType="clickEffect" fill="hold" presetClass="entr" presetID="1">
                                  <p:stCondLst>
                                    <p:cond delay="0"/>
                                  </p:stCondLst>
                                  <p:childTnLst>
                                    <p:set>
                                      <p:cBhvr>
                                        <p:cTn id="398" dur="1" fill="hold">
                                          <p:stCondLst>
                                            <p:cond delay="0"/>
                                          </p:stCondLst>
                                        </p:cTn>
                                        <p:tgtEl>
                                          <p:spTgt spid="363">
                                            <p:txEl>
                                              <p:pRg st="0" end="0"/>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nodeType="clickEffect" fill="hold" presetClass="entr" presetID="1">
                                  <p:stCondLst>
                                    <p:cond delay="0"/>
                                  </p:stCondLst>
                                  <p:childTnLst>
                                    <p:set>
                                      <p:cBhvr>
                                        <p:cTn id="402" dur="1" fill="hold">
                                          <p:stCondLst>
                                            <p:cond delay="0"/>
                                          </p:stCondLst>
                                        </p:cTn>
                                        <p:tgtEl>
                                          <p:spTgt spid="363">
                                            <p:txEl>
                                              <p:pRg st="1" end="1"/>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nodeType="clickEffect" fill="hold" presetClass="entr" presetID="1">
                                  <p:stCondLst>
                                    <p:cond delay="0"/>
                                  </p:stCondLst>
                                  <p:childTnLst>
                                    <p:set>
                                      <p:cBhvr>
                                        <p:cTn id="406" dur="1" fill="hold">
                                          <p:stCondLst>
                                            <p:cond delay="0"/>
                                          </p:stCondLst>
                                        </p:cTn>
                                        <p:tgtEl>
                                          <p:spTgt spid="363">
                                            <p:txEl>
                                              <p:pRg st="2" end="2"/>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nodeType="clickEffect" fill="hold" presetClass="entr" presetID="1">
                                  <p:stCondLst>
                                    <p:cond delay="0"/>
                                  </p:stCondLst>
                                  <p:childTnLst>
                                    <p:set>
                                      <p:cBhvr>
                                        <p:cTn id="410" dur="1" fill="hold">
                                          <p:stCondLst>
                                            <p:cond delay="0"/>
                                          </p:stCondLst>
                                        </p:cTn>
                                        <p:tgtEl>
                                          <p:spTgt spid="363">
                                            <p:txEl>
                                              <p:pRg st="3" end="3"/>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nodeType="clickEffect" fill="hold" presetClass="entr" presetID="1">
                                  <p:stCondLst>
                                    <p:cond delay="0"/>
                                  </p:stCondLst>
                                  <p:childTnLst>
                                    <p:set>
                                      <p:cBhvr>
                                        <p:cTn id="414" dur="1" fill="hold">
                                          <p:stCondLst>
                                            <p:cond delay="0"/>
                                          </p:stCondLst>
                                        </p:cTn>
                                        <p:tgtEl>
                                          <p:spTgt spid="363">
                                            <p:txEl>
                                              <p:pRg st="4" end="4"/>
                                            </p:txEl>
                                          </p:spTgt>
                                        </p:tgtEl>
                                        <p:attrNameLst>
                                          <p:attrName>style.visibility</p:attrName>
                                        </p:attrNameLst>
                                      </p:cBhvr>
                                      <p:to>
                                        <p:strVal val="visible"/>
                                      </p:to>
                                    </p:set>
                                  </p:childTnLst>
                                </p:cTn>
                              </p:par>
                            </p:childTnLst>
                          </p:cTn>
                        </p:par>
                      </p:childTnLst>
                    </p:cTn>
                  </p:par>
                  <p:par>
                    <p:cTn id="415" fill="hold">
                      <p:stCondLst>
                        <p:cond delay="indefinite"/>
                      </p:stCondLst>
                      <p:childTnLst>
                        <p:par>
                          <p:cTn id="416" fill="hold">
                            <p:stCondLst>
                              <p:cond delay="0"/>
                            </p:stCondLst>
                            <p:childTnLst>
                              <p:par>
                                <p:cTn id="417" nodeType="clickEffect" fill="hold" presetClass="entr" presetID="1">
                                  <p:stCondLst>
                                    <p:cond delay="0"/>
                                  </p:stCondLst>
                                  <p:childTnLst>
                                    <p:set>
                                      <p:cBhvr>
                                        <p:cTn id="418" dur="1" fill="hold">
                                          <p:stCondLst>
                                            <p:cond delay="0"/>
                                          </p:stCondLst>
                                        </p:cTn>
                                        <p:tgtEl>
                                          <p:spTgt spid="363">
                                            <p:txEl>
                                              <p:pRg st="5" end="5"/>
                                            </p:txEl>
                                          </p:spTgt>
                                        </p:tgtEl>
                                        <p:attrNameLst>
                                          <p:attrName>style.visibility</p:attrName>
                                        </p:attrNameLst>
                                      </p:cBhvr>
                                      <p:to>
                                        <p:strVal val="visible"/>
                                      </p:to>
                                    </p:set>
                                  </p:childTnLst>
                                </p:cTn>
                              </p:par>
                            </p:childTnLst>
                          </p:cTn>
                        </p:par>
                      </p:childTnLst>
                    </p:cTn>
                  </p:par>
                  <p:par>
                    <p:cTn id="419" fill="hold">
                      <p:stCondLst>
                        <p:cond delay="indefinite"/>
                      </p:stCondLst>
                      <p:childTnLst>
                        <p:par>
                          <p:cTn id="420" fill="hold">
                            <p:stCondLst>
                              <p:cond delay="0"/>
                            </p:stCondLst>
                            <p:childTnLst>
                              <p:par>
                                <p:cTn id="421" nodeType="clickEffect" fill="hold" presetClass="entr" presetID="1">
                                  <p:stCondLst>
                                    <p:cond delay="0"/>
                                  </p:stCondLst>
                                  <p:childTnLst>
                                    <p:set>
                                      <p:cBhvr>
                                        <p:cTn id="422" dur="1" fill="hold">
                                          <p:stCondLst>
                                            <p:cond delay="0"/>
                                          </p:stCondLst>
                                        </p:cTn>
                                        <p:tgtEl>
                                          <p:spTgt spid="363">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Homework</a:t>
            </a:r>
            <a:endParaRPr b="0" lang="en-US" sz="2600" spc="-1" strike="noStrike">
              <a:solidFill>
                <a:srgbClr val="000000"/>
              </a:solidFill>
              <a:latin typeface="Arial"/>
            </a:endParaRPr>
          </a:p>
        </p:txBody>
      </p:sp>
      <p:sp>
        <p:nvSpPr>
          <p:cNvPr id="366"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indent="0">
              <a:lnSpc>
                <a:spcPct val="115000"/>
              </a:lnSpc>
              <a:buNone/>
              <a:tabLst>
                <a:tab algn="l" pos="0"/>
              </a:tabLst>
            </a:pPr>
            <a:r>
              <a:rPr b="0" lang="el" sz="1600" spc="-1" strike="noStrike">
                <a:solidFill>
                  <a:schemeClr val="accent1"/>
                </a:solidFill>
                <a:latin typeface="Lato"/>
                <a:ea typeface="Lato"/>
              </a:rPr>
              <a:t>Complete any unsolved yet exercises found in: ‘</a:t>
            </a:r>
            <a:r>
              <a:rPr b="1" lang="el" sz="1600" spc="-1" strike="noStrike">
                <a:solidFill>
                  <a:schemeClr val="accent1"/>
                </a:solidFill>
                <a:latin typeface="Lato"/>
                <a:ea typeface="Lato"/>
              </a:rPr>
              <a:t>Week_03 &gt; Derby Stuff &gt; 5CC507_ER Exercises.pdf</a:t>
            </a:r>
            <a:r>
              <a:rPr b="0" lang="el" sz="1600" spc="-1" strike="noStrike">
                <a:solidFill>
                  <a:schemeClr val="accent1"/>
                </a:solidFill>
                <a:latin typeface="Lato"/>
                <a:ea typeface="Lato"/>
              </a:rPr>
              <a:t>’.</a:t>
            </a:r>
            <a:endParaRPr b="0" lang="en-US" sz="1600" spc="-1" strike="noStrike">
              <a:solidFill>
                <a:srgbClr val="000000"/>
              </a:solidFill>
              <a:latin typeface="Arial"/>
            </a:endParaRPr>
          </a:p>
          <a:p>
            <a:pPr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No, there’s no catch, there’s nothing more for this week!</a:t>
            </a:r>
            <a:endParaRPr b="0" lang="en-US" sz="1600" spc="-1" strike="noStrike">
              <a:solidFill>
                <a:srgbClr val="000000"/>
              </a:solidFill>
              <a:latin typeface="Arial"/>
            </a:endParaRPr>
          </a:p>
        </p:txBody>
      </p:sp>
      <p:sp>
        <p:nvSpPr>
          <p:cNvPr id="367" name="PlaceHolder 3"/>
          <p:cNvSpPr>
            <a:spLocks noGrp="1"/>
          </p:cNvSpPr>
          <p:nvPr>
            <p:ph type="sldNum" idx="34"/>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F413DBB-2196-4F81-BCF2-20DD0B956B40}" type="slidenum">
              <a:rPr b="0" lang="el" sz="1000" spc="-1" strike="noStrike">
                <a:solidFill>
                  <a:schemeClr val="accent1"/>
                </a:solidFill>
                <a:latin typeface="Lato"/>
                <a:ea typeface="Lato"/>
              </a:rPr>
              <a:t>29</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23" dur="indefinite" restart="never" nodeType="tmRoot">
          <p:childTnLst>
            <p:seq>
              <p:cTn id="424" dur="indefinite" nodeType="mainSeq">
                <p:childTnLst>
                  <p:par>
                    <p:cTn id="425" fill="hold">
                      <p:stCondLst>
                        <p:cond delay="indefinite"/>
                      </p:stCondLst>
                      <p:childTnLst>
                        <p:par>
                          <p:cTn id="426" fill="hold">
                            <p:stCondLst>
                              <p:cond delay="0"/>
                            </p:stCondLst>
                            <p:childTnLst>
                              <p:par>
                                <p:cTn id="427" nodeType="clickEffect" fill="hold" presetClass="entr" presetID="1">
                                  <p:stCondLst>
                                    <p:cond delay="0"/>
                                  </p:stCondLst>
                                  <p:childTnLst>
                                    <p:set>
                                      <p:cBhvr>
                                        <p:cTn id="428" dur="1" fill="hold">
                                          <p:stCondLst>
                                            <p:cond delay="0"/>
                                          </p:stCondLst>
                                        </p:cTn>
                                        <p:tgtEl>
                                          <p:spTgt spid="366">
                                            <p:txEl>
                                              <p:pRg st="0" end="0"/>
                                            </p:txEl>
                                          </p:spTgt>
                                        </p:tgtEl>
                                        <p:attrNameLst>
                                          <p:attrName>style.visibility</p:attrName>
                                        </p:attrNameLst>
                                      </p:cBhvr>
                                      <p:to>
                                        <p:strVal val="visible"/>
                                      </p:to>
                                    </p:set>
                                  </p:childTnLst>
                                </p:cTn>
                              </p:par>
                            </p:childTnLst>
                          </p:cTn>
                        </p:par>
                      </p:childTnLst>
                    </p:cTn>
                  </p:par>
                  <p:par>
                    <p:cTn id="429" fill="hold">
                      <p:stCondLst>
                        <p:cond delay="indefinite"/>
                      </p:stCondLst>
                      <p:childTnLst>
                        <p:par>
                          <p:cTn id="430" fill="hold">
                            <p:stCondLst>
                              <p:cond delay="0"/>
                            </p:stCondLst>
                            <p:childTnLst>
                              <p:par>
                                <p:cTn id="431" nodeType="clickEffect" fill="hold" presetClass="entr" presetID="1">
                                  <p:stCondLst>
                                    <p:cond delay="0"/>
                                  </p:stCondLst>
                                  <p:childTnLst>
                                    <p:set>
                                      <p:cBhvr>
                                        <p:cTn id="432" dur="1" fill="hold">
                                          <p:stCondLst>
                                            <p:cond delay="0"/>
                                          </p:stCondLst>
                                        </p:cTn>
                                        <p:tgtEl>
                                          <p:spTgt spid="366">
                                            <p:txEl>
                                              <p:pRg st="1" end="1"/>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1 / n</a:t>
            </a:r>
            <a:endParaRPr b="0" lang="en-US" sz="2600" spc="-1" strike="noStrike">
              <a:solidFill>
                <a:srgbClr val="000000"/>
              </a:solidFill>
              <a:latin typeface="Arial"/>
            </a:endParaRPr>
          </a:p>
        </p:txBody>
      </p:sp>
      <p:sp>
        <p:nvSpPr>
          <p:cNvPr id="369" name="PlaceHolder 2"/>
          <p:cNvSpPr>
            <a:spLocks noGrp="1"/>
          </p:cNvSpPr>
          <p:nvPr>
            <p:ph/>
          </p:nvPr>
        </p:nvSpPr>
        <p:spPr>
          <a:xfrm>
            <a:off x="729360" y="1378080"/>
            <a:ext cx="7688520" cy="2961720"/>
          </a:xfrm>
          <a:prstGeom prst="rect">
            <a:avLst/>
          </a:prstGeom>
          <a:noFill/>
          <a:ln w="0">
            <a:noFill/>
          </a:ln>
        </p:spPr>
        <p:txBody>
          <a:bodyPr tIns="91440" bIns="91440" anchor="t">
            <a:normAutofit fontScale="98000"/>
          </a:bodyPr>
          <a:p>
            <a:pPr marL="447840" indent="-323280">
              <a:lnSpc>
                <a:spcPct val="115000"/>
              </a:lnSpc>
              <a:buClr>
                <a:srgbClr val="595959"/>
              </a:buClr>
              <a:buFont typeface="Lato"/>
              <a:buChar char="●"/>
            </a:pPr>
            <a:r>
              <a:rPr b="1" lang="el" sz="1600" spc="-1" strike="noStrike">
                <a:solidFill>
                  <a:schemeClr val="accent1"/>
                </a:solidFill>
                <a:latin typeface="Lato"/>
                <a:ea typeface="Lato"/>
              </a:rPr>
              <a:t>Name some reasons for using ER Diagrams.</a:t>
            </a:r>
            <a:endParaRPr b="0" lang="en-US" sz="1600" spc="-1" strike="noStrike">
              <a:solidFill>
                <a:srgbClr val="000000"/>
              </a:solidFill>
              <a:latin typeface="Arial"/>
            </a:endParaRPr>
          </a:p>
          <a:p>
            <a:pPr marL="447840" indent="0">
              <a:lnSpc>
                <a:spcPct val="115000"/>
              </a:lnSpc>
              <a:spcBef>
                <a:spcPts val="1199"/>
              </a:spcBef>
              <a:buNone/>
              <a:tabLst>
                <a:tab algn="l" pos="0"/>
              </a:tabLst>
            </a:pPr>
            <a:r>
              <a:rPr b="0" lang="el" sz="1600" spc="-1" strike="noStrike">
                <a:solidFill>
                  <a:schemeClr val="accent1"/>
                </a:solidFill>
                <a:latin typeface="Lato"/>
                <a:ea typeface="Lato"/>
              </a:rPr>
              <a:t>Some such reasons are:</a:t>
            </a:r>
            <a:endParaRPr b="0" lang="en-US" sz="1600" spc="-1" strike="noStrike">
              <a:solidFill>
                <a:srgbClr val="000000"/>
              </a:solidFill>
              <a:latin typeface="Arial"/>
            </a:endParaRPr>
          </a:p>
          <a:p>
            <a:pPr marL="896040" indent="-32328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Easier identification of relationships.</a:t>
            </a:r>
            <a:endParaRPr b="0" lang="en-US" sz="1600" spc="-1" strike="noStrike">
              <a:solidFill>
                <a:srgbClr val="000000"/>
              </a:solidFill>
              <a:latin typeface="Arial"/>
            </a:endParaRPr>
          </a:p>
          <a:p>
            <a:pPr marL="896040" indent="-323280">
              <a:lnSpc>
                <a:spcPct val="115000"/>
              </a:lnSpc>
              <a:buClr>
                <a:srgbClr val="595959"/>
              </a:buClr>
              <a:buFont typeface="Lato"/>
              <a:buChar char="○"/>
              <a:tabLst>
                <a:tab algn="l" pos="0"/>
              </a:tabLst>
            </a:pPr>
            <a:r>
              <a:rPr b="0" lang="el" sz="1600" spc="-1" strike="noStrike">
                <a:solidFill>
                  <a:schemeClr val="accent1"/>
                </a:solidFill>
                <a:latin typeface="Lato"/>
                <a:ea typeface="Lato"/>
              </a:rPr>
              <a:t>Easier table construction and connection.</a:t>
            </a:r>
            <a:endParaRPr b="0" lang="en-US" sz="1600" spc="-1" strike="noStrike">
              <a:solidFill>
                <a:srgbClr val="000000"/>
              </a:solidFill>
              <a:latin typeface="Arial"/>
            </a:endParaRPr>
          </a:p>
          <a:p>
            <a:pPr marL="896040" indent="-323280">
              <a:lnSpc>
                <a:spcPct val="115000"/>
              </a:lnSpc>
              <a:buClr>
                <a:srgbClr val="595959"/>
              </a:buClr>
              <a:buFont typeface="Lato"/>
              <a:buChar char="○"/>
              <a:tabLst>
                <a:tab algn="l" pos="0"/>
              </a:tabLst>
            </a:pPr>
            <a:r>
              <a:rPr b="0" lang="el" sz="1600" spc="-1" strike="noStrike">
                <a:solidFill>
                  <a:schemeClr val="accent1"/>
                </a:solidFill>
                <a:latin typeface="Lato"/>
                <a:ea typeface="Lato"/>
              </a:rPr>
              <a:t>ER diagrams are easy to translate to relational tables.</a:t>
            </a:r>
            <a:endParaRPr b="0" lang="en-US" sz="1600" spc="-1" strike="noStrike">
              <a:solidFill>
                <a:srgbClr val="000000"/>
              </a:solidFill>
              <a:latin typeface="Arial"/>
            </a:endParaRPr>
          </a:p>
          <a:p>
            <a:pPr marL="896040" indent="-323280">
              <a:lnSpc>
                <a:spcPct val="115000"/>
              </a:lnSpc>
              <a:buClr>
                <a:srgbClr val="595959"/>
              </a:buClr>
              <a:buFont typeface="Lato"/>
              <a:buChar char="○"/>
              <a:tabLst>
                <a:tab algn="l" pos="0"/>
              </a:tabLst>
            </a:pPr>
            <a:r>
              <a:rPr b="0" lang="el" sz="1600" spc="-1" strike="noStrike">
                <a:solidFill>
                  <a:schemeClr val="accent1"/>
                </a:solidFill>
                <a:latin typeface="Lato"/>
                <a:ea typeface="Lato"/>
              </a:rPr>
              <a:t>Can be used as a blueprint.</a:t>
            </a:r>
            <a:endParaRPr b="0" lang="en-US" sz="1600" spc="-1" strike="noStrike">
              <a:solidFill>
                <a:srgbClr val="000000"/>
              </a:solidFill>
              <a:latin typeface="Arial"/>
            </a:endParaRPr>
          </a:p>
          <a:p>
            <a:pPr marL="896040" indent="-323280">
              <a:lnSpc>
                <a:spcPct val="115000"/>
              </a:lnSpc>
              <a:buClr>
                <a:srgbClr val="595959"/>
              </a:buClr>
              <a:buFont typeface="Lato"/>
              <a:buChar char="○"/>
              <a:tabLst>
                <a:tab algn="l" pos="0"/>
              </a:tabLst>
            </a:pPr>
            <a:r>
              <a:rPr b="0" lang="el" sz="1600" spc="-1" strike="noStrike">
                <a:solidFill>
                  <a:schemeClr val="accent1"/>
                </a:solidFill>
                <a:latin typeface="Lato"/>
                <a:ea typeface="Lato"/>
              </a:rPr>
              <a:t>Higher level abstraction -&gt; easier understanding of what’s going on in the DB.</a:t>
            </a:r>
            <a:endParaRPr b="0" lang="en-US" sz="1600" spc="-1" strike="noStrike">
              <a:solidFill>
                <a:srgbClr val="000000"/>
              </a:solidFill>
              <a:latin typeface="Arial"/>
            </a:endParaRPr>
          </a:p>
          <a:p>
            <a:pPr marL="896040" indent="-323280">
              <a:lnSpc>
                <a:spcPct val="115000"/>
              </a:lnSpc>
              <a:buClr>
                <a:srgbClr val="595959"/>
              </a:buClr>
              <a:buFont typeface="Lato"/>
              <a:buChar char="○"/>
              <a:tabLst>
                <a:tab algn="l" pos="0"/>
              </a:tabLst>
            </a:pPr>
            <a:r>
              <a:rPr b="0" lang="el" sz="1600" spc="-1" strike="noStrike">
                <a:solidFill>
                  <a:schemeClr val="accent1"/>
                </a:solidFill>
                <a:latin typeface="Lato"/>
                <a:ea typeface="Lato"/>
              </a:rPr>
              <a:t>Therefore, ER Diagrams make it easy to explain your DB to end-users.</a:t>
            </a:r>
            <a:endParaRPr b="0" lang="en-US" sz="1600" spc="-1" strike="noStrike">
              <a:solidFill>
                <a:srgbClr val="000000"/>
              </a:solidFill>
              <a:latin typeface="Arial"/>
            </a:endParaRPr>
          </a:p>
        </p:txBody>
      </p:sp>
      <p:sp>
        <p:nvSpPr>
          <p:cNvPr id="370" name="PlaceHolder 3"/>
          <p:cNvSpPr>
            <a:spLocks noGrp="1"/>
          </p:cNvSpPr>
          <p:nvPr>
            <p:ph type="sldNum" idx="35"/>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3E478FE-1B01-4634-961A-C802E89BF8B2}" type="slidenum">
              <a:rPr b="0" lang="el" sz="1000" spc="-1" strike="noStrike">
                <a:solidFill>
                  <a:schemeClr val="accent1"/>
                </a:solidFill>
                <a:latin typeface="Lato"/>
                <a:ea typeface="Lato"/>
              </a:rPr>
              <a:t>30</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33" dur="indefinite" restart="never" nodeType="tmRoot">
          <p:childTnLst>
            <p:seq>
              <p:cTn id="434" dur="indefinite" nodeType="mainSeq">
                <p:childTnLst>
                  <p:par>
                    <p:cTn id="435" fill="hold">
                      <p:stCondLst>
                        <p:cond delay="indefinite"/>
                      </p:stCondLst>
                      <p:childTnLst>
                        <p:par>
                          <p:cTn id="436" fill="hold">
                            <p:stCondLst>
                              <p:cond delay="0"/>
                            </p:stCondLst>
                            <p:childTnLst>
                              <p:par>
                                <p:cTn id="437" nodeType="clickEffect" fill="hold" presetClass="entr" presetID="1">
                                  <p:stCondLst>
                                    <p:cond delay="0"/>
                                  </p:stCondLst>
                                  <p:childTnLst>
                                    <p:set>
                                      <p:cBhvr>
                                        <p:cTn id="438" dur="1" fill="hold">
                                          <p:stCondLst>
                                            <p:cond delay="0"/>
                                          </p:stCondLst>
                                        </p:cTn>
                                        <p:tgtEl>
                                          <p:spTgt spid="369">
                                            <p:txEl>
                                              <p:pRg st="0" end="0"/>
                                            </p:txEl>
                                          </p:spTgt>
                                        </p:tgtEl>
                                        <p:attrNameLst>
                                          <p:attrName>style.visibility</p:attrName>
                                        </p:attrNameLst>
                                      </p:cBhvr>
                                      <p:to>
                                        <p:strVal val="visible"/>
                                      </p:to>
                                    </p:set>
                                  </p:childTnLst>
                                </p:cTn>
                              </p:par>
                            </p:childTnLst>
                          </p:cTn>
                        </p:par>
                      </p:childTnLst>
                    </p:cTn>
                  </p:par>
                  <p:par>
                    <p:cTn id="439" fill="hold">
                      <p:stCondLst>
                        <p:cond delay="indefinite"/>
                      </p:stCondLst>
                      <p:childTnLst>
                        <p:par>
                          <p:cTn id="440" fill="hold">
                            <p:stCondLst>
                              <p:cond delay="0"/>
                            </p:stCondLst>
                            <p:childTnLst>
                              <p:par>
                                <p:cTn id="441" nodeType="clickEffect" fill="hold" presetClass="entr" presetID="1">
                                  <p:stCondLst>
                                    <p:cond delay="0"/>
                                  </p:stCondLst>
                                  <p:childTnLst>
                                    <p:set>
                                      <p:cBhvr>
                                        <p:cTn id="442" dur="1" fill="hold">
                                          <p:stCondLst>
                                            <p:cond delay="0"/>
                                          </p:stCondLst>
                                        </p:cTn>
                                        <p:tgtEl>
                                          <p:spTgt spid="369">
                                            <p:txEl>
                                              <p:pRg st="1" end="1"/>
                                            </p:txEl>
                                          </p:spTgt>
                                        </p:tgtEl>
                                        <p:attrNameLst>
                                          <p:attrName>style.visibility</p:attrName>
                                        </p:attrNameLst>
                                      </p:cBhvr>
                                      <p:to>
                                        <p:strVal val="visible"/>
                                      </p:to>
                                    </p:set>
                                  </p:childTnLst>
                                </p:cTn>
                              </p:par>
                            </p:childTnLst>
                          </p:cTn>
                        </p:par>
                      </p:childTnLst>
                    </p:cTn>
                  </p:par>
                  <p:par>
                    <p:cTn id="443" fill="hold">
                      <p:stCondLst>
                        <p:cond delay="indefinite"/>
                      </p:stCondLst>
                      <p:childTnLst>
                        <p:par>
                          <p:cTn id="444" fill="hold">
                            <p:stCondLst>
                              <p:cond delay="0"/>
                            </p:stCondLst>
                            <p:childTnLst>
                              <p:par>
                                <p:cTn id="445" nodeType="clickEffect" fill="hold" presetClass="entr" presetID="1">
                                  <p:stCondLst>
                                    <p:cond delay="0"/>
                                  </p:stCondLst>
                                  <p:childTnLst>
                                    <p:set>
                                      <p:cBhvr>
                                        <p:cTn id="446" dur="1" fill="hold">
                                          <p:stCondLst>
                                            <p:cond delay="0"/>
                                          </p:stCondLst>
                                        </p:cTn>
                                        <p:tgtEl>
                                          <p:spTgt spid="369">
                                            <p:txEl>
                                              <p:pRg st="2" end="2"/>
                                            </p:txEl>
                                          </p:spTgt>
                                        </p:tgtEl>
                                        <p:attrNameLst>
                                          <p:attrName>style.visibility</p:attrName>
                                        </p:attrNameLst>
                                      </p:cBhvr>
                                      <p:to>
                                        <p:strVal val="visible"/>
                                      </p:to>
                                    </p:set>
                                  </p:childTnLst>
                                </p:cTn>
                              </p:par>
                            </p:childTnLst>
                          </p:cTn>
                        </p:par>
                      </p:childTnLst>
                    </p:cTn>
                  </p:par>
                  <p:par>
                    <p:cTn id="447" fill="hold">
                      <p:stCondLst>
                        <p:cond delay="indefinite"/>
                      </p:stCondLst>
                      <p:childTnLst>
                        <p:par>
                          <p:cTn id="448" fill="hold">
                            <p:stCondLst>
                              <p:cond delay="0"/>
                            </p:stCondLst>
                            <p:childTnLst>
                              <p:par>
                                <p:cTn id="449" nodeType="clickEffect" fill="hold" presetClass="entr" presetID="1">
                                  <p:stCondLst>
                                    <p:cond delay="0"/>
                                  </p:stCondLst>
                                  <p:childTnLst>
                                    <p:set>
                                      <p:cBhvr>
                                        <p:cTn id="450" dur="1" fill="hold">
                                          <p:stCondLst>
                                            <p:cond delay="0"/>
                                          </p:stCondLst>
                                        </p:cTn>
                                        <p:tgtEl>
                                          <p:spTgt spid="369">
                                            <p:txEl>
                                              <p:pRg st="3" end="3"/>
                                            </p:txEl>
                                          </p:spTgt>
                                        </p:tgtEl>
                                        <p:attrNameLst>
                                          <p:attrName>style.visibility</p:attrName>
                                        </p:attrNameLst>
                                      </p:cBhvr>
                                      <p:to>
                                        <p:strVal val="visible"/>
                                      </p:to>
                                    </p:set>
                                  </p:childTnLst>
                                </p:cTn>
                              </p:par>
                            </p:childTnLst>
                          </p:cTn>
                        </p:par>
                      </p:childTnLst>
                    </p:cTn>
                  </p:par>
                  <p:par>
                    <p:cTn id="451" fill="hold">
                      <p:stCondLst>
                        <p:cond delay="indefinite"/>
                      </p:stCondLst>
                      <p:childTnLst>
                        <p:par>
                          <p:cTn id="452" fill="hold">
                            <p:stCondLst>
                              <p:cond delay="0"/>
                            </p:stCondLst>
                            <p:childTnLst>
                              <p:par>
                                <p:cTn id="453" nodeType="clickEffect" fill="hold" presetClass="entr" presetID="1">
                                  <p:stCondLst>
                                    <p:cond delay="0"/>
                                  </p:stCondLst>
                                  <p:childTnLst>
                                    <p:set>
                                      <p:cBhvr>
                                        <p:cTn id="454" dur="1" fill="hold">
                                          <p:stCondLst>
                                            <p:cond delay="0"/>
                                          </p:stCondLst>
                                        </p:cTn>
                                        <p:tgtEl>
                                          <p:spTgt spid="369">
                                            <p:txEl>
                                              <p:pRg st="4" end="4"/>
                                            </p:txEl>
                                          </p:spTgt>
                                        </p:tgtEl>
                                        <p:attrNameLst>
                                          <p:attrName>style.visibility</p:attrName>
                                        </p:attrNameLst>
                                      </p:cBhvr>
                                      <p:to>
                                        <p:strVal val="visible"/>
                                      </p:to>
                                    </p:set>
                                  </p:childTnLst>
                                </p:cTn>
                              </p:par>
                            </p:childTnLst>
                          </p:cTn>
                        </p:par>
                      </p:childTnLst>
                    </p:cTn>
                  </p:par>
                  <p:par>
                    <p:cTn id="455" fill="hold">
                      <p:stCondLst>
                        <p:cond delay="indefinite"/>
                      </p:stCondLst>
                      <p:childTnLst>
                        <p:par>
                          <p:cTn id="456" fill="hold">
                            <p:stCondLst>
                              <p:cond delay="0"/>
                            </p:stCondLst>
                            <p:childTnLst>
                              <p:par>
                                <p:cTn id="457" nodeType="clickEffect" fill="hold" presetClass="entr" presetID="1">
                                  <p:stCondLst>
                                    <p:cond delay="0"/>
                                  </p:stCondLst>
                                  <p:childTnLst>
                                    <p:set>
                                      <p:cBhvr>
                                        <p:cTn id="458" dur="1" fill="hold">
                                          <p:stCondLst>
                                            <p:cond delay="0"/>
                                          </p:stCondLst>
                                        </p:cTn>
                                        <p:tgtEl>
                                          <p:spTgt spid="369">
                                            <p:txEl>
                                              <p:pRg st="5" end="5"/>
                                            </p:txEl>
                                          </p:spTgt>
                                        </p:tgtEl>
                                        <p:attrNameLst>
                                          <p:attrName>style.visibility</p:attrName>
                                        </p:attrNameLst>
                                      </p:cBhvr>
                                      <p:to>
                                        <p:strVal val="visible"/>
                                      </p:to>
                                    </p:set>
                                  </p:childTnLst>
                                </p:cTn>
                              </p:par>
                            </p:childTnLst>
                          </p:cTn>
                        </p:par>
                      </p:childTnLst>
                    </p:cTn>
                  </p:par>
                  <p:par>
                    <p:cTn id="459" fill="hold">
                      <p:stCondLst>
                        <p:cond delay="indefinite"/>
                      </p:stCondLst>
                      <p:childTnLst>
                        <p:par>
                          <p:cTn id="460" fill="hold">
                            <p:stCondLst>
                              <p:cond delay="0"/>
                            </p:stCondLst>
                            <p:childTnLst>
                              <p:par>
                                <p:cTn id="461" nodeType="clickEffect" fill="hold" presetClass="entr" presetID="1">
                                  <p:stCondLst>
                                    <p:cond delay="0"/>
                                  </p:stCondLst>
                                  <p:childTnLst>
                                    <p:set>
                                      <p:cBhvr>
                                        <p:cTn id="462" dur="1" fill="hold">
                                          <p:stCondLst>
                                            <p:cond delay="0"/>
                                          </p:stCondLst>
                                        </p:cTn>
                                        <p:tgtEl>
                                          <p:spTgt spid="369">
                                            <p:txEl>
                                              <p:pRg st="6" end="6"/>
                                            </p:txEl>
                                          </p:spTgt>
                                        </p:tgtEl>
                                        <p:attrNameLst>
                                          <p:attrName>style.visibility</p:attrName>
                                        </p:attrNameLst>
                                      </p:cBhvr>
                                      <p:to>
                                        <p:strVal val="visible"/>
                                      </p:to>
                                    </p:set>
                                  </p:childTnLst>
                                </p:cTn>
                              </p:par>
                            </p:childTnLst>
                          </p:cTn>
                        </p:par>
                      </p:childTnLst>
                    </p:cTn>
                  </p:par>
                  <p:par>
                    <p:cTn id="463" fill="hold">
                      <p:stCondLst>
                        <p:cond delay="indefinite"/>
                      </p:stCondLst>
                      <p:childTnLst>
                        <p:par>
                          <p:cTn id="464" fill="hold">
                            <p:stCondLst>
                              <p:cond delay="0"/>
                            </p:stCondLst>
                            <p:childTnLst>
                              <p:par>
                                <p:cTn id="465" nodeType="clickEffect" fill="hold" presetClass="entr" presetID="1">
                                  <p:stCondLst>
                                    <p:cond delay="0"/>
                                  </p:stCondLst>
                                  <p:childTnLst>
                                    <p:set>
                                      <p:cBhvr>
                                        <p:cTn id="466" dur="1" fill="hold">
                                          <p:stCondLst>
                                            <p:cond delay="0"/>
                                          </p:stCondLst>
                                        </p:cTn>
                                        <p:tgtEl>
                                          <p:spTgt spid="369">
                                            <p:txEl>
                                              <p:pRg st="7" end="7"/>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2 / n</a:t>
            </a:r>
            <a:endParaRPr b="0" lang="en-US" sz="2600" spc="-1" strike="noStrike">
              <a:solidFill>
                <a:srgbClr val="000000"/>
              </a:solidFill>
              <a:latin typeface="Arial"/>
            </a:endParaRPr>
          </a:p>
        </p:txBody>
      </p:sp>
      <p:sp>
        <p:nvSpPr>
          <p:cNvPr id="372" name="PlaceHolder 2"/>
          <p:cNvSpPr>
            <a:spLocks noGrp="1"/>
          </p:cNvSpPr>
          <p:nvPr>
            <p:ph/>
          </p:nvPr>
        </p:nvSpPr>
        <p:spPr>
          <a:xfrm>
            <a:off x="729360" y="1378080"/>
            <a:ext cx="7688520" cy="343368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Which are the key symbols and notation in ER Diagrams?</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Key symbols and notation include:</a:t>
            </a:r>
            <a:endParaRPr b="0" lang="en-US" sz="1600" spc="-1" strike="noStrike">
              <a:solidFill>
                <a:srgbClr val="000000"/>
              </a:solidFill>
              <a:latin typeface="Arial"/>
            </a:endParaRPr>
          </a:p>
          <a:p>
            <a:pPr lvl="1" marL="9144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Rectangle:</a:t>
            </a:r>
            <a:r>
              <a:rPr b="0" lang="el" sz="1600" spc="-1" strike="noStrike">
                <a:solidFill>
                  <a:schemeClr val="accent1"/>
                </a:solidFill>
                <a:latin typeface="Lato"/>
                <a:ea typeface="Lato"/>
              </a:rPr>
              <a:t> Entities</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Ellipses:</a:t>
            </a:r>
            <a:r>
              <a:rPr b="0" lang="el" sz="1600" spc="-1" strike="noStrike">
                <a:solidFill>
                  <a:schemeClr val="accent1"/>
                </a:solidFill>
                <a:latin typeface="Lato"/>
                <a:ea typeface="Lato"/>
              </a:rPr>
              <a:t> Attributes</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Diamonds:</a:t>
            </a:r>
            <a:r>
              <a:rPr b="0" lang="el" sz="1600" spc="-1" strike="noStrike">
                <a:solidFill>
                  <a:schemeClr val="accent1"/>
                </a:solidFill>
                <a:latin typeface="Lato"/>
                <a:ea typeface="Lato"/>
              </a:rPr>
              <a:t> Relationships</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Lines:</a:t>
            </a:r>
            <a:r>
              <a:rPr b="0" lang="el" sz="1600" spc="-1" strike="noStrike">
                <a:solidFill>
                  <a:schemeClr val="accent1"/>
                </a:solidFill>
                <a:latin typeface="Lato"/>
                <a:ea typeface="Lato"/>
              </a:rPr>
              <a:t> Connect attributes to entities and entities to relationships</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Underlined text:</a:t>
            </a:r>
            <a:r>
              <a:rPr b="0" lang="el" sz="1600" spc="-1" strike="noStrike">
                <a:solidFill>
                  <a:schemeClr val="accent1"/>
                </a:solidFill>
                <a:latin typeface="Lato"/>
                <a:ea typeface="Lato"/>
              </a:rPr>
              <a:t> Primary keys</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Double ellipses:</a:t>
            </a:r>
            <a:r>
              <a:rPr b="0" lang="el" sz="1600" spc="-1" strike="noStrike">
                <a:solidFill>
                  <a:schemeClr val="accent1"/>
                </a:solidFill>
                <a:latin typeface="Lato"/>
                <a:ea typeface="Lato"/>
              </a:rPr>
              <a:t> Multivalued attributes</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Double rectangles:</a:t>
            </a:r>
            <a:r>
              <a:rPr b="0" lang="el" sz="1600" spc="-1" strike="noStrike">
                <a:solidFill>
                  <a:schemeClr val="accent1"/>
                </a:solidFill>
                <a:latin typeface="Lato"/>
                <a:ea typeface="Lato"/>
              </a:rPr>
              <a:t> Weak entities</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1" lang="el" sz="1600" spc="-1" strike="noStrike">
                <a:solidFill>
                  <a:schemeClr val="accent1"/>
                </a:solidFill>
                <a:latin typeface="Lato"/>
                <a:ea typeface="Lato"/>
              </a:rPr>
              <a:t>Double diamonds:</a:t>
            </a:r>
            <a:r>
              <a:rPr b="0" lang="el" sz="1600" spc="-1" strike="noStrike">
                <a:solidFill>
                  <a:schemeClr val="accent1"/>
                </a:solidFill>
                <a:latin typeface="Lato"/>
                <a:ea typeface="Lato"/>
              </a:rPr>
              <a:t> Weak relationships</a:t>
            </a:r>
            <a:endParaRPr b="0" lang="en-US" sz="1600" spc="-1" strike="noStrike">
              <a:solidFill>
                <a:srgbClr val="000000"/>
              </a:solidFill>
              <a:latin typeface="Arial"/>
            </a:endParaRPr>
          </a:p>
        </p:txBody>
      </p:sp>
      <p:sp>
        <p:nvSpPr>
          <p:cNvPr id="373" name="PlaceHolder 3"/>
          <p:cNvSpPr>
            <a:spLocks noGrp="1"/>
          </p:cNvSpPr>
          <p:nvPr>
            <p:ph type="sldNum" idx="36"/>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27215FF5-DB70-4C22-8C9D-DA0C28B64BAE}" type="slidenum">
              <a:rPr b="0" lang="el" sz="1000" spc="-1" strike="noStrike">
                <a:solidFill>
                  <a:schemeClr val="accent1"/>
                </a:solidFill>
                <a:latin typeface="Lato"/>
                <a:ea typeface="Lato"/>
              </a:rPr>
              <a:t>31</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467" dur="indefinite" restart="never" nodeType="tmRoot">
          <p:childTnLst>
            <p:seq>
              <p:cTn id="468" dur="indefinite" nodeType="mainSeq">
                <p:childTnLst>
                  <p:par>
                    <p:cTn id="469" fill="hold">
                      <p:stCondLst>
                        <p:cond delay="indefinite"/>
                      </p:stCondLst>
                      <p:childTnLst>
                        <p:par>
                          <p:cTn id="470" fill="hold">
                            <p:stCondLst>
                              <p:cond delay="0"/>
                            </p:stCondLst>
                            <p:childTnLst>
                              <p:par>
                                <p:cTn id="471" nodeType="clickEffect" fill="hold" presetClass="entr" presetID="1">
                                  <p:stCondLst>
                                    <p:cond delay="0"/>
                                  </p:stCondLst>
                                  <p:childTnLst>
                                    <p:set>
                                      <p:cBhvr>
                                        <p:cTn id="472" dur="1" fill="hold">
                                          <p:stCondLst>
                                            <p:cond delay="0"/>
                                          </p:stCondLst>
                                        </p:cTn>
                                        <p:tgtEl>
                                          <p:spTgt spid="372">
                                            <p:txEl>
                                              <p:pRg st="0" end="0"/>
                                            </p:txEl>
                                          </p:spTgt>
                                        </p:tgtEl>
                                        <p:attrNameLst>
                                          <p:attrName>style.visibility</p:attrName>
                                        </p:attrNameLst>
                                      </p:cBhvr>
                                      <p:to>
                                        <p:strVal val="visible"/>
                                      </p:to>
                                    </p:set>
                                  </p:childTnLst>
                                </p:cTn>
                              </p:par>
                            </p:childTnLst>
                          </p:cTn>
                        </p:par>
                      </p:childTnLst>
                    </p:cTn>
                  </p:par>
                  <p:par>
                    <p:cTn id="473" fill="hold">
                      <p:stCondLst>
                        <p:cond delay="indefinite"/>
                      </p:stCondLst>
                      <p:childTnLst>
                        <p:par>
                          <p:cTn id="474" fill="hold">
                            <p:stCondLst>
                              <p:cond delay="0"/>
                            </p:stCondLst>
                            <p:childTnLst>
                              <p:par>
                                <p:cTn id="475" nodeType="clickEffect" fill="hold" presetClass="entr" presetID="1">
                                  <p:stCondLst>
                                    <p:cond delay="0"/>
                                  </p:stCondLst>
                                  <p:childTnLst>
                                    <p:set>
                                      <p:cBhvr>
                                        <p:cTn id="476" dur="1" fill="hold">
                                          <p:stCondLst>
                                            <p:cond delay="0"/>
                                          </p:stCondLst>
                                        </p:cTn>
                                        <p:tgtEl>
                                          <p:spTgt spid="372">
                                            <p:txEl>
                                              <p:pRg st="1" end="1"/>
                                            </p:txEl>
                                          </p:spTgt>
                                        </p:tgtEl>
                                        <p:attrNameLst>
                                          <p:attrName>style.visibility</p:attrName>
                                        </p:attrNameLst>
                                      </p:cBhvr>
                                      <p:to>
                                        <p:strVal val="visible"/>
                                      </p:to>
                                    </p:set>
                                  </p:childTnLst>
                                </p:cTn>
                              </p:par>
                            </p:childTnLst>
                          </p:cTn>
                        </p:par>
                      </p:childTnLst>
                    </p:cTn>
                  </p:par>
                  <p:par>
                    <p:cTn id="477" fill="hold">
                      <p:stCondLst>
                        <p:cond delay="indefinite"/>
                      </p:stCondLst>
                      <p:childTnLst>
                        <p:par>
                          <p:cTn id="478" fill="hold">
                            <p:stCondLst>
                              <p:cond delay="0"/>
                            </p:stCondLst>
                            <p:childTnLst>
                              <p:par>
                                <p:cTn id="479" nodeType="clickEffect" fill="hold" presetClass="entr" presetID="1">
                                  <p:stCondLst>
                                    <p:cond delay="0"/>
                                  </p:stCondLst>
                                  <p:childTnLst>
                                    <p:set>
                                      <p:cBhvr>
                                        <p:cTn id="480" dur="1" fill="hold">
                                          <p:stCondLst>
                                            <p:cond delay="0"/>
                                          </p:stCondLst>
                                        </p:cTn>
                                        <p:tgtEl>
                                          <p:spTgt spid="372">
                                            <p:txEl>
                                              <p:pRg st="2" end="2"/>
                                            </p:txEl>
                                          </p:spTgt>
                                        </p:tgtEl>
                                        <p:attrNameLst>
                                          <p:attrName>style.visibility</p:attrName>
                                        </p:attrNameLst>
                                      </p:cBhvr>
                                      <p:to>
                                        <p:strVal val="visible"/>
                                      </p:to>
                                    </p:set>
                                  </p:childTnLst>
                                </p:cTn>
                              </p:par>
                            </p:childTnLst>
                          </p:cTn>
                        </p:par>
                      </p:childTnLst>
                    </p:cTn>
                  </p:par>
                  <p:par>
                    <p:cTn id="481" fill="hold">
                      <p:stCondLst>
                        <p:cond delay="indefinite"/>
                      </p:stCondLst>
                      <p:childTnLst>
                        <p:par>
                          <p:cTn id="482" fill="hold">
                            <p:stCondLst>
                              <p:cond delay="0"/>
                            </p:stCondLst>
                            <p:childTnLst>
                              <p:par>
                                <p:cTn id="483" nodeType="clickEffect" fill="hold" presetClass="entr" presetID="1">
                                  <p:stCondLst>
                                    <p:cond delay="0"/>
                                  </p:stCondLst>
                                  <p:childTnLst>
                                    <p:set>
                                      <p:cBhvr>
                                        <p:cTn id="484" dur="1" fill="hold">
                                          <p:stCondLst>
                                            <p:cond delay="0"/>
                                          </p:stCondLst>
                                        </p:cTn>
                                        <p:tgtEl>
                                          <p:spTgt spid="372">
                                            <p:txEl>
                                              <p:pRg st="3" end="3"/>
                                            </p:txEl>
                                          </p:spTgt>
                                        </p:tgtEl>
                                        <p:attrNameLst>
                                          <p:attrName>style.visibility</p:attrName>
                                        </p:attrNameLst>
                                      </p:cBhvr>
                                      <p:to>
                                        <p:strVal val="visible"/>
                                      </p:to>
                                    </p:set>
                                  </p:childTnLst>
                                </p:cTn>
                              </p:par>
                            </p:childTnLst>
                          </p:cTn>
                        </p:par>
                      </p:childTnLst>
                    </p:cTn>
                  </p:par>
                  <p:par>
                    <p:cTn id="485" fill="hold">
                      <p:stCondLst>
                        <p:cond delay="indefinite"/>
                      </p:stCondLst>
                      <p:childTnLst>
                        <p:par>
                          <p:cTn id="486" fill="hold">
                            <p:stCondLst>
                              <p:cond delay="0"/>
                            </p:stCondLst>
                            <p:childTnLst>
                              <p:par>
                                <p:cTn id="487" nodeType="clickEffect" fill="hold" presetClass="entr" presetID="1">
                                  <p:stCondLst>
                                    <p:cond delay="0"/>
                                  </p:stCondLst>
                                  <p:childTnLst>
                                    <p:set>
                                      <p:cBhvr>
                                        <p:cTn id="488" dur="1" fill="hold">
                                          <p:stCondLst>
                                            <p:cond delay="0"/>
                                          </p:stCondLst>
                                        </p:cTn>
                                        <p:tgtEl>
                                          <p:spTgt spid="372">
                                            <p:txEl>
                                              <p:pRg st="4" end="4"/>
                                            </p:txEl>
                                          </p:spTgt>
                                        </p:tgtEl>
                                        <p:attrNameLst>
                                          <p:attrName>style.visibility</p:attrName>
                                        </p:attrNameLst>
                                      </p:cBhvr>
                                      <p:to>
                                        <p:strVal val="visible"/>
                                      </p:to>
                                    </p:set>
                                  </p:childTnLst>
                                </p:cTn>
                              </p:par>
                            </p:childTnLst>
                          </p:cTn>
                        </p:par>
                      </p:childTnLst>
                    </p:cTn>
                  </p:par>
                  <p:par>
                    <p:cTn id="489" fill="hold">
                      <p:stCondLst>
                        <p:cond delay="indefinite"/>
                      </p:stCondLst>
                      <p:childTnLst>
                        <p:par>
                          <p:cTn id="490" fill="hold">
                            <p:stCondLst>
                              <p:cond delay="0"/>
                            </p:stCondLst>
                            <p:childTnLst>
                              <p:par>
                                <p:cTn id="491" nodeType="clickEffect" fill="hold" presetClass="entr" presetID="1">
                                  <p:stCondLst>
                                    <p:cond delay="0"/>
                                  </p:stCondLst>
                                  <p:childTnLst>
                                    <p:set>
                                      <p:cBhvr>
                                        <p:cTn id="492" dur="1" fill="hold">
                                          <p:stCondLst>
                                            <p:cond delay="0"/>
                                          </p:stCondLst>
                                        </p:cTn>
                                        <p:tgtEl>
                                          <p:spTgt spid="372">
                                            <p:txEl>
                                              <p:pRg st="5" end="5"/>
                                            </p:txEl>
                                          </p:spTgt>
                                        </p:tgtEl>
                                        <p:attrNameLst>
                                          <p:attrName>style.visibility</p:attrName>
                                        </p:attrNameLst>
                                      </p:cBhvr>
                                      <p:to>
                                        <p:strVal val="visible"/>
                                      </p:to>
                                    </p:set>
                                  </p:childTnLst>
                                </p:cTn>
                              </p:par>
                            </p:childTnLst>
                          </p:cTn>
                        </p:par>
                      </p:childTnLst>
                    </p:cTn>
                  </p:par>
                  <p:par>
                    <p:cTn id="493" fill="hold">
                      <p:stCondLst>
                        <p:cond delay="indefinite"/>
                      </p:stCondLst>
                      <p:childTnLst>
                        <p:par>
                          <p:cTn id="494" fill="hold">
                            <p:stCondLst>
                              <p:cond delay="0"/>
                            </p:stCondLst>
                            <p:childTnLst>
                              <p:par>
                                <p:cTn id="495" nodeType="clickEffect" fill="hold" presetClass="entr" presetID="1">
                                  <p:stCondLst>
                                    <p:cond delay="0"/>
                                  </p:stCondLst>
                                  <p:childTnLst>
                                    <p:set>
                                      <p:cBhvr>
                                        <p:cTn id="496" dur="1" fill="hold">
                                          <p:stCondLst>
                                            <p:cond delay="0"/>
                                          </p:stCondLst>
                                        </p:cTn>
                                        <p:tgtEl>
                                          <p:spTgt spid="372">
                                            <p:txEl>
                                              <p:pRg st="6" end="6"/>
                                            </p:txEl>
                                          </p:spTgt>
                                        </p:tgtEl>
                                        <p:attrNameLst>
                                          <p:attrName>style.visibility</p:attrName>
                                        </p:attrNameLst>
                                      </p:cBhvr>
                                      <p:to>
                                        <p:strVal val="visible"/>
                                      </p:to>
                                    </p:set>
                                  </p:childTnLst>
                                </p:cTn>
                              </p:par>
                            </p:childTnLst>
                          </p:cTn>
                        </p:par>
                      </p:childTnLst>
                    </p:cTn>
                  </p:par>
                  <p:par>
                    <p:cTn id="497" fill="hold">
                      <p:stCondLst>
                        <p:cond delay="indefinite"/>
                      </p:stCondLst>
                      <p:childTnLst>
                        <p:par>
                          <p:cTn id="498" fill="hold">
                            <p:stCondLst>
                              <p:cond delay="0"/>
                            </p:stCondLst>
                            <p:childTnLst>
                              <p:par>
                                <p:cTn id="499" nodeType="clickEffect" fill="hold" presetClass="entr" presetID="1">
                                  <p:stCondLst>
                                    <p:cond delay="0"/>
                                  </p:stCondLst>
                                  <p:childTnLst>
                                    <p:set>
                                      <p:cBhvr>
                                        <p:cTn id="500" dur="1" fill="hold">
                                          <p:stCondLst>
                                            <p:cond delay="0"/>
                                          </p:stCondLst>
                                        </p:cTn>
                                        <p:tgtEl>
                                          <p:spTgt spid="372">
                                            <p:txEl>
                                              <p:pRg st="7" end="7"/>
                                            </p:txEl>
                                          </p:spTgt>
                                        </p:tgtEl>
                                        <p:attrNameLst>
                                          <p:attrName>style.visibility</p:attrName>
                                        </p:attrNameLst>
                                      </p:cBhvr>
                                      <p:to>
                                        <p:strVal val="visible"/>
                                      </p:to>
                                    </p:set>
                                  </p:childTnLst>
                                </p:cTn>
                              </p:par>
                            </p:childTnLst>
                          </p:cTn>
                        </p:par>
                      </p:childTnLst>
                    </p:cTn>
                  </p:par>
                  <p:par>
                    <p:cTn id="501" fill="hold">
                      <p:stCondLst>
                        <p:cond delay="indefinite"/>
                      </p:stCondLst>
                      <p:childTnLst>
                        <p:par>
                          <p:cTn id="502" fill="hold">
                            <p:stCondLst>
                              <p:cond delay="0"/>
                            </p:stCondLst>
                            <p:childTnLst>
                              <p:par>
                                <p:cTn id="503" nodeType="clickEffect" fill="hold" presetClass="entr" presetID="1">
                                  <p:stCondLst>
                                    <p:cond delay="0"/>
                                  </p:stCondLst>
                                  <p:childTnLst>
                                    <p:set>
                                      <p:cBhvr>
                                        <p:cTn id="504" dur="1" fill="hold">
                                          <p:stCondLst>
                                            <p:cond delay="0"/>
                                          </p:stCondLst>
                                        </p:cTn>
                                        <p:tgtEl>
                                          <p:spTgt spid="372">
                                            <p:txEl>
                                              <p:pRg st="8" end="8"/>
                                            </p:txEl>
                                          </p:spTgt>
                                        </p:tgtEl>
                                        <p:attrNameLst>
                                          <p:attrName>style.visibility</p:attrName>
                                        </p:attrNameLst>
                                      </p:cBhvr>
                                      <p:to>
                                        <p:strVal val="visible"/>
                                      </p:to>
                                    </p:set>
                                  </p:childTnLst>
                                </p:cTn>
                              </p:par>
                            </p:childTnLst>
                          </p:cTn>
                        </p:par>
                      </p:childTnLst>
                    </p:cTn>
                  </p:par>
                  <p:par>
                    <p:cTn id="505" fill="hold">
                      <p:stCondLst>
                        <p:cond delay="indefinite"/>
                      </p:stCondLst>
                      <p:childTnLst>
                        <p:par>
                          <p:cTn id="506" fill="hold">
                            <p:stCondLst>
                              <p:cond delay="0"/>
                            </p:stCondLst>
                            <p:childTnLst>
                              <p:par>
                                <p:cTn id="507" nodeType="clickEffect" fill="hold" presetClass="entr" presetID="1">
                                  <p:stCondLst>
                                    <p:cond delay="0"/>
                                  </p:stCondLst>
                                  <p:childTnLst>
                                    <p:set>
                                      <p:cBhvr>
                                        <p:cTn id="508" dur="1" fill="hold">
                                          <p:stCondLst>
                                            <p:cond delay="0"/>
                                          </p:stCondLst>
                                        </p:cTn>
                                        <p:tgtEl>
                                          <p:spTgt spid="372">
                                            <p:txEl>
                                              <p:pRg st="9" end="9"/>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3 / n</a:t>
            </a:r>
            <a:endParaRPr b="0" lang="en-US" sz="2600" spc="-1" strike="noStrike">
              <a:solidFill>
                <a:srgbClr val="000000"/>
              </a:solidFill>
              <a:latin typeface="Arial"/>
            </a:endParaRPr>
          </a:p>
        </p:txBody>
      </p:sp>
      <p:sp>
        <p:nvSpPr>
          <p:cNvPr id="375"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What are weak entities?</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Weak entities are those entities whose attributes do not suffice to form a primary key.</a:t>
            </a:r>
            <a:endParaRPr b="0" lang="en-US" sz="1600" spc="-1" strike="noStrike">
              <a:solidFill>
                <a:srgbClr val="000000"/>
              </a:solidFill>
              <a:latin typeface="Arial"/>
            </a:endParaRPr>
          </a:p>
          <a:p>
            <a:pPr marL="457200" indent="-330120">
              <a:lnSpc>
                <a:spcPct val="115000"/>
              </a:lnSpc>
              <a:spcBef>
                <a:spcPts val="1199"/>
              </a:spcBef>
              <a:buClr>
                <a:srgbClr val="595959"/>
              </a:buClr>
              <a:buFont typeface="Lato"/>
              <a:buChar char="●"/>
              <a:tabLst>
                <a:tab algn="l" pos="0"/>
              </a:tabLst>
            </a:pPr>
            <a:r>
              <a:rPr b="1" lang="el" sz="1600" spc="-1" strike="noStrike">
                <a:solidFill>
                  <a:schemeClr val="accent1"/>
                </a:solidFill>
                <a:latin typeface="Lato"/>
                <a:ea typeface="Lato"/>
              </a:rPr>
              <a:t>When should one prefer weak entities over other ways of structuring a DB?</a:t>
            </a:r>
            <a:endParaRPr b="0" lang="en-US" sz="1600" spc="-1" strike="noStrike">
              <a:solidFill>
                <a:srgbClr val="000000"/>
              </a:solidFill>
              <a:latin typeface="Arial"/>
            </a:endParaRPr>
          </a:p>
          <a:p>
            <a:pPr marL="457200" indent="0">
              <a:lnSpc>
                <a:spcPct val="115000"/>
              </a:lnSpc>
              <a:spcBef>
                <a:spcPts val="1199"/>
              </a:spcBef>
              <a:spcAft>
                <a:spcPts val="1199"/>
              </a:spcAft>
              <a:buNone/>
              <a:tabLst>
                <a:tab algn="l" pos="0"/>
              </a:tabLst>
            </a:pPr>
            <a:r>
              <a:rPr b="0" lang="el" sz="1600" spc="-1" strike="noStrike">
                <a:solidFill>
                  <a:schemeClr val="accent1"/>
                </a:solidFill>
                <a:latin typeface="Lato"/>
                <a:ea typeface="Lato"/>
              </a:rPr>
              <a:t>The most typical case is whenever a certain entity’s existence is dependent on that of another entity. In such cases, the latter should be declared a </a:t>
            </a:r>
            <a:r>
              <a:rPr b="1" lang="el" sz="1600" spc="-1" strike="noStrike">
                <a:solidFill>
                  <a:schemeClr val="accent1"/>
                </a:solidFill>
                <a:latin typeface="Lato"/>
                <a:ea typeface="Lato"/>
              </a:rPr>
              <a:t>dominant</a:t>
            </a:r>
            <a:r>
              <a:rPr b="0" lang="el" sz="1600" spc="-1" strike="noStrike">
                <a:solidFill>
                  <a:schemeClr val="accent1"/>
                </a:solidFill>
                <a:latin typeface="Lato"/>
                <a:ea typeface="Lato"/>
              </a:rPr>
              <a:t> entity while the former a </a:t>
            </a:r>
            <a:r>
              <a:rPr b="1" lang="el" sz="1600" spc="-1" strike="noStrike">
                <a:solidFill>
                  <a:schemeClr val="accent1"/>
                </a:solidFill>
                <a:latin typeface="Lato"/>
                <a:ea typeface="Lato"/>
              </a:rPr>
              <a:t>subordinate</a:t>
            </a:r>
            <a:r>
              <a:rPr b="0" lang="el" sz="1600" spc="-1" strike="noStrike">
                <a:solidFill>
                  <a:schemeClr val="accent1"/>
                </a:solidFill>
                <a:latin typeface="Lato"/>
                <a:ea typeface="Lato"/>
              </a:rPr>
              <a:t> one.</a:t>
            </a:r>
            <a:endParaRPr b="0" lang="en-US" sz="1600" spc="-1" strike="noStrike">
              <a:solidFill>
                <a:srgbClr val="000000"/>
              </a:solidFill>
              <a:latin typeface="Arial"/>
            </a:endParaRPr>
          </a:p>
        </p:txBody>
      </p:sp>
      <p:sp>
        <p:nvSpPr>
          <p:cNvPr id="376" name="PlaceHolder 3"/>
          <p:cNvSpPr>
            <a:spLocks noGrp="1"/>
          </p:cNvSpPr>
          <p:nvPr>
            <p:ph type="sldNum" idx="37"/>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A343FA86-776F-48C6-A1F6-E2F4FB92694E}" type="slidenum">
              <a:rPr b="0" lang="el" sz="1000" spc="-1" strike="noStrike">
                <a:solidFill>
                  <a:schemeClr val="accent1"/>
                </a:solidFill>
                <a:latin typeface="Lato"/>
                <a:ea typeface="Lato"/>
              </a:rPr>
              <a:t>32</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09" dur="indefinite" restart="never" nodeType="tmRoot">
          <p:childTnLst>
            <p:seq>
              <p:cTn id="510" dur="indefinite" nodeType="mainSeq">
                <p:childTnLst>
                  <p:par>
                    <p:cTn id="511" fill="hold">
                      <p:stCondLst>
                        <p:cond delay="indefinite"/>
                      </p:stCondLst>
                      <p:childTnLst>
                        <p:par>
                          <p:cTn id="512" fill="hold">
                            <p:stCondLst>
                              <p:cond delay="0"/>
                            </p:stCondLst>
                            <p:childTnLst>
                              <p:par>
                                <p:cTn id="513" nodeType="clickEffect" fill="hold" presetClass="entr" presetID="1">
                                  <p:stCondLst>
                                    <p:cond delay="0"/>
                                  </p:stCondLst>
                                  <p:childTnLst>
                                    <p:set>
                                      <p:cBhvr>
                                        <p:cTn id="514" dur="1" fill="hold">
                                          <p:stCondLst>
                                            <p:cond delay="0"/>
                                          </p:stCondLst>
                                        </p:cTn>
                                        <p:tgtEl>
                                          <p:spTgt spid="375">
                                            <p:txEl>
                                              <p:pRg st="0" end="0"/>
                                            </p:txEl>
                                          </p:spTgt>
                                        </p:tgtEl>
                                        <p:attrNameLst>
                                          <p:attrName>style.visibility</p:attrName>
                                        </p:attrNameLst>
                                      </p:cBhvr>
                                      <p:to>
                                        <p:strVal val="visible"/>
                                      </p:to>
                                    </p:set>
                                  </p:childTnLst>
                                </p:cTn>
                              </p:par>
                            </p:childTnLst>
                          </p:cTn>
                        </p:par>
                      </p:childTnLst>
                    </p:cTn>
                  </p:par>
                  <p:par>
                    <p:cTn id="515" fill="hold">
                      <p:stCondLst>
                        <p:cond delay="indefinite"/>
                      </p:stCondLst>
                      <p:childTnLst>
                        <p:par>
                          <p:cTn id="516" fill="hold">
                            <p:stCondLst>
                              <p:cond delay="0"/>
                            </p:stCondLst>
                            <p:childTnLst>
                              <p:par>
                                <p:cTn id="517" nodeType="clickEffect" fill="hold" presetClass="entr" presetID="1">
                                  <p:stCondLst>
                                    <p:cond delay="0"/>
                                  </p:stCondLst>
                                  <p:childTnLst>
                                    <p:set>
                                      <p:cBhvr>
                                        <p:cTn id="518" dur="1" fill="hold">
                                          <p:stCondLst>
                                            <p:cond delay="0"/>
                                          </p:stCondLst>
                                        </p:cTn>
                                        <p:tgtEl>
                                          <p:spTgt spid="375">
                                            <p:txEl>
                                              <p:pRg st="1" end="1"/>
                                            </p:txEl>
                                          </p:spTgt>
                                        </p:tgtEl>
                                        <p:attrNameLst>
                                          <p:attrName>style.visibility</p:attrName>
                                        </p:attrNameLst>
                                      </p:cBhvr>
                                      <p:to>
                                        <p:strVal val="visible"/>
                                      </p:to>
                                    </p:set>
                                  </p:childTnLst>
                                </p:cTn>
                              </p:par>
                            </p:childTnLst>
                          </p:cTn>
                        </p:par>
                      </p:childTnLst>
                    </p:cTn>
                  </p:par>
                  <p:par>
                    <p:cTn id="519" fill="hold">
                      <p:stCondLst>
                        <p:cond delay="indefinite"/>
                      </p:stCondLst>
                      <p:childTnLst>
                        <p:par>
                          <p:cTn id="520" fill="hold">
                            <p:stCondLst>
                              <p:cond delay="0"/>
                            </p:stCondLst>
                            <p:childTnLst>
                              <p:par>
                                <p:cTn id="521" nodeType="clickEffect" fill="hold" presetClass="entr" presetID="1">
                                  <p:stCondLst>
                                    <p:cond delay="0"/>
                                  </p:stCondLst>
                                  <p:childTnLst>
                                    <p:set>
                                      <p:cBhvr>
                                        <p:cTn id="522" dur="1" fill="hold">
                                          <p:stCondLst>
                                            <p:cond delay="0"/>
                                          </p:stCondLst>
                                        </p:cTn>
                                        <p:tgtEl>
                                          <p:spTgt spid="375">
                                            <p:txEl>
                                              <p:pRg st="2" end="2"/>
                                            </p:txEl>
                                          </p:spTgt>
                                        </p:tgtEl>
                                        <p:attrNameLst>
                                          <p:attrName>style.visibility</p:attrName>
                                        </p:attrNameLst>
                                      </p:cBhvr>
                                      <p:to>
                                        <p:strVal val="visible"/>
                                      </p:to>
                                    </p:set>
                                  </p:childTnLst>
                                </p:cTn>
                              </p:par>
                            </p:childTnLst>
                          </p:cTn>
                        </p:par>
                      </p:childTnLst>
                    </p:cTn>
                  </p:par>
                  <p:par>
                    <p:cTn id="523" fill="hold">
                      <p:stCondLst>
                        <p:cond delay="indefinite"/>
                      </p:stCondLst>
                      <p:childTnLst>
                        <p:par>
                          <p:cTn id="524" fill="hold">
                            <p:stCondLst>
                              <p:cond delay="0"/>
                            </p:stCondLst>
                            <p:childTnLst>
                              <p:par>
                                <p:cTn id="525" nodeType="clickEffect" fill="hold" presetClass="entr" presetID="1">
                                  <p:stCondLst>
                                    <p:cond delay="0"/>
                                  </p:stCondLst>
                                  <p:childTnLst>
                                    <p:set>
                                      <p:cBhvr>
                                        <p:cTn id="526" dur="1" fill="hold">
                                          <p:stCondLst>
                                            <p:cond delay="0"/>
                                          </p:stCondLst>
                                        </p:cTn>
                                        <p:tgtEl>
                                          <p:spTgt spid="375">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What we saw today… 4 / n</a:t>
            </a:r>
            <a:endParaRPr b="0" lang="en-US" sz="2600" spc="-1" strike="noStrike">
              <a:solidFill>
                <a:srgbClr val="000000"/>
              </a:solidFill>
              <a:latin typeface="Arial"/>
            </a:endParaRPr>
          </a:p>
        </p:txBody>
      </p:sp>
      <p:sp>
        <p:nvSpPr>
          <p:cNvPr id="378" name="PlaceHolder 2"/>
          <p:cNvSpPr>
            <a:spLocks noGrp="1"/>
          </p:cNvSpPr>
          <p:nvPr>
            <p:ph/>
          </p:nvPr>
        </p:nvSpPr>
        <p:spPr>
          <a:xfrm>
            <a:off x="729360" y="1378080"/>
            <a:ext cx="7688520" cy="2961720"/>
          </a:xfrm>
          <a:prstGeom prst="rect">
            <a:avLst/>
          </a:prstGeom>
          <a:noFill/>
          <a:ln w="0">
            <a:noFill/>
          </a:ln>
        </p:spPr>
        <p:txBody>
          <a:bodyPr tIns="91440" bIns="91440" anchor="t">
            <a:normAutofit/>
          </a:bodyPr>
          <a:p>
            <a:pPr marL="457200" indent="-330120">
              <a:lnSpc>
                <a:spcPct val="115000"/>
              </a:lnSpc>
              <a:buClr>
                <a:srgbClr val="595959"/>
              </a:buClr>
              <a:buFont typeface="Lato"/>
              <a:buChar char="●"/>
            </a:pPr>
            <a:r>
              <a:rPr b="1" lang="el" sz="1600" spc="-1" strike="noStrike">
                <a:solidFill>
                  <a:schemeClr val="accent1"/>
                </a:solidFill>
                <a:latin typeface="Lato"/>
                <a:ea typeface="Lato"/>
              </a:rPr>
              <a:t>How many steps does a typical ER Diagram design process include? Which are they?</a:t>
            </a:r>
            <a:endParaRPr b="0" lang="en-US" sz="1600" spc="-1" strike="noStrike">
              <a:solidFill>
                <a:srgbClr val="000000"/>
              </a:solidFill>
              <a:latin typeface="Arial"/>
            </a:endParaRPr>
          </a:p>
          <a:p>
            <a:pPr marL="457200" indent="0">
              <a:lnSpc>
                <a:spcPct val="115000"/>
              </a:lnSpc>
              <a:spcBef>
                <a:spcPts val="1199"/>
              </a:spcBef>
              <a:buNone/>
              <a:tabLst>
                <a:tab algn="l" pos="0"/>
              </a:tabLst>
            </a:pPr>
            <a:r>
              <a:rPr b="0" lang="el" sz="1600" spc="-1" strike="noStrike">
                <a:solidFill>
                  <a:schemeClr val="accent1"/>
                </a:solidFill>
                <a:latin typeface="Lato"/>
                <a:ea typeface="Lato"/>
              </a:rPr>
              <a:t>There are five steps:</a:t>
            </a:r>
            <a:endParaRPr b="0" lang="en-US" sz="1600" spc="-1" strike="noStrike">
              <a:solidFill>
                <a:srgbClr val="000000"/>
              </a:solidFill>
              <a:latin typeface="Arial"/>
            </a:endParaRPr>
          </a:p>
          <a:p>
            <a:pPr lvl="1" marL="914400" indent="-330120">
              <a:lnSpc>
                <a:spcPct val="115000"/>
              </a:lnSpc>
              <a:spcBef>
                <a:spcPts val="1199"/>
              </a:spcBef>
              <a:buClr>
                <a:srgbClr val="595959"/>
              </a:buClr>
              <a:buFont typeface="Lato"/>
              <a:buChar char="○"/>
              <a:tabLst>
                <a:tab algn="l" pos="0"/>
              </a:tabLst>
            </a:pPr>
            <a:r>
              <a:rPr b="0" lang="el" sz="1600" spc="-1" strike="noStrike">
                <a:solidFill>
                  <a:schemeClr val="accent1"/>
                </a:solidFill>
                <a:latin typeface="Lato"/>
                <a:ea typeface="Lato"/>
              </a:rPr>
              <a:t>Entity Identification</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Relationship identification</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Cardinality identification</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Attribute identification</a:t>
            </a:r>
            <a:endParaRPr b="0" lang="en-US" sz="1600" spc="-1" strike="noStrike">
              <a:solidFill>
                <a:srgbClr val="000000"/>
              </a:solidFill>
              <a:latin typeface="Arial"/>
            </a:endParaRPr>
          </a:p>
          <a:p>
            <a:pPr lvl="1" marL="914400" indent="-330120">
              <a:lnSpc>
                <a:spcPct val="115000"/>
              </a:lnSpc>
              <a:buClr>
                <a:srgbClr val="595959"/>
              </a:buClr>
              <a:buFont typeface="Lato"/>
              <a:buChar char="○"/>
              <a:tabLst>
                <a:tab algn="l" pos="0"/>
              </a:tabLst>
            </a:pPr>
            <a:r>
              <a:rPr b="0" lang="el" sz="1600" spc="-1" strike="noStrike">
                <a:solidFill>
                  <a:schemeClr val="accent1"/>
                </a:solidFill>
                <a:latin typeface="Lato"/>
                <a:ea typeface="Lato"/>
              </a:rPr>
              <a:t>ER Diagram creation</a:t>
            </a:r>
            <a:endParaRPr b="0" lang="en-US" sz="1600" spc="-1" strike="noStrike">
              <a:solidFill>
                <a:srgbClr val="000000"/>
              </a:solidFill>
              <a:latin typeface="Arial"/>
            </a:endParaRPr>
          </a:p>
        </p:txBody>
      </p:sp>
      <p:sp>
        <p:nvSpPr>
          <p:cNvPr id="379" name="PlaceHolder 3"/>
          <p:cNvSpPr>
            <a:spLocks noGrp="1"/>
          </p:cNvSpPr>
          <p:nvPr>
            <p:ph type="sldNum" idx="38"/>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3DF0D79C-BEBA-465D-A1F5-3223564CD223}" type="slidenum">
              <a:rPr b="0" lang="el" sz="1000" spc="-1" strike="noStrike">
                <a:solidFill>
                  <a:schemeClr val="accent1"/>
                </a:solidFill>
                <a:latin typeface="Lato"/>
                <a:ea typeface="Lato"/>
              </a:rPr>
              <a:t>33</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27" dur="indefinite" restart="never" nodeType="tmRoot">
          <p:childTnLst>
            <p:seq>
              <p:cTn id="528" dur="indefinite" nodeType="mainSeq">
                <p:childTnLst>
                  <p:par>
                    <p:cTn id="529" fill="hold">
                      <p:stCondLst>
                        <p:cond delay="indefinite"/>
                      </p:stCondLst>
                      <p:childTnLst>
                        <p:par>
                          <p:cTn id="530" fill="hold">
                            <p:stCondLst>
                              <p:cond delay="0"/>
                            </p:stCondLst>
                            <p:childTnLst>
                              <p:par>
                                <p:cTn id="531" nodeType="clickEffect" fill="hold" presetClass="entr" presetID="1">
                                  <p:stCondLst>
                                    <p:cond delay="0"/>
                                  </p:stCondLst>
                                  <p:childTnLst>
                                    <p:set>
                                      <p:cBhvr>
                                        <p:cTn id="532" dur="1" fill="hold">
                                          <p:stCondLst>
                                            <p:cond delay="0"/>
                                          </p:stCondLst>
                                        </p:cTn>
                                        <p:tgtEl>
                                          <p:spTgt spid="378">
                                            <p:txEl>
                                              <p:pRg st="0" end="0"/>
                                            </p:txEl>
                                          </p:spTgt>
                                        </p:tgtEl>
                                        <p:attrNameLst>
                                          <p:attrName>style.visibility</p:attrName>
                                        </p:attrNameLst>
                                      </p:cBhvr>
                                      <p:to>
                                        <p:strVal val="visible"/>
                                      </p:to>
                                    </p:set>
                                  </p:childTnLst>
                                </p:cTn>
                              </p:par>
                            </p:childTnLst>
                          </p:cTn>
                        </p:par>
                      </p:childTnLst>
                    </p:cTn>
                  </p:par>
                  <p:par>
                    <p:cTn id="533" fill="hold">
                      <p:stCondLst>
                        <p:cond delay="indefinite"/>
                      </p:stCondLst>
                      <p:childTnLst>
                        <p:par>
                          <p:cTn id="534" fill="hold">
                            <p:stCondLst>
                              <p:cond delay="0"/>
                            </p:stCondLst>
                            <p:childTnLst>
                              <p:par>
                                <p:cTn id="535" nodeType="clickEffect" fill="hold" presetClass="entr" presetID="1">
                                  <p:stCondLst>
                                    <p:cond delay="0"/>
                                  </p:stCondLst>
                                  <p:childTnLst>
                                    <p:set>
                                      <p:cBhvr>
                                        <p:cTn id="536" dur="1" fill="hold">
                                          <p:stCondLst>
                                            <p:cond delay="0"/>
                                          </p:stCondLst>
                                        </p:cTn>
                                        <p:tgtEl>
                                          <p:spTgt spid="378">
                                            <p:txEl>
                                              <p:pRg st="1" end="1"/>
                                            </p:txEl>
                                          </p:spTgt>
                                        </p:tgtEl>
                                        <p:attrNameLst>
                                          <p:attrName>style.visibility</p:attrName>
                                        </p:attrNameLst>
                                      </p:cBhvr>
                                      <p:to>
                                        <p:strVal val="visible"/>
                                      </p:to>
                                    </p:set>
                                  </p:childTnLst>
                                </p:cTn>
                              </p:par>
                            </p:childTnLst>
                          </p:cTn>
                        </p:par>
                      </p:childTnLst>
                    </p:cTn>
                  </p:par>
                  <p:par>
                    <p:cTn id="537" fill="hold">
                      <p:stCondLst>
                        <p:cond delay="indefinite"/>
                      </p:stCondLst>
                      <p:childTnLst>
                        <p:par>
                          <p:cTn id="538" fill="hold">
                            <p:stCondLst>
                              <p:cond delay="0"/>
                            </p:stCondLst>
                            <p:childTnLst>
                              <p:par>
                                <p:cTn id="539" nodeType="clickEffect" fill="hold" presetClass="entr" presetID="1">
                                  <p:stCondLst>
                                    <p:cond delay="0"/>
                                  </p:stCondLst>
                                  <p:childTnLst>
                                    <p:set>
                                      <p:cBhvr>
                                        <p:cTn id="540" dur="1" fill="hold">
                                          <p:stCondLst>
                                            <p:cond delay="0"/>
                                          </p:stCondLst>
                                        </p:cTn>
                                        <p:tgtEl>
                                          <p:spTgt spid="378">
                                            <p:txEl>
                                              <p:pRg st="2" end="2"/>
                                            </p:txEl>
                                          </p:spTgt>
                                        </p:tgtEl>
                                        <p:attrNameLst>
                                          <p:attrName>style.visibility</p:attrName>
                                        </p:attrNameLst>
                                      </p:cBhvr>
                                      <p:to>
                                        <p:strVal val="visible"/>
                                      </p:to>
                                    </p:set>
                                  </p:childTnLst>
                                </p:cTn>
                              </p:par>
                            </p:childTnLst>
                          </p:cTn>
                        </p:par>
                      </p:childTnLst>
                    </p:cTn>
                  </p:par>
                  <p:par>
                    <p:cTn id="541" fill="hold">
                      <p:stCondLst>
                        <p:cond delay="indefinite"/>
                      </p:stCondLst>
                      <p:childTnLst>
                        <p:par>
                          <p:cTn id="542" fill="hold">
                            <p:stCondLst>
                              <p:cond delay="0"/>
                            </p:stCondLst>
                            <p:childTnLst>
                              <p:par>
                                <p:cTn id="543" nodeType="clickEffect" fill="hold" presetClass="entr" presetID="1">
                                  <p:stCondLst>
                                    <p:cond delay="0"/>
                                  </p:stCondLst>
                                  <p:childTnLst>
                                    <p:set>
                                      <p:cBhvr>
                                        <p:cTn id="544" dur="1" fill="hold">
                                          <p:stCondLst>
                                            <p:cond delay="0"/>
                                          </p:stCondLst>
                                        </p:cTn>
                                        <p:tgtEl>
                                          <p:spTgt spid="378">
                                            <p:txEl>
                                              <p:pRg st="3" end="3"/>
                                            </p:txEl>
                                          </p:spTgt>
                                        </p:tgtEl>
                                        <p:attrNameLst>
                                          <p:attrName>style.visibility</p:attrName>
                                        </p:attrNameLst>
                                      </p:cBhvr>
                                      <p:to>
                                        <p:strVal val="visible"/>
                                      </p:to>
                                    </p:set>
                                  </p:childTnLst>
                                </p:cTn>
                              </p:par>
                            </p:childTnLst>
                          </p:cTn>
                        </p:par>
                      </p:childTnLst>
                    </p:cTn>
                  </p:par>
                  <p:par>
                    <p:cTn id="545" fill="hold">
                      <p:stCondLst>
                        <p:cond delay="indefinite"/>
                      </p:stCondLst>
                      <p:childTnLst>
                        <p:par>
                          <p:cTn id="546" fill="hold">
                            <p:stCondLst>
                              <p:cond delay="0"/>
                            </p:stCondLst>
                            <p:childTnLst>
                              <p:par>
                                <p:cTn id="547" nodeType="clickEffect" fill="hold" presetClass="entr" presetID="1">
                                  <p:stCondLst>
                                    <p:cond delay="0"/>
                                  </p:stCondLst>
                                  <p:childTnLst>
                                    <p:set>
                                      <p:cBhvr>
                                        <p:cTn id="548" dur="1" fill="hold">
                                          <p:stCondLst>
                                            <p:cond delay="0"/>
                                          </p:stCondLst>
                                        </p:cTn>
                                        <p:tgtEl>
                                          <p:spTgt spid="378">
                                            <p:txEl>
                                              <p:pRg st="4" end="4"/>
                                            </p:txEl>
                                          </p:spTgt>
                                        </p:tgtEl>
                                        <p:attrNameLst>
                                          <p:attrName>style.visibility</p:attrName>
                                        </p:attrNameLst>
                                      </p:cBhvr>
                                      <p:to>
                                        <p:strVal val="visible"/>
                                      </p:to>
                                    </p:set>
                                  </p:childTnLst>
                                </p:cTn>
                              </p:par>
                            </p:childTnLst>
                          </p:cTn>
                        </p:par>
                      </p:childTnLst>
                    </p:cTn>
                  </p:par>
                  <p:par>
                    <p:cTn id="549" fill="hold">
                      <p:stCondLst>
                        <p:cond delay="indefinite"/>
                      </p:stCondLst>
                      <p:childTnLst>
                        <p:par>
                          <p:cTn id="550" fill="hold">
                            <p:stCondLst>
                              <p:cond delay="0"/>
                            </p:stCondLst>
                            <p:childTnLst>
                              <p:par>
                                <p:cTn id="551" nodeType="clickEffect" fill="hold" presetClass="entr" presetID="1">
                                  <p:stCondLst>
                                    <p:cond delay="0"/>
                                  </p:stCondLst>
                                  <p:childTnLst>
                                    <p:set>
                                      <p:cBhvr>
                                        <p:cTn id="552" dur="1" fill="hold">
                                          <p:stCondLst>
                                            <p:cond delay="0"/>
                                          </p:stCondLst>
                                        </p:cTn>
                                        <p:tgtEl>
                                          <p:spTgt spid="378">
                                            <p:txEl>
                                              <p:pRg st="5" end="5"/>
                                            </p:txEl>
                                          </p:spTgt>
                                        </p:tgtEl>
                                        <p:attrNameLst>
                                          <p:attrName>style.visibility</p:attrName>
                                        </p:attrNameLst>
                                      </p:cBhvr>
                                      <p:to>
                                        <p:strVal val="visible"/>
                                      </p:to>
                                    </p:set>
                                  </p:childTnLst>
                                </p:cTn>
                              </p:par>
                            </p:childTnLst>
                          </p:cTn>
                        </p:par>
                      </p:childTnLst>
                    </p:cTn>
                  </p:par>
                  <p:par>
                    <p:cTn id="553" fill="hold">
                      <p:stCondLst>
                        <p:cond delay="indefinite"/>
                      </p:stCondLst>
                      <p:childTnLst>
                        <p:par>
                          <p:cTn id="554" fill="hold">
                            <p:stCondLst>
                              <p:cond delay="0"/>
                            </p:stCondLst>
                            <p:childTnLst>
                              <p:par>
                                <p:cTn id="555" nodeType="clickEffect" fill="hold" presetClass="entr" presetID="1">
                                  <p:stCondLst>
                                    <p:cond delay="0"/>
                                  </p:stCondLst>
                                  <p:childTnLst>
                                    <p:set>
                                      <p:cBhvr>
                                        <p:cTn id="556" dur="1" fill="hold">
                                          <p:stCondLst>
                                            <p:cond delay="0"/>
                                          </p:stCondLst>
                                        </p:cTn>
                                        <p:tgtEl>
                                          <p:spTgt spid="378">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title"/>
          </p:nvPr>
        </p:nvSpPr>
        <p:spPr>
          <a:xfrm>
            <a:off x="729360" y="1322280"/>
            <a:ext cx="7688160" cy="1518120"/>
          </a:xfrm>
          <a:prstGeom prst="rect">
            <a:avLst/>
          </a:prstGeom>
          <a:noFill/>
          <a:ln w="0">
            <a:noFill/>
          </a:ln>
        </p:spPr>
        <p:txBody>
          <a:bodyPr tIns="91440" bIns="91440" anchor="t">
            <a:normAutofit/>
          </a:bodyPr>
          <a:p>
            <a:pPr indent="0">
              <a:lnSpc>
                <a:spcPct val="100000"/>
              </a:lnSpc>
              <a:buNone/>
              <a:tabLst>
                <a:tab algn="l" pos="0"/>
              </a:tabLst>
            </a:pPr>
            <a:r>
              <a:rPr b="1" lang="el" sz="3600" spc="-1" strike="noStrike">
                <a:solidFill>
                  <a:schemeClr val="lt1"/>
                </a:solidFill>
                <a:latin typeface="Lato"/>
                <a:ea typeface="Lato"/>
              </a:rPr>
              <a:t>Fun Time!</a:t>
            </a:r>
            <a:endParaRPr b="0" lang="en-US" sz="3600" spc="-1" strike="noStrike">
              <a:solidFill>
                <a:srgbClr val="000000"/>
              </a:solidFill>
              <a:latin typeface="Arial"/>
            </a:endParaRPr>
          </a:p>
        </p:txBody>
      </p:sp>
      <p:sp>
        <p:nvSpPr>
          <p:cNvPr id="381" name="PlaceHolder 2"/>
          <p:cNvSpPr>
            <a:spLocks noGrp="1"/>
          </p:cNvSpPr>
          <p:nvPr>
            <p:ph type="sldNum" idx="39"/>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lt1"/>
                </a:solidFill>
                <a:latin typeface="Lato"/>
                <a:ea typeface="Lato"/>
              </a:defRPr>
            </a:lvl1pPr>
          </a:lstStyle>
          <a:p>
            <a:pPr indent="0" algn="r">
              <a:lnSpc>
                <a:spcPct val="100000"/>
              </a:lnSpc>
              <a:buNone/>
              <a:tabLst>
                <a:tab algn="l" pos="0"/>
              </a:tabLst>
            </a:pPr>
            <a:fld id="{1113C1BE-A21F-4BFE-80A6-9CADD0C02E9A}" type="slidenum">
              <a:rPr b="0" lang="el" sz="1000" spc="-1" strike="noStrike">
                <a:solidFill>
                  <a:schemeClr val="lt1"/>
                </a:solidFill>
                <a:latin typeface="Lato"/>
                <a:ea typeface="Lato"/>
              </a:rPr>
              <a:t>34</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2" name="PlaceHolder 1"/>
          <p:cNvSpPr>
            <a:spLocks noGrp="1"/>
          </p:cNvSpPr>
          <p:nvPr>
            <p:ph type="title"/>
          </p:nvPr>
        </p:nvSpPr>
        <p:spPr>
          <a:xfrm>
            <a:off x="729360" y="572040"/>
            <a:ext cx="7688520" cy="534960"/>
          </a:xfrm>
          <a:prstGeom prst="rect">
            <a:avLst/>
          </a:prstGeom>
          <a:noFill/>
          <a:ln w="0">
            <a:noFill/>
          </a:ln>
        </p:spPr>
        <p:txBody>
          <a:bodyPr tIns="91440" bIns="91440" anchor="t">
            <a:normAutofit fontScale="88000"/>
          </a:bodyPr>
          <a:p>
            <a:pPr indent="0">
              <a:lnSpc>
                <a:spcPct val="100000"/>
              </a:lnSpc>
              <a:buNone/>
              <a:tabLst>
                <a:tab algn="l" pos="0"/>
              </a:tabLst>
            </a:pPr>
            <a:r>
              <a:rPr b="1" lang="el" sz="2600" spc="-1" strike="noStrike">
                <a:solidFill>
                  <a:schemeClr val="dk2"/>
                </a:solidFill>
                <a:latin typeface="Lato"/>
                <a:ea typeface="Lato"/>
              </a:rPr>
              <a:t>Lab</a:t>
            </a:r>
            <a:endParaRPr b="0" lang="en-US" sz="2600" spc="-1" strike="noStrike">
              <a:solidFill>
                <a:srgbClr val="000000"/>
              </a:solidFill>
              <a:latin typeface="Arial"/>
            </a:endParaRPr>
          </a:p>
        </p:txBody>
      </p:sp>
      <p:sp>
        <p:nvSpPr>
          <p:cNvPr id="383" name="PlaceHolder 2"/>
          <p:cNvSpPr>
            <a:spLocks noGrp="1"/>
          </p:cNvSpPr>
          <p:nvPr>
            <p:ph/>
          </p:nvPr>
        </p:nvSpPr>
        <p:spPr>
          <a:xfrm>
            <a:off x="729360" y="1378080"/>
            <a:ext cx="7688520" cy="2961720"/>
          </a:xfrm>
          <a:prstGeom prst="rect">
            <a:avLst/>
          </a:prstGeom>
          <a:noFill/>
          <a:ln w="0">
            <a:noFill/>
          </a:ln>
        </p:spPr>
        <p:txBody>
          <a:bodyPr tIns="91440" bIns="91440" anchor="t">
            <a:normAutofit fontScale="99000"/>
          </a:bodyPr>
          <a:p>
            <a:pPr marL="452520" indent="-326520">
              <a:lnSpc>
                <a:spcPct val="115000"/>
              </a:lnSpc>
              <a:buClr>
                <a:srgbClr val="595959"/>
              </a:buClr>
              <a:buFont typeface="Lato"/>
              <a:buChar char="●"/>
            </a:pPr>
            <a:r>
              <a:rPr b="0" lang="el" sz="1600" spc="-1" strike="noStrike">
                <a:solidFill>
                  <a:schemeClr val="accent1"/>
                </a:solidFill>
                <a:latin typeface="Lato"/>
                <a:ea typeface="Lato"/>
              </a:rPr>
              <a:t>In case you have not completed the previous lab exercise (introduction to Access 2016), now it is time to do so!</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Also, in case you have not completed the practice exercises from the previous time (‘</a:t>
            </a:r>
            <a:r>
              <a:rPr b="1" lang="el" sz="1600" spc="-1" strike="noStrike">
                <a:solidFill>
                  <a:schemeClr val="accent1"/>
                </a:solidFill>
                <a:latin typeface="Lato"/>
                <a:ea typeface="Lato"/>
              </a:rPr>
              <a:t>Week_02 &gt; Derby Stuff &gt; Week2_Practise.7z</a:t>
            </a:r>
            <a:r>
              <a:rPr b="0" lang="el" sz="1600" spc="-1" strike="noStrike">
                <a:solidFill>
                  <a:schemeClr val="accent1"/>
                </a:solidFill>
                <a:latin typeface="Lato"/>
                <a:ea typeface="Lato"/>
              </a:rPr>
              <a:t>’), now it is time to do so!</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If you are done with any past duties, open ‘</a:t>
            </a:r>
            <a:r>
              <a:rPr b="1" lang="el" sz="1600" spc="-1" strike="noStrike">
                <a:solidFill>
                  <a:schemeClr val="accent1"/>
                </a:solidFill>
                <a:latin typeface="Lato"/>
                <a:ea typeface="Lato"/>
              </a:rPr>
              <a:t>Week_03 &gt; Derby Stuff &gt; 5CC507_ER Exercises.pdf</a:t>
            </a:r>
            <a:r>
              <a:rPr b="0" lang="el" sz="1600" spc="-1" strike="noStrike">
                <a:solidFill>
                  <a:schemeClr val="accent1"/>
                </a:solidFill>
                <a:latin typeface="Lato"/>
                <a:ea typeface="Lato"/>
              </a:rPr>
              <a:t>’ and follow the instructions therein.</a:t>
            </a:r>
            <a:endParaRPr b="0" lang="en-US" sz="1600" spc="-1" strike="noStrike">
              <a:solidFill>
                <a:srgbClr val="000000"/>
              </a:solidFill>
              <a:latin typeface="Arial"/>
            </a:endParaRPr>
          </a:p>
          <a:p>
            <a:pPr marL="452520" indent="-326520">
              <a:lnSpc>
                <a:spcPct val="115000"/>
              </a:lnSpc>
              <a:buClr>
                <a:srgbClr val="595959"/>
              </a:buClr>
              <a:buFont typeface="Lato"/>
              <a:buChar char="●"/>
            </a:pPr>
            <a:r>
              <a:rPr b="0" lang="el" sz="1600" spc="-1" strike="noStrike">
                <a:solidFill>
                  <a:schemeClr val="accent1"/>
                </a:solidFill>
                <a:latin typeface="Lato"/>
                <a:ea typeface="Lato"/>
              </a:rPr>
              <a:t>For the drawing part, you might of course use:</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DBML</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pen and paper</a:t>
            </a:r>
            <a:endParaRPr b="0" lang="en-US" sz="1600" spc="-1" strike="noStrike">
              <a:solidFill>
                <a:srgbClr val="000000"/>
              </a:solidFill>
              <a:latin typeface="Arial"/>
            </a:endParaRPr>
          </a:p>
          <a:p>
            <a:pPr lvl="1" marL="905040" indent="-326520">
              <a:lnSpc>
                <a:spcPct val="115000"/>
              </a:lnSpc>
              <a:buClr>
                <a:srgbClr val="595959"/>
              </a:buClr>
              <a:buFont typeface="Lato"/>
              <a:buChar char="○"/>
            </a:pPr>
            <a:r>
              <a:rPr b="0" lang="el" sz="1600" spc="-1" strike="noStrike">
                <a:solidFill>
                  <a:schemeClr val="accent1"/>
                </a:solidFill>
                <a:latin typeface="Lato"/>
                <a:ea typeface="Lato"/>
              </a:rPr>
              <a:t>other drawing tools like </a:t>
            </a:r>
            <a:r>
              <a:rPr b="0" lang="el" sz="1600" spc="-1" strike="noStrike" u="sng">
                <a:solidFill>
                  <a:schemeClr val="hlink"/>
                </a:solidFill>
                <a:uFillTx/>
                <a:latin typeface="Lato"/>
                <a:ea typeface="Lato"/>
                <a:hlinkClick r:id="rId1"/>
              </a:rPr>
              <a:t>https://erdplus.com/</a:t>
            </a:r>
            <a:r>
              <a:rPr b="0" lang="el" sz="1600" spc="-1" strike="noStrike">
                <a:solidFill>
                  <a:schemeClr val="accent1"/>
                </a:solidFill>
                <a:latin typeface="Lato"/>
                <a:ea typeface="Lato"/>
              </a:rPr>
              <a:t> or </a:t>
            </a:r>
            <a:r>
              <a:rPr b="0" lang="el" sz="1600" spc="-1" strike="noStrike" u="sng">
                <a:solidFill>
                  <a:schemeClr val="hlink"/>
                </a:solidFill>
                <a:uFillTx/>
                <a:latin typeface="Lato"/>
                <a:ea typeface="Lato"/>
                <a:hlinkClick r:id="rId2"/>
              </a:rPr>
              <a:t>https://app.diagrams.net/</a:t>
            </a:r>
            <a:endParaRPr b="0" lang="en-US" sz="1600" spc="-1" strike="noStrike">
              <a:solidFill>
                <a:srgbClr val="000000"/>
              </a:solidFill>
              <a:latin typeface="Arial"/>
            </a:endParaRPr>
          </a:p>
        </p:txBody>
      </p:sp>
      <p:sp>
        <p:nvSpPr>
          <p:cNvPr id="384" name="PlaceHolder 3"/>
          <p:cNvSpPr>
            <a:spLocks noGrp="1"/>
          </p:cNvSpPr>
          <p:nvPr>
            <p:ph type="sldNum" idx="40"/>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1E4050A3-F97E-413E-A35A-E7BA1C8F20E5}"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timing>
    <p:tnLst>
      <p:par>
        <p:cTn id="557" dur="indefinite" restart="never" nodeType="tmRoot">
          <p:childTnLst>
            <p:seq>
              <p:cTn id="558" dur="indefinite" nodeType="mainSeq">
                <p:childTnLst>
                  <p:par>
                    <p:cTn id="559" fill="hold">
                      <p:stCondLst>
                        <p:cond delay="indefinite"/>
                      </p:stCondLst>
                      <p:childTnLst>
                        <p:par>
                          <p:cTn id="560" fill="hold">
                            <p:stCondLst>
                              <p:cond delay="0"/>
                            </p:stCondLst>
                            <p:childTnLst>
                              <p:par>
                                <p:cTn id="561" nodeType="clickEffect" fill="hold" presetClass="entr" presetID="1">
                                  <p:stCondLst>
                                    <p:cond delay="0"/>
                                  </p:stCondLst>
                                  <p:childTnLst>
                                    <p:set>
                                      <p:cBhvr>
                                        <p:cTn id="562" dur="1" fill="hold">
                                          <p:stCondLst>
                                            <p:cond delay="0"/>
                                          </p:stCondLst>
                                        </p:cTn>
                                        <p:tgtEl>
                                          <p:spTgt spid="383">
                                            <p:txEl>
                                              <p:pRg st="0" end="0"/>
                                            </p:txEl>
                                          </p:spTgt>
                                        </p:tgtEl>
                                        <p:attrNameLst>
                                          <p:attrName>style.visibility</p:attrName>
                                        </p:attrNameLst>
                                      </p:cBhvr>
                                      <p:to>
                                        <p:strVal val="visible"/>
                                      </p:to>
                                    </p:set>
                                  </p:childTnLst>
                                </p:cTn>
                              </p:par>
                            </p:childTnLst>
                          </p:cTn>
                        </p:par>
                      </p:childTnLst>
                    </p:cTn>
                  </p:par>
                  <p:par>
                    <p:cTn id="563" fill="hold">
                      <p:stCondLst>
                        <p:cond delay="indefinite"/>
                      </p:stCondLst>
                      <p:childTnLst>
                        <p:par>
                          <p:cTn id="564" fill="hold">
                            <p:stCondLst>
                              <p:cond delay="0"/>
                            </p:stCondLst>
                            <p:childTnLst>
                              <p:par>
                                <p:cTn id="565" nodeType="clickEffect" fill="hold" presetClass="entr" presetID="1">
                                  <p:stCondLst>
                                    <p:cond delay="0"/>
                                  </p:stCondLst>
                                  <p:childTnLst>
                                    <p:set>
                                      <p:cBhvr>
                                        <p:cTn id="566" dur="1" fill="hold">
                                          <p:stCondLst>
                                            <p:cond delay="0"/>
                                          </p:stCondLst>
                                        </p:cTn>
                                        <p:tgtEl>
                                          <p:spTgt spid="383">
                                            <p:txEl>
                                              <p:pRg st="1" end="1"/>
                                            </p:txEl>
                                          </p:spTgt>
                                        </p:tgtEl>
                                        <p:attrNameLst>
                                          <p:attrName>style.visibility</p:attrName>
                                        </p:attrNameLst>
                                      </p:cBhvr>
                                      <p:to>
                                        <p:strVal val="visible"/>
                                      </p:to>
                                    </p:set>
                                  </p:childTnLst>
                                </p:cTn>
                              </p:par>
                            </p:childTnLst>
                          </p:cTn>
                        </p:par>
                      </p:childTnLst>
                    </p:cTn>
                  </p:par>
                  <p:par>
                    <p:cTn id="567" fill="hold">
                      <p:stCondLst>
                        <p:cond delay="indefinite"/>
                      </p:stCondLst>
                      <p:childTnLst>
                        <p:par>
                          <p:cTn id="568" fill="hold">
                            <p:stCondLst>
                              <p:cond delay="0"/>
                            </p:stCondLst>
                            <p:childTnLst>
                              <p:par>
                                <p:cTn id="569" nodeType="clickEffect" fill="hold" presetClass="entr" presetID="1">
                                  <p:stCondLst>
                                    <p:cond delay="0"/>
                                  </p:stCondLst>
                                  <p:childTnLst>
                                    <p:set>
                                      <p:cBhvr>
                                        <p:cTn id="570" dur="1" fill="hold">
                                          <p:stCondLst>
                                            <p:cond delay="0"/>
                                          </p:stCondLst>
                                        </p:cTn>
                                        <p:tgtEl>
                                          <p:spTgt spid="383">
                                            <p:txEl>
                                              <p:pRg st="2" end="2"/>
                                            </p:txEl>
                                          </p:spTgt>
                                        </p:tgtEl>
                                        <p:attrNameLst>
                                          <p:attrName>style.visibility</p:attrName>
                                        </p:attrNameLst>
                                      </p:cBhvr>
                                      <p:to>
                                        <p:strVal val="visible"/>
                                      </p:to>
                                    </p:set>
                                  </p:childTnLst>
                                </p:cTn>
                              </p:par>
                            </p:childTnLst>
                          </p:cTn>
                        </p:par>
                      </p:childTnLst>
                    </p:cTn>
                  </p:par>
                  <p:par>
                    <p:cTn id="571" fill="hold">
                      <p:stCondLst>
                        <p:cond delay="indefinite"/>
                      </p:stCondLst>
                      <p:childTnLst>
                        <p:par>
                          <p:cTn id="572" fill="hold">
                            <p:stCondLst>
                              <p:cond delay="0"/>
                            </p:stCondLst>
                            <p:childTnLst>
                              <p:par>
                                <p:cTn id="573" nodeType="clickEffect" fill="hold" presetClass="entr" presetID="1">
                                  <p:stCondLst>
                                    <p:cond delay="0"/>
                                  </p:stCondLst>
                                  <p:childTnLst>
                                    <p:set>
                                      <p:cBhvr>
                                        <p:cTn id="574" dur="1" fill="hold">
                                          <p:stCondLst>
                                            <p:cond delay="0"/>
                                          </p:stCondLst>
                                        </p:cTn>
                                        <p:tgtEl>
                                          <p:spTgt spid="383">
                                            <p:txEl>
                                              <p:pRg st="3" end="3"/>
                                            </p:txEl>
                                          </p:spTgt>
                                        </p:tgtEl>
                                        <p:attrNameLst>
                                          <p:attrName>style.visibility</p:attrName>
                                        </p:attrNameLst>
                                      </p:cBhvr>
                                      <p:to>
                                        <p:strVal val="visible"/>
                                      </p:to>
                                    </p:set>
                                  </p:childTnLst>
                                </p:cTn>
                              </p:par>
                            </p:childTnLst>
                          </p:cTn>
                        </p:par>
                      </p:childTnLst>
                    </p:cTn>
                  </p:par>
                  <p:par>
                    <p:cTn id="575" fill="hold">
                      <p:stCondLst>
                        <p:cond delay="indefinite"/>
                      </p:stCondLst>
                      <p:childTnLst>
                        <p:par>
                          <p:cTn id="576" fill="hold">
                            <p:stCondLst>
                              <p:cond delay="0"/>
                            </p:stCondLst>
                            <p:childTnLst>
                              <p:par>
                                <p:cTn id="577" nodeType="clickEffect" fill="hold" presetClass="entr" presetID="1">
                                  <p:stCondLst>
                                    <p:cond delay="0"/>
                                  </p:stCondLst>
                                  <p:childTnLst>
                                    <p:set>
                                      <p:cBhvr>
                                        <p:cTn id="578" dur="1" fill="hold">
                                          <p:stCondLst>
                                            <p:cond delay="0"/>
                                          </p:stCondLst>
                                        </p:cTn>
                                        <p:tgtEl>
                                          <p:spTgt spid="383">
                                            <p:txEl>
                                              <p:pRg st="4" end="4"/>
                                            </p:txEl>
                                          </p:spTgt>
                                        </p:tgtEl>
                                        <p:attrNameLst>
                                          <p:attrName>style.visibility</p:attrName>
                                        </p:attrNameLst>
                                      </p:cBhvr>
                                      <p:to>
                                        <p:strVal val="visible"/>
                                      </p:to>
                                    </p:set>
                                  </p:childTnLst>
                                </p:cTn>
                              </p:par>
                            </p:childTnLst>
                          </p:cTn>
                        </p:par>
                      </p:childTnLst>
                    </p:cTn>
                  </p:par>
                  <p:par>
                    <p:cTn id="579" fill="hold">
                      <p:stCondLst>
                        <p:cond delay="indefinite"/>
                      </p:stCondLst>
                      <p:childTnLst>
                        <p:par>
                          <p:cTn id="580" fill="hold">
                            <p:stCondLst>
                              <p:cond delay="0"/>
                            </p:stCondLst>
                            <p:childTnLst>
                              <p:par>
                                <p:cTn id="581" nodeType="clickEffect" fill="hold" presetClass="entr" presetID="1">
                                  <p:stCondLst>
                                    <p:cond delay="0"/>
                                  </p:stCondLst>
                                  <p:childTnLst>
                                    <p:set>
                                      <p:cBhvr>
                                        <p:cTn id="582" dur="1" fill="hold">
                                          <p:stCondLst>
                                            <p:cond delay="0"/>
                                          </p:stCondLst>
                                        </p:cTn>
                                        <p:tgtEl>
                                          <p:spTgt spid="383">
                                            <p:txEl>
                                              <p:pRg st="5" end="5"/>
                                            </p:txEl>
                                          </p:spTgt>
                                        </p:tgtEl>
                                        <p:attrNameLst>
                                          <p:attrName>style.visibility</p:attrName>
                                        </p:attrNameLst>
                                      </p:cBhvr>
                                      <p:to>
                                        <p:strVal val="visible"/>
                                      </p:to>
                                    </p:set>
                                  </p:childTnLst>
                                </p:cTn>
                              </p:par>
                            </p:childTnLst>
                          </p:cTn>
                        </p:par>
                      </p:childTnLst>
                    </p:cTn>
                  </p:par>
                  <p:par>
                    <p:cTn id="583" fill="hold">
                      <p:stCondLst>
                        <p:cond delay="indefinite"/>
                      </p:stCondLst>
                      <p:childTnLst>
                        <p:par>
                          <p:cTn id="584" fill="hold">
                            <p:stCondLst>
                              <p:cond delay="0"/>
                            </p:stCondLst>
                            <p:childTnLst>
                              <p:par>
                                <p:cTn id="585" nodeType="clickEffect" fill="hold" presetClass="entr" presetID="1">
                                  <p:stCondLst>
                                    <p:cond delay="0"/>
                                  </p:stCondLst>
                                  <p:childTnLst>
                                    <p:set>
                                      <p:cBhvr>
                                        <p:cTn id="586" dur="1" fill="hold">
                                          <p:stCondLst>
                                            <p:cond delay="0"/>
                                          </p:stCondLst>
                                        </p:cTn>
                                        <p:tgtEl>
                                          <p:spTgt spid="383">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5" name="PlaceHolder 1"/>
          <p:cNvSpPr>
            <a:spLocks noGrp="1"/>
          </p:cNvSpPr>
          <p:nvPr>
            <p:ph type="title"/>
          </p:nvPr>
        </p:nvSpPr>
        <p:spPr>
          <a:xfrm>
            <a:off x="730080" y="1318680"/>
            <a:ext cx="3300480" cy="1686960"/>
          </a:xfrm>
          <a:prstGeom prst="rect">
            <a:avLst/>
          </a:prstGeom>
          <a:noFill/>
          <a:ln w="0">
            <a:noFill/>
          </a:ln>
        </p:spPr>
        <p:txBody>
          <a:bodyPr tIns="91440" bIns="91440" anchor="t">
            <a:normAutofit/>
          </a:bodyPr>
          <a:p>
            <a:pPr indent="0">
              <a:lnSpc>
                <a:spcPct val="100000"/>
              </a:lnSpc>
              <a:buNone/>
              <a:tabLst>
                <a:tab algn="l" pos="0"/>
              </a:tabLst>
            </a:pPr>
            <a:r>
              <a:rPr b="1" lang="el" sz="2600" spc="-1" strike="noStrike">
                <a:solidFill>
                  <a:schemeClr val="dk2"/>
                </a:solidFill>
                <a:latin typeface="Lato"/>
                <a:ea typeface="Lato"/>
              </a:rPr>
              <a:t>Any Questions?</a:t>
            </a:r>
            <a:endParaRPr b="0" lang="en-US" sz="2600" spc="-1" strike="noStrike">
              <a:solidFill>
                <a:srgbClr val="000000"/>
              </a:solidFill>
              <a:latin typeface="Arial"/>
            </a:endParaRPr>
          </a:p>
        </p:txBody>
      </p:sp>
      <p:sp>
        <p:nvSpPr>
          <p:cNvPr id="386" name="PlaceHolder 2"/>
          <p:cNvSpPr>
            <a:spLocks noGrp="1"/>
          </p:cNvSpPr>
          <p:nvPr>
            <p:ph type="subTitle"/>
          </p:nvPr>
        </p:nvSpPr>
        <p:spPr>
          <a:xfrm>
            <a:off x="725040" y="3161520"/>
            <a:ext cx="3300480" cy="758520"/>
          </a:xfrm>
          <a:prstGeom prst="rect">
            <a:avLst/>
          </a:prstGeom>
          <a:noFill/>
          <a:ln w="0">
            <a:noFill/>
          </a:ln>
        </p:spPr>
        <p:txBody>
          <a:bodyPr tIns="91440" bIns="91440" anchor="t">
            <a:normAutofit/>
          </a:bodyPr>
          <a:p>
            <a:pPr indent="0">
              <a:lnSpc>
                <a:spcPct val="100000"/>
              </a:lnSpc>
              <a:buNone/>
              <a:tabLst>
                <a:tab algn="l" pos="0"/>
              </a:tabLst>
            </a:pPr>
            <a:r>
              <a:rPr b="0" lang="el" sz="1600" spc="-1" strike="noStrike">
                <a:solidFill>
                  <a:schemeClr val="accent1"/>
                </a:solidFill>
                <a:latin typeface="Lato"/>
                <a:ea typeface="Lato"/>
              </a:rPr>
              <a:t>Don’t forget to fill-in the questionnaire! (check right)</a:t>
            </a:r>
            <a:endParaRPr b="0" lang="en-US" sz="1600" spc="-1" strike="noStrike">
              <a:solidFill>
                <a:srgbClr val="000000"/>
              </a:solidFill>
              <a:latin typeface="Arial"/>
            </a:endParaRPr>
          </a:p>
        </p:txBody>
      </p:sp>
      <p:pic>
        <p:nvPicPr>
          <p:cNvPr id="387" name="Google Shape;381;p36" descr="">
            <a:hlinkClick r:id="rId1"/>
          </p:cNvPr>
          <p:cNvPicPr/>
          <p:nvPr/>
        </p:nvPicPr>
        <p:blipFill>
          <a:blip r:embed="rId2"/>
          <a:stretch/>
        </p:blipFill>
        <p:spPr>
          <a:xfrm>
            <a:off x="5457240" y="1143000"/>
            <a:ext cx="2857320" cy="2857320"/>
          </a:xfrm>
          <a:prstGeom prst="rect">
            <a:avLst/>
          </a:prstGeom>
          <a:ln w="0">
            <a:noFill/>
          </a:ln>
        </p:spPr>
      </p:pic>
      <p:sp>
        <p:nvSpPr>
          <p:cNvPr id="388" name="Google Shape;382;p36"/>
          <p:cNvSpPr/>
          <p:nvPr/>
        </p:nvSpPr>
        <p:spPr>
          <a:xfrm>
            <a:off x="4729320" y="4077360"/>
            <a:ext cx="4312440" cy="458280"/>
          </a:xfrm>
          <a:prstGeom prst="rect">
            <a:avLst/>
          </a:prstGeom>
          <a:noFill/>
          <a:ln w="0">
            <a:noFill/>
          </a:ln>
        </p:spPr>
        <p:style>
          <a:lnRef idx="0"/>
          <a:fillRef idx="0"/>
          <a:effectRef idx="0"/>
          <a:fontRef idx="minor"/>
        </p:style>
        <p:txBody>
          <a:bodyPr tIns="91440" bIns="91440" anchor="t">
            <a:spAutoFit/>
          </a:bodyPr>
          <a:p>
            <a:pPr algn="ctr">
              <a:lnSpc>
                <a:spcPct val="100000"/>
              </a:lnSpc>
              <a:tabLst>
                <a:tab algn="l" pos="0"/>
              </a:tabLst>
            </a:pPr>
            <a:r>
              <a:rPr b="0" lang="el" sz="1600" spc="-1" strike="noStrike" u="sng">
                <a:solidFill>
                  <a:schemeClr val="hlink"/>
                </a:solidFill>
                <a:uFillTx/>
                <a:latin typeface="Consolas"/>
                <a:ea typeface="Consolas"/>
                <a:hlinkClick r:id="rId3"/>
              </a:rPr>
              <a:t>https://forms.gle/edpsrRjMWJwPtv3U9</a:t>
            </a:r>
            <a:endParaRPr b="0" lang="en-US" sz="1600" spc="-1" strike="noStrike">
              <a:solidFill>
                <a:srgbClr val="000000"/>
              </a:solidFill>
              <a:latin typeface="Arial"/>
            </a:endParaRPr>
          </a:p>
        </p:txBody>
      </p:sp>
      <p:sp>
        <p:nvSpPr>
          <p:cNvPr id="389" name="PlaceHolder 3"/>
          <p:cNvSpPr>
            <a:spLocks noGrp="1"/>
          </p:cNvSpPr>
          <p:nvPr>
            <p:ph type="sldNum" idx="41"/>
          </p:nvPr>
        </p:nvSpPr>
        <p:spPr>
          <a:xfrm>
            <a:off x="8536320" y="4749840"/>
            <a:ext cx="548280" cy="393120"/>
          </a:xfrm>
          <a:prstGeom prst="rect">
            <a:avLst/>
          </a:prstGeom>
          <a:noFill/>
          <a:ln w="0">
            <a:noFill/>
          </a:ln>
        </p:spPr>
        <p:txBody>
          <a:bodyPr tIns="91440" bIns="91440" anchor="ctr">
            <a:normAutofit/>
          </a:bodyPr>
          <a:lstStyle>
            <a:lvl1pPr indent="0" algn="r">
              <a:lnSpc>
                <a:spcPct val="100000"/>
              </a:lnSpc>
              <a:buNone/>
              <a:tabLst>
                <a:tab algn="l" pos="0"/>
              </a:tabLst>
              <a:defRPr b="0" lang="el" sz="1000" spc="-1" strike="noStrike">
                <a:solidFill>
                  <a:schemeClr val="accent1"/>
                </a:solidFill>
                <a:latin typeface="Lato"/>
                <a:ea typeface="Lato"/>
              </a:defRPr>
            </a:lvl1pPr>
          </a:lstStyle>
          <a:p>
            <a:pPr indent="0" algn="r">
              <a:lnSpc>
                <a:spcPct val="100000"/>
              </a:lnSpc>
              <a:buNone/>
              <a:tabLst>
                <a:tab algn="l" pos="0"/>
              </a:tabLst>
            </a:pPr>
            <a:fld id="{F55D2614-EC25-42E6-93AB-2002AE81AA3F}" type="slidenum">
              <a:rPr b="0" lang="el" sz="1000" spc="-1" strike="noStrike">
                <a:solidFill>
                  <a:schemeClr val="accent1"/>
                </a:solidFill>
                <a:latin typeface="Lato"/>
                <a:ea typeface="Lato"/>
              </a:rPr>
              <a:t>&lt;number&gt;</a:t>
            </a:fld>
            <a:endParaRPr b="0" lang="en-US" sz="1000" spc="-1" strike="noStrike">
              <a:solidFill>
                <a:srgbClr val="000000"/>
              </a:solidFill>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LibreOffice/7.4.7.2$Linux_X86_64 LibreOffice_project/40$Build-2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en-US</dc:language>
  <cp:lastModifiedBy/>
  <dcterms:modified xsi:type="dcterms:W3CDTF">2026-02-01T20:36:56Z</dcterms:modified>
  <cp:revision>2</cp:revision>
  <dc:subject/>
  <dc:title/>
</cp:coreProperties>
</file>