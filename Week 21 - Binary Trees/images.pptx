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0"/>
    <p:sldId id="264" r:id="rId11"/>
    <p:sldId id="265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6DCA3B-7362-4DE0-BDCB-9FEED5385CBF}" v="43" dt="2023-04-24T11:45:24.298"/>
    <p1510:client id="{CDEF5A5E-B4E4-4A4A-91D9-CB3EA32D4E74}" v="62" dt="2023-04-23T17:24:51.1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400" d="100"/>
          <a:sy n="400" d="100"/>
        </p:scale>
        <p:origin x="-20916" y="-56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O'Neill" userId="cb323814-a42a-4cfe-bc74-03f595e56f6e" providerId="ADAL" clId="{CDEF5A5E-B4E4-4A4A-91D9-CB3EA32D4E74}"/>
    <pc:docChg chg="undo custSel addSld modSld">
      <pc:chgData name="Sam O'Neill" userId="cb323814-a42a-4cfe-bc74-03f595e56f6e" providerId="ADAL" clId="{CDEF5A5E-B4E4-4A4A-91D9-CB3EA32D4E74}" dt="2023-04-23T17:24:51.130" v="441"/>
      <pc:docMkLst>
        <pc:docMk/>
      </pc:docMkLst>
      <pc:sldChg chg="addSp delSp new mod">
        <pc:chgData name="Sam O'Neill" userId="cb323814-a42a-4cfe-bc74-03f595e56f6e" providerId="ADAL" clId="{CDEF5A5E-B4E4-4A4A-91D9-CB3EA32D4E74}" dt="2023-04-23T16:10:40.071" v="7" actId="22"/>
        <pc:sldMkLst>
          <pc:docMk/>
          <pc:sldMk cId="3386368127" sldId="261"/>
        </pc:sldMkLst>
        <pc:spChg chg="del">
          <ac:chgData name="Sam O'Neill" userId="cb323814-a42a-4cfe-bc74-03f595e56f6e" providerId="ADAL" clId="{CDEF5A5E-B4E4-4A4A-91D9-CB3EA32D4E74}" dt="2023-04-23T16:09:43.642" v="3" actId="478"/>
          <ac:spMkLst>
            <pc:docMk/>
            <pc:sldMk cId="3386368127" sldId="261"/>
            <ac:spMk id="2" creationId="{75906BEB-AC9B-6B4B-3302-BD99ED9ACD6E}"/>
          </ac:spMkLst>
        </pc:spChg>
        <pc:spChg chg="del">
          <ac:chgData name="Sam O'Neill" userId="cb323814-a42a-4cfe-bc74-03f595e56f6e" providerId="ADAL" clId="{CDEF5A5E-B4E4-4A4A-91D9-CB3EA32D4E74}" dt="2023-04-23T16:09:41.241" v="2" actId="478"/>
          <ac:spMkLst>
            <pc:docMk/>
            <pc:sldMk cId="3386368127" sldId="261"/>
            <ac:spMk id="3" creationId="{FAC8AFAF-913D-2D8C-4E04-444CF521123F}"/>
          </ac:spMkLst>
        </pc:spChg>
        <pc:picChg chg="add del">
          <ac:chgData name="Sam O'Neill" userId="cb323814-a42a-4cfe-bc74-03f595e56f6e" providerId="ADAL" clId="{CDEF5A5E-B4E4-4A4A-91D9-CB3EA32D4E74}" dt="2023-04-23T16:10:16.395" v="4" actId="478"/>
          <ac:picMkLst>
            <pc:docMk/>
            <pc:sldMk cId="3386368127" sldId="261"/>
            <ac:picMk id="5" creationId="{40213654-E88F-DAD9-9AA2-500AC7A5DF40}"/>
          </ac:picMkLst>
        </pc:picChg>
        <pc:picChg chg="add del">
          <ac:chgData name="Sam O'Neill" userId="cb323814-a42a-4cfe-bc74-03f595e56f6e" providerId="ADAL" clId="{CDEF5A5E-B4E4-4A4A-91D9-CB3EA32D4E74}" dt="2023-04-23T16:10:39.743" v="6" actId="478"/>
          <ac:picMkLst>
            <pc:docMk/>
            <pc:sldMk cId="3386368127" sldId="261"/>
            <ac:picMk id="7" creationId="{F51371CC-6A5D-51B6-28B4-DF95BCADC443}"/>
          </ac:picMkLst>
        </pc:picChg>
        <pc:picChg chg="add">
          <ac:chgData name="Sam O'Neill" userId="cb323814-a42a-4cfe-bc74-03f595e56f6e" providerId="ADAL" clId="{CDEF5A5E-B4E4-4A4A-91D9-CB3EA32D4E74}" dt="2023-04-23T16:10:40.071" v="7" actId="22"/>
          <ac:picMkLst>
            <pc:docMk/>
            <pc:sldMk cId="3386368127" sldId="261"/>
            <ac:picMk id="9" creationId="{8710EB84-E83F-3F2D-EA40-20090BE1A0D8}"/>
          </ac:picMkLst>
        </pc:picChg>
      </pc:sldChg>
      <pc:sldChg chg="addSp delSp new mod">
        <pc:chgData name="Sam O'Neill" userId="cb323814-a42a-4cfe-bc74-03f595e56f6e" providerId="ADAL" clId="{CDEF5A5E-B4E4-4A4A-91D9-CB3EA32D4E74}" dt="2023-04-23T16:11:09.196" v="11" actId="478"/>
        <pc:sldMkLst>
          <pc:docMk/>
          <pc:sldMk cId="3245940189" sldId="262"/>
        </pc:sldMkLst>
        <pc:spChg chg="del">
          <ac:chgData name="Sam O'Neill" userId="cb323814-a42a-4cfe-bc74-03f595e56f6e" providerId="ADAL" clId="{CDEF5A5E-B4E4-4A4A-91D9-CB3EA32D4E74}" dt="2023-04-23T16:11:09.196" v="11" actId="478"/>
          <ac:spMkLst>
            <pc:docMk/>
            <pc:sldMk cId="3245940189" sldId="262"/>
            <ac:spMk id="2" creationId="{58EF4ADD-8CE0-B74C-90A5-7C147DFA1A7B}"/>
          </ac:spMkLst>
        </pc:spChg>
        <pc:spChg chg="del">
          <ac:chgData name="Sam O'Neill" userId="cb323814-a42a-4cfe-bc74-03f595e56f6e" providerId="ADAL" clId="{CDEF5A5E-B4E4-4A4A-91D9-CB3EA32D4E74}" dt="2023-04-23T16:11:07.098" v="10" actId="478"/>
          <ac:spMkLst>
            <pc:docMk/>
            <pc:sldMk cId="3245940189" sldId="262"/>
            <ac:spMk id="3" creationId="{45A0025D-E830-3189-593E-783BD8D7164D}"/>
          </ac:spMkLst>
        </pc:spChg>
        <pc:picChg chg="add">
          <ac:chgData name="Sam O'Neill" userId="cb323814-a42a-4cfe-bc74-03f595e56f6e" providerId="ADAL" clId="{CDEF5A5E-B4E4-4A4A-91D9-CB3EA32D4E74}" dt="2023-04-23T16:11:02.641" v="9" actId="22"/>
          <ac:picMkLst>
            <pc:docMk/>
            <pc:sldMk cId="3245940189" sldId="262"/>
            <ac:picMk id="5" creationId="{FCD5933D-4268-F3C2-D86E-BE137C330FF7}"/>
          </ac:picMkLst>
        </pc:picChg>
      </pc:sldChg>
      <pc:sldChg chg="addSp delSp new mod">
        <pc:chgData name="Sam O'Neill" userId="cb323814-a42a-4cfe-bc74-03f595e56f6e" providerId="ADAL" clId="{CDEF5A5E-B4E4-4A4A-91D9-CB3EA32D4E74}" dt="2023-04-23T16:49:07.120" v="15" actId="478"/>
        <pc:sldMkLst>
          <pc:docMk/>
          <pc:sldMk cId="2477089252" sldId="263"/>
        </pc:sldMkLst>
        <pc:spChg chg="del">
          <ac:chgData name="Sam O'Neill" userId="cb323814-a42a-4cfe-bc74-03f595e56f6e" providerId="ADAL" clId="{CDEF5A5E-B4E4-4A4A-91D9-CB3EA32D4E74}" dt="2023-04-23T16:49:06.248" v="14" actId="478"/>
          <ac:spMkLst>
            <pc:docMk/>
            <pc:sldMk cId="2477089252" sldId="263"/>
            <ac:spMk id="2" creationId="{1784D197-805E-5EE4-FDB7-9D893538BE3F}"/>
          </ac:spMkLst>
        </pc:spChg>
        <pc:spChg chg="del">
          <ac:chgData name="Sam O'Neill" userId="cb323814-a42a-4cfe-bc74-03f595e56f6e" providerId="ADAL" clId="{CDEF5A5E-B4E4-4A4A-91D9-CB3EA32D4E74}" dt="2023-04-23T16:49:07.120" v="15" actId="478"/>
          <ac:spMkLst>
            <pc:docMk/>
            <pc:sldMk cId="2477089252" sldId="263"/>
            <ac:spMk id="3" creationId="{B4FE12A9-159E-A214-630F-9008248CD268}"/>
          </ac:spMkLst>
        </pc:spChg>
        <pc:picChg chg="add">
          <ac:chgData name="Sam O'Neill" userId="cb323814-a42a-4cfe-bc74-03f595e56f6e" providerId="ADAL" clId="{CDEF5A5E-B4E4-4A4A-91D9-CB3EA32D4E74}" dt="2023-04-23T16:49:02.072" v="13" actId="22"/>
          <ac:picMkLst>
            <pc:docMk/>
            <pc:sldMk cId="2477089252" sldId="263"/>
            <ac:picMk id="5" creationId="{E2ACAB73-06C6-0126-D781-7EF1E9167778}"/>
          </ac:picMkLst>
        </pc:picChg>
      </pc:sldChg>
      <pc:sldChg chg="addSp modSp add mod">
        <pc:chgData name="Sam O'Neill" userId="cb323814-a42a-4cfe-bc74-03f595e56f6e" providerId="ADAL" clId="{CDEF5A5E-B4E4-4A4A-91D9-CB3EA32D4E74}" dt="2023-04-23T17:24:51.130" v="441"/>
        <pc:sldMkLst>
          <pc:docMk/>
          <pc:sldMk cId="548680447" sldId="264"/>
        </pc:sldMkLst>
        <pc:spChg chg="add mod">
          <ac:chgData name="Sam O'Neill" userId="cb323814-a42a-4cfe-bc74-03f595e56f6e" providerId="ADAL" clId="{CDEF5A5E-B4E4-4A4A-91D9-CB3EA32D4E74}" dt="2023-04-23T17:00:15.978" v="92" actId="113"/>
          <ac:spMkLst>
            <pc:docMk/>
            <pc:sldMk cId="548680447" sldId="264"/>
            <ac:spMk id="2" creationId="{1FFFE5FD-2325-71D4-A5E0-93D8A2FBDEF3}"/>
          </ac:spMkLst>
        </pc:spChg>
        <pc:spChg chg="add mod">
          <ac:chgData name="Sam O'Neill" userId="cb323814-a42a-4cfe-bc74-03f595e56f6e" providerId="ADAL" clId="{CDEF5A5E-B4E4-4A4A-91D9-CB3EA32D4E74}" dt="2023-04-23T17:00:15.978" v="92" actId="113"/>
          <ac:spMkLst>
            <pc:docMk/>
            <pc:sldMk cId="548680447" sldId="264"/>
            <ac:spMk id="3" creationId="{10F42D4D-C2B0-E8FC-24E4-FA158084054B}"/>
          </ac:spMkLst>
        </pc:spChg>
        <pc:spChg chg="add mod">
          <ac:chgData name="Sam O'Neill" userId="cb323814-a42a-4cfe-bc74-03f595e56f6e" providerId="ADAL" clId="{CDEF5A5E-B4E4-4A4A-91D9-CB3EA32D4E74}" dt="2023-04-23T17:00:15.978" v="92" actId="113"/>
          <ac:spMkLst>
            <pc:docMk/>
            <pc:sldMk cId="548680447" sldId="264"/>
            <ac:spMk id="4" creationId="{AFB89116-F0EC-BE92-FA49-0426761C2B9B}"/>
          </ac:spMkLst>
        </pc:spChg>
        <pc:spChg chg="add mod">
          <ac:chgData name="Sam O'Neill" userId="cb323814-a42a-4cfe-bc74-03f595e56f6e" providerId="ADAL" clId="{CDEF5A5E-B4E4-4A4A-91D9-CB3EA32D4E74}" dt="2023-04-23T17:00:15.978" v="92" actId="113"/>
          <ac:spMkLst>
            <pc:docMk/>
            <pc:sldMk cId="548680447" sldId="264"/>
            <ac:spMk id="6" creationId="{C42EA228-FA22-F48E-E3D0-CCA15CEE3FD4}"/>
          </ac:spMkLst>
        </pc:spChg>
        <pc:spChg chg="add mod">
          <ac:chgData name="Sam O'Neill" userId="cb323814-a42a-4cfe-bc74-03f595e56f6e" providerId="ADAL" clId="{CDEF5A5E-B4E4-4A4A-91D9-CB3EA32D4E74}" dt="2023-04-23T17:00:15.978" v="92" actId="113"/>
          <ac:spMkLst>
            <pc:docMk/>
            <pc:sldMk cId="548680447" sldId="264"/>
            <ac:spMk id="7" creationId="{D8BA96F9-8CB6-0054-63FB-F1F6FB1ADA14}"/>
          </ac:spMkLst>
        </pc:spChg>
        <pc:spChg chg="add mod">
          <ac:chgData name="Sam O'Neill" userId="cb323814-a42a-4cfe-bc74-03f595e56f6e" providerId="ADAL" clId="{CDEF5A5E-B4E4-4A4A-91D9-CB3EA32D4E74}" dt="2023-04-23T17:00:15.978" v="92" actId="113"/>
          <ac:spMkLst>
            <pc:docMk/>
            <pc:sldMk cId="548680447" sldId="264"/>
            <ac:spMk id="8" creationId="{2247DB55-1934-0494-2DD6-851106D0EAA1}"/>
          </ac:spMkLst>
        </pc:spChg>
        <pc:spChg chg="add mod">
          <ac:chgData name="Sam O'Neill" userId="cb323814-a42a-4cfe-bc74-03f595e56f6e" providerId="ADAL" clId="{CDEF5A5E-B4E4-4A4A-91D9-CB3EA32D4E74}" dt="2023-04-23T17:00:15.978" v="92" actId="113"/>
          <ac:spMkLst>
            <pc:docMk/>
            <pc:sldMk cId="548680447" sldId="264"/>
            <ac:spMk id="9" creationId="{70E35E7C-27A5-83CE-7439-5F427253C60B}"/>
          </ac:spMkLst>
        </pc:spChg>
        <pc:spChg chg="add mod">
          <ac:chgData name="Sam O'Neill" userId="cb323814-a42a-4cfe-bc74-03f595e56f6e" providerId="ADAL" clId="{CDEF5A5E-B4E4-4A4A-91D9-CB3EA32D4E74}" dt="2023-04-23T17:00:15.978" v="92" actId="113"/>
          <ac:spMkLst>
            <pc:docMk/>
            <pc:sldMk cId="548680447" sldId="264"/>
            <ac:spMk id="10" creationId="{4B9015D0-CAC5-1808-009D-A8A27A2EE5A0}"/>
          </ac:spMkLst>
        </pc:spChg>
        <pc:spChg chg="add mod">
          <ac:chgData name="Sam O'Neill" userId="cb323814-a42a-4cfe-bc74-03f595e56f6e" providerId="ADAL" clId="{CDEF5A5E-B4E4-4A4A-91D9-CB3EA32D4E74}" dt="2023-04-23T17:00:15.978" v="92" actId="113"/>
          <ac:spMkLst>
            <pc:docMk/>
            <pc:sldMk cId="548680447" sldId="264"/>
            <ac:spMk id="11" creationId="{BDCEA7F9-3366-F17A-1A28-079E53DE3489}"/>
          </ac:spMkLst>
        </pc:spChg>
        <pc:spChg chg="add mod">
          <ac:chgData name="Sam O'Neill" userId="cb323814-a42a-4cfe-bc74-03f595e56f6e" providerId="ADAL" clId="{CDEF5A5E-B4E4-4A4A-91D9-CB3EA32D4E74}" dt="2023-04-23T17:00:15.978" v="92" actId="113"/>
          <ac:spMkLst>
            <pc:docMk/>
            <pc:sldMk cId="548680447" sldId="264"/>
            <ac:spMk id="12" creationId="{87B6C176-636D-988A-F66E-89979726CD91}"/>
          </ac:spMkLst>
        </pc:spChg>
        <pc:spChg chg="add mod">
          <ac:chgData name="Sam O'Neill" userId="cb323814-a42a-4cfe-bc74-03f595e56f6e" providerId="ADAL" clId="{CDEF5A5E-B4E4-4A4A-91D9-CB3EA32D4E74}" dt="2023-04-23T17:24:51.130" v="441"/>
          <ac:spMkLst>
            <pc:docMk/>
            <pc:sldMk cId="548680447" sldId="264"/>
            <ac:spMk id="14" creationId="{F6FCC415-00F2-B33E-F49F-A9BBCB34E12E}"/>
          </ac:spMkLst>
        </pc:spChg>
        <pc:spChg chg="add mod">
          <ac:chgData name="Sam O'Neill" userId="cb323814-a42a-4cfe-bc74-03f595e56f6e" providerId="ADAL" clId="{CDEF5A5E-B4E4-4A4A-91D9-CB3EA32D4E74}" dt="2023-04-23T17:24:51.130" v="441"/>
          <ac:spMkLst>
            <pc:docMk/>
            <pc:sldMk cId="548680447" sldId="264"/>
            <ac:spMk id="15" creationId="{168DD4CC-C087-B302-34CE-7366B1194FB4}"/>
          </ac:spMkLst>
        </pc:spChg>
        <pc:picChg chg="mod">
          <ac:chgData name="Sam O'Neill" userId="cb323814-a42a-4cfe-bc74-03f595e56f6e" providerId="ADAL" clId="{CDEF5A5E-B4E4-4A4A-91D9-CB3EA32D4E74}" dt="2023-04-23T16:51:22.962" v="52" actId="1076"/>
          <ac:picMkLst>
            <pc:docMk/>
            <pc:sldMk cId="548680447" sldId="264"/>
            <ac:picMk id="5" creationId="{E2ACAB73-06C6-0126-D781-7EF1E9167778}"/>
          </ac:picMkLst>
        </pc:picChg>
        <pc:cxnChg chg="add mod">
          <ac:chgData name="Sam O'Neill" userId="cb323814-a42a-4cfe-bc74-03f595e56f6e" providerId="ADAL" clId="{CDEF5A5E-B4E4-4A4A-91D9-CB3EA32D4E74}" dt="2023-04-23T17:24:51.130" v="441"/>
          <ac:cxnSpMkLst>
            <pc:docMk/>
            <pc:sldMk cId="548680447" sldId="264"/>
            <ac:cxnSpMk id="13" creationId="{FC351414-B0C7-73B4-CDEC-4219E721C3AE}"/>
          </ac:cxnSpMkLst>
        </pc:cxnChg>
      </pc:sldChg>
      <pc:sldChg chg="addSp modSp add mod">
        <pc:chgData name="Sam O'Neill" userId="cb323814-a42a-4cfe-bc74-03f595e56f6e" providerId="ADAL" clId="{CDEF5A5E-B4E4-4A4A-91D9-CB3EA32D4E74}" dt="2023-04-23T17:24:30.804" v="440" actId="1036"/>
        <pc:sldMkLst>
          <pc:docMk/>
          <pc:sldMk cId="51184280" sldId="265"/>
        </pc:sldMkLst>
        <pc:spChg chg="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2" creationId="{1FFFE5FD-2325-71D4-A5E0-93D8A2FBDEF3}"/>
          </ac:spMkLst>
        </pc:spChg>
        <pc:spChg chg="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3" creationId="{10F42D4D-C2B0-E8FC-24E4-FA158084054B}"/>
          </ac:spMkLst>
        </pc:spChg>
        <pc:spChg chg="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4" creationId="{AFB89116-F0EC-BE92-FA49-0426761C2B9B}"/>
          </ac:spMkLst>
        </pc:spChg>
        <pc:spChg chg="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6" creationId="{C42EA228-FA22-F48E-E3D0-CCA15CEE3FD4}"/>
          </ac:spMkLst>
        </pc:spChg>
        <pc:spChg chg="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7" creationId="{D8BA96F9-8CB6-0054-63FB-F1F6FB1ADA14}"/>
          </ac:spMkLst>
        </pc:spChg>
        <pc:spChg chg="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8" creationId="{2247DB55-1934-0494-2DD6-851106D0EAA1}"/>
          </ac:spMkLst>
        </pc:spChg>
        <pc:spChg chg="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9" creationId="{70E35E7C-27A5-83CE-7439-5F427253C60B}"/>
          </ac:spMkLst>
        </pc:spChg>
        <pc:spChg chg="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10" creationId="{4B9015D0-CAC5-1808-009D-A8A27A2EE5A0}"/>
          </ac:spMkLst>
        </pc:spChg>
        <pc:spChg chg="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11" creationId="{BDCEA7F9-3366-F17A-1A28-079E53DE3489}"/>
          </ac:spMkLst>
        </pc:spChg>
        <pc:spChg chg="add 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12" creationId="{3F9D8720-18B9-6052-B2A0-0D49BBA0AAF3}"/>
          </ac:spMkLst>
        </pc:spChg>
        <pc:spChg chg="add 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13" creationId="{941C0EFD-3BD3-46E5-0349-56A6ED77E92B}"/>
          </ac:spMkLst>
        </pc:spChg>
        <pc:spChg chg="add 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14" creationId="{89C43AFA-B42F-3702-63B1-5B9FBEE221B1}"/>
          </ac:spMkLst>
        </pc:spChg>
        <pc:spChg chg="add 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15" creationId="{F837BC94-91FB-A823-FE4F-9B078CC0FAB2}"/>
          </ac:spMkLst>
        </pc:spChg>
        <pc:spChg chg="add 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16" creationId="{C25C0F66-D212-7E02-AA0B-C44C642D5EA5}"/>
          </ac:spMkLst>
        </pc:spChg>
        <pc:spChg chg="add 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17" creationId="{45672BD5-42C5-740A-3DE1-CEBC24DFC767}"/>
          </ac:spMkLst>
        </pc:spChg>
        <pc:spChg chg="add 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18" creationId="{95561C18-B9A7-EDF5-CEDC-289EC00352F4}"/>
          </ac:spMkLst>
        </pc:spChg>
        <pc:spChg chg="add mod">
          <ac:chgData name="Sam O'Neill" userId="cb323814-a42a-4cfe-bc74-03f595e56f6e" providerId="ADAL" clId="{CDEF5A5E-B4E4-4A4A-91D9-CB3EA32D4E74}" dt="2023-04-23T17:00:10.228" v="91" actId="113"/>
          <ac:spMkLst>
            <pc:docMk/>
            <pc:sldMk cId="51184280" sldId="265"/>
            <ac:spMk id="19" creationId="{8EF51D6F-91CE-768F-F05A-3E92F6766518}"/>
          </ac:spMkLst>
        </pc:spChg>
        <pc:spChg chg="add mod">
          <ac:chgData name="Sam O'Neill" userId="cb323814-a42a-4cfe-bc74-03f595e56f6e" providerId="ADAL" clId="{CDEF5A5E-B4E4-4A4A-91D9-CB3EA32D4E74}" dt="2023-04-23T17:00:34.846" v="96" actId="1076"/>
          <ac:spMkLst>
            <pc:docMk/>
            <pc:sldMk cId="51184280" sldId="265"/>
            <ac:spMk id="20" creationId="{8E9E5343-AE72-3952-CF43-5B2B4CCEE02F}"/>
          </ac:spMkLst>
        </pc:spChg>
        <pc:spChg chg="add mod">
          <ac:chgData name="Sam O'Neill" userId="cb323814-a42a-4cfe-bc74-03f595e56f6e" providerId="ADAL" clId="{CDEF5A5E-B4E4-4A4A-91D9-CB3EA32D4E74}" dt="2023-04-23T17:07:30.046" v="99" actId="207"/>
          <ac:spMkLst>
            <pc:docMk/>
            <pc:sldMk cId="51184280" sldId="265"/>
            <ac:spMk id="21" creationId="{27BCECEA-F8C5-D14A-7965-B352DDB482D9}"/>
          </ac:spMkLst>
        </pc:spChg>
        <pc:spChg chg="add mod">
          <ac:chgData name="Sam O'Neill" userId="cb323814-a42a-4cfe-bc74-03f595e56f6e" providerId="ADAL" clId="{CDEF5A5E-B4E4-4A4A-91D9-CB3EA32D4E74}" dt="2023-04-23T17:07:47.241" v="108" actId="20577"/>
          <ac:spMkLst>
            <pc:docMk/>
            <pc:sldMk cId="51184280" sldId="265"/>
            <ac:spMk id="22" creationId="{B3F90725-9B28-909C-B9C4-4D9282508927}"/>
          </ac:spMkLst>
        </pc:spChg>
        <pc:spChg chg="add mod">
          <ac:chgData name="Sam O'Neill" userId="cb323814-a42a-4cfe-bc74-03f595e56f6e" providerId="ADAL" clId="{CDEF5A5E-B4E4-4A4A-91D9-CB3EA32D4E74}" dt="2023-04-23T17:24:30.804" v="440" actId="1036"/>
          <ac:spMkLst>
            <pc:docMk/>
            <pc:sldMk cId="51184280" sldId="265"/>
            <ac:spMk id="24" creationId="{A09AED71-E045-C401-74E3-23D75D38DE8A}"/>
          </ac:spMkLst>
        </pc:spChg>
        <pc:spChg chg="add mod">
          <ac:chgData name="Sam O'Neill" userId="cb323814-a42a-4cfe-bc74-03f595e56f6e" providerId="ADAL" clId="{CDEF5A5E-B4E4-4A4A-91D9-CB3EA32D4E74}" dt="2023-04-23T17:24:30.804" v="440" actId="1036"/>
          <ac:spMkLst>
            <pc:docMk/>
            <pc:sldMk cId="51184280" sldId="265"/>
            <ac:spMk id="25" creationId="{3EF2F749-0CE9-78C7-3F56-66389634F5A4}"/>
          </ac:spMkLst>
        </pc:spChg>
        <pc:picChg chg="mod">
          <ac:chgData name="Sam O'Neill" userId="cb323814-a42a-4cfe-bc74-03f595e56f6e" providerId="ADAL" clId="{CDEF5A5E-B4E4-4A4A-91D9-CB3EA32D4E74}" dt="2023-04-23T17:00:28.128" v="95" actId="1076"/>
          <ac:picMkLst>
            <pc:docMk/>
            <pc:sldMk cId="51184280" sldId="265"/>
            <ac:picMk id="5" creationId="{E2ACAB73-06C6-0126-D781-7EF1E9167778}"/>
          </ac:picMkLst>
        </pc:picChg>
        <pc:cxnChg chg="add mod">
          <ac:chgData name="Sam O'Neill" userId="cb323814-a42a-4cfe-bc74-03f595e56f6e" providerId="ADAL" clId="{CDEF5A5E-B4E4-4A4A-91D9-CB3EA32D4E74}" dt="2023-04-23T17:24:30.804" v="440" actId="1036"/>
          <ac:cxnSpMkLst>
            <pc:docMk/>
            <pc:sldMk cId="51184280" sldId="265"/>
            <ac:cxnSpMk id="23" creationId="{B6AB6FAE-2A13-AA81-FB3B-89C0DEEA5DE3}"/>
          </ac:cxnSpMkLst>
        </pc:cxnChg>
      </pc:sldChg>
      <pc:sldChg chg="addSp delSp modSp add mod">
        <pc:chgData name="Sam O'Neill" userId="cb323814-a42a-4cfe-bc74-03f595e56f6e" providerId="ADAL" clId="{CDEF5A5E-B4E4-4A4A-91D9-CB3EA32D4E74}" dt="2023-04-23T17:23:39.203" v="433" actId="1076"/>
        <pc:sldMkLst>
          <pc:docMk/>
          <pc:sldMk cId="2939524105" sldId="266"/>
        </pc:sldMkLst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2" creationId="{1FFFE5FD-2325-71D4-A5E0-93D8A2FBDEF3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3" creationId="{10F42D4D-C2B0-E8FC-24E4-FA158084054B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4" creationId="{AFB89116-F0EC-BE92-FA49-0426761C2B9B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6" creationId="{C42EA228-FA22-F48E-E3D0-CCA15CEE3FD4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7" creationId="{D8BA96F9-8CB6-0054-63FB-F1F6FB1ADA14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8" creationId="{2247DB55-1934-0494-2DD6-851106D0EAA1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9" creationId="{70E35E7C-27A5-83CE-7439-5F427253C60B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10" creationId="{4B9015D0-CAC5-1808-009D-A8A27A2EE5A0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11" creationId="{BDCEA7F9-3366-F17A-1A28-079E53DE3489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12" creationId="{3F9D8720-18B9-6052-B2A0-0D49BBA0AAF3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13" creationId="{941C0EFD-3BD3-46E5-0349-56A6ED77E92B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14" creationId="{89C43AFA-B42F-3702-63B1-5B9FBEE221B1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15" creationId="{F837BC94-91FB-A823-FE4F-9B078CC0FAB2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16" creationId="{C25C0F66-D212-7E02-AA0B-C44C642D5EA5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17" creationId="{45672BD5-42C5-740A-3DE1-CEBC24DFC767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18" creationId="{95561C18-B9A7-EDF5-CEDC-289EC00352F4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19" creationId="{8EF51D6F-91CE-768F-F05A-3E92F6766518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20" creationId="{8E9E5343-AE72-3952-CF43-5B2B4CCEE02F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21" creationId="{27BCECEA-F8C5-D14A-7965-B352DDB482D9}"/>
          </ac:spMkLst>
        </pc:spChg>
        <pc:spChg chg="del">
          <ac:chgData name="Sam O'Neill" userId="cb323814-a42a-4cfe-bc74-03f595e56f6e" providerId="ADAL" clId="{CDEF5A5E-B4E4-4A4A-91D9-CB3EA32D4E74}" dt="2023-04-23T17:09:19.437" v="114" actId="478"/>
          <ac:spMkLst>
            <pc:docMk/>
            <pc:sldMk cId="2939524105" sldId="266"/>
            <ac:spMk id="22" creationId="{B3F90725-9B28-909C-B9C4-4D9282508927}"/>
          </ac:spMkLst>
        </pc:spChg>
        <pc:spChg chg="add mod">
          <ac:chgData name="Sam O'Neill" userId="cb323814-a42a-4cfe-bc74-03f595e56f6e" providerId="ADAL" clId="{CDEF5A5E-B4E4-4A4A-91D9-CB3EA32D4E74}" dt="2023-04-23T17:10:16.712" v="125" actId="1076"/>
          <ac:spMkLst>
            <pc:docMk/>
            <pc:sldMk cId="2939524105" sldId="266"/>
            <ac:spMk id="29" creationId="{BEC1031A-ABF1-3184-7DEA-43935568810D}"/>
          </ac:spMkLst>
        </pc:spChg>
        <pc:spChg chg="add mod">
          <ac:chgData name="Sam O'Neill" userId="cb323814-a42a-4cfe-bc74-03f595e56f6e" providerId="ADAL" clId="{CDEF5A5E-B4E4-4A4A-91D9-CB3EA32D4E74}" dt="2023-04-23T17:10:20.724" v="126" actId="1076"/>
          <ac:spMkLst>
            <pc:docMk/>
            <pc:sldMk cId="2939524105" sldId="266"/>
            <ac:spMk id="30" creationId="{65B185D0-7B29-AFAF-5BF9-869B937B2504}"/>
          </ac:spMkLst>
        </pc:spChg>
        <pc:spChg chg="add del mod">
          <ac:chgData name="Sam O'Neill" userId="cb323814-a42a-4cfe-bc74-03f595e56f6e" providerId="ADAL" clId="{CDEF5A5E-B4E4-4A4A-91D9-CB3EA32D4E74}" dt="2023-04-23T17:11:14.819" v="135" actId="478"/>
          <ac:spMkLst>
            <pc:docMk/>
            <pc:sldMk cId="2939524105" sldId="266"/>
            <ac:spMk id="34" creationId="{A8A5863A-FD77-E173-AB3C-3D61F7C738A3}"/>
          </ac:spMkLst>
        </pc:spChg>
        <pc:spChg chg="add mod">
          <ac:chgData name="Sam O'Neill" userId="cb323814-a42a-4cfe-bc74-03f595e56f6e" providerId="ADAL" clId="{CDEF5A5E-B4E4-4A4A-91D9-CB3EA32D4E74}" dt="2023-04-23T17:12:20.177" v="149" actId="693"/>
          <ac:spMkLst>
            <pc:docMk/>
            <pc:sldMk cId="2939524105" sldId="266"/>
            <ac:spMk id="35" creationId="{4F290583-F990-E96D-1966-AD5D7E920C38}"/>
          </ac:spMkLst>
        </pc:spChg>
        <pc:spChg chg="add mod">
          <ac:chgData name="Sam O'Neill" userId="cb323814-a42a-4cfe-bc74-03f595e56f6e" providerId="ADAL" clId="{CDEF5A5E-B4E4-4A4A-91D9-CB3EA32D4E74}" dt="2023-04-23T17:12:33.130" v="155" actId="1076"/>
          <ac:spMkLst>
            <pc:docMk/>
            <pc:sldMk cId="2939524105" sldId="266"/>
            <ac:spMk id="36" creationId="{424025EC-92C4-63E2-081C-B16C87E04EA2}"/>
          </ac:spMkLst>
        </pc:spChg>
        <pc:spChg chg="add mod">
          <ac:chgData name="Sam O'Neill" userId="cb323814-a42a-4cfe-bc74-03f595e56f6e" providerId="ADAL" clId="{CDEF5A5E-B4E4-4A4A-91D9-CB3EA32D4E74}" dt="2023-04-23T17:22:29.019" v="417" actId="1037"/>
          <ac:spMkLst>
            <pc:docMk/>
            <pc:sldMk cId="2939524105" sldId="266"/>
            <ac:spMk id="37" creationId="{B4CBEFDC-1264-DC18-74EC-0F2058808A44}"/>
          </ac:spMkLst>
        </pc:spChg>
        <pc:spChg chg="add mod">
          <ac:chgData name="Sam O'Neill" userId="cb323814-a42a-4cfe-bc74-03f595e56f6e" providerId="ADAL" clId="{CDEF5A5E-B4E4-4A4A-91D9-CB3EA32D4E74}" dt="2023-04-23T17:12:50.307" v="159" actId="1076"/>
          <ac:spMkLst>
            <pc:docMk/>
            <pc:sldMk cId="2939524105" sldId="266"/>
            <ac:spMk id="39" creationId="{B59F0BE3-41E9-F360-FD5F-A19F5C6C2010}"/>
          </ac:spMkLst>
        </pc:spChg>
        <pc:spChg chg="add del mod">
          <ac:chgData name="Sam O'Neill" userId="cb323814-a42a-4cfe-bc74-03f595e56f6e" providerId="ADAL" clId="{CDEF5A5E-B4E4-4A4A-91D9-CB3EA32D4E74}" dt="2023-04-23T17:12:58.566" v="161"/>
          <ac:spMkLst>
            <pc:docMk/>
            <pc:sldMk cId="2939524105" sldId="266"/>
            <ac:spMk id="41" creationId="{76938EFD-CB9F-0911-1325-59810DE150CA}"/>
          </ac:spMkLst>
        </pc:spChg>
        <pc:spChg chg="add mod">
          <ac:chgData name="Sam O'Neill" userId="cb323814-a42a-4cfe-bc74-03f595e56f6e" providerId="ADAL" clId="{CDEF5A5E-B4E4-4A4A-91D9-CB3EA32D4E74}" dt="2023-04-23T17:13:05.465" v="163" actId="1076"/>
          <ac:spMkLst>
            <pc:docMk/>
            <pc:sldMk cId="2939524105" sldId="266"/>
            <ac:spMk id="42" creationId="{D31B52AA-2F7F-D39F-47C8-2067CA3BB57B}"/>
          </ac:spMkLst>
        </pc:spChg>
        <pc:spChg chg="add mod">
          <ac:chgData name="Sam O'Neill" userId="cb323814-a42a-4cfe-bc74-03f595e56f6e" providerId="ADAL" clId="{CDEF5A5E-B4E4-4A4A-91D9-CB3EA32D4E74}" dt="2023-04-23T17:22:33.393" v="419" actId="1076"/>
          <ac:spMkLst>
            <pc:docMk/>
            <pc:sldMk cId="2939524105" sldId="266"/>
            <ac:spMk id="43" creationId="{74852D49-CB0B-DE03-EA02-A16982238872}"/>
          </ac:spMkLst>
        </pc:spChg>
        <pc:spChg chg="add mod">
          <ac:chgData name="Sam O'Neill" userId="cb323814-a42a-4cfe-bc74-03f595e56f6e" providerId="ADAL" clId="{CDEF5A5E-B4E4-4A4A-91D9-CB3EA32D4E74}" dt="2023-04-23T17:22:39.575" v="423" actId="20577"/>
          <ac:spMkLst>
            <pc:docMk/>
            <pc:sldMk cId="2939524105" sldId="266"/>
            <ac:spMk id="44" creationId="{7E6D9A2F-22B3-FD2C-7D6B-854AE8F0ADB7}"/>
          </ac:spMkLst>
        </pc:spChg>
        <pc:spChg chg="add mod">
          <ac:chgData name="Sam O'Neill" userId="cb323814-a42a-4cfe-bc74-03f595e56f6e" providerId="ADAL" clId="{CDEF5A5E-B4E4-4A4A-91D9-CB3EA32D4E74}" dt="2023-04-23T17:23:02.432" v="427" actId="1038"/>
          <ac:spMkLst>
            <pc:docMk/>
            <pc:sldMk cId="2939524105" sldId="266"/>
            <ac:spMk id="45" creationId="{16431A7B-470E-0771-F2F9-E336613E3A1A}"/>
          </ac:spMkLst>
        </pc:spChg>
        <pc:spChg chg="add mod">
          <ac:chgData name="Sam O'Neill" userId="cb323814-a42a-4cfe-bc74-03f595e56f6e" providerId="ADAL" clId="{CDEF5A5E-B4E4-4A4A-91D9-CB3EA32D4E74}" dt="2023-04-23T17:23:02.432" v="427" actId="1038"/>
          <ac:spMkLst>
            <pc:docMk/>
            <pc:sldMk cId="2939524105" sldId="266"/>
            <ac:spMk id="46" creationId="{BE508B52-11AF-5A9B-B356-82DF123A6A54}"/>
          </ac:spMkLst>
        </pc:spChg>
        <pc:spChg chg="add mod">
          <ac:chgData name="Sam O'Neill" userId="cb323814-a42a-4cfe-bc74-03f595e56f6e" providerId="ADAL" clId="{CDEF5A5E-B4E4-4A4A-91D9-CB3EA32D4E74}" dt="2023-04-23T17:23:22.175" v="429" actId="1076"/>
          <ac:spMkLst>
            <pc:docMk/>
            <pc:sldMk cId="2939524105" sldId="266"/>
            <ac:spMk id="47" creationId="{A77A1169-046F-8F0F-A752-4694EADCE70E}"/>
          </ac:spMkLst>
        </pc:spChg>
        <pc:spChg chg="add mod">
          <ac:chgData name="Sam O'Neill" userId="cb323814-a42a-4cfe-bc74-03f595e56f6e" providerId="ADAL" clId="{CDEF5A5E-B4E4-4A4A-91D9-CB3EA32D4E74}" dt="2023-04-23T17:23:32.530" v="431" actId="1076"/>
          <ac:spMkLst>
            <pc:docMk/>
            <pc:sldMk cId="2939524105" sldId="266"/>
            <ac:spMk id="48" creationId="{A69F2D66-40D3-5E8E-09D5-F8612C134B7A}"/>
          </ac:spMkLst>
        </pc:spChg>
        <pc:spChg chg="add mod">
          <ac:chgData name="Sam O'Neill" userId="cb323814-a42a-4cfe-bc74-03f595e56f6e" providerId="ADAL" clId="{CDEF5A5E-B4E4-4A4A-91D9-CB3EA32D4E74}" dt="2023-04-23T17:23:39.203" v="433" actId="1076"/>
          <ac:spMkLst>
            <pc:docMk/>
            <pc:sldMk cId="2939524105" sldId="266"/>
            <ac:spMk id="49" creationId="{E751EFE9-9B91-9DE5-7DDE-DE57792E5245}"/>
          </ac:spMkLst>
        </pc:spChg>
        <pc:picChg chg="del">
          <ac:chgData name="Sam O'Neill" userId="cb323814-a42a-4cfe-bc74-03f595e56f6e" providerId="ADAL" clId="{CDEF5A5E-B4E4-4A4A-91D9-CB3EA32D4E74}" dt="2023-04-23T17:09:19.437" v="114" actId="478"/>
          <ac:picMkLst>
            <pc:docMk/>
            <pc:sldMk cId="2939524105" sldId="266"/>
            <ac:picMk id="5" creationId="{E2ACAB73-06C6-0126-D781-7EF1E9167778}"/>
          </ac:picMkLst>
        </pc:picChg>
        <pc:picChg chg="add del">
          <ac:chgData name="Sam O'Neill" userId="cb323814-a42a-4cfe-bc74-03f595e56f6e" providerId="ADAL" clId="{CDEF5A5E-B4E4-4A4A-91D9-CB3EA32D4E74}" dt="2023-04-23T17:09:07.382" v="111" actId="478"/>
          <ac:picMkLst>
            <pc:docMk/>
            <pc:sldMk cId="2939524105" sldId="266"/>
            <ac:picMk id="24" creationId="{13BAE0F8-F575-97D7-6F64-5E221D627452}"/>
          </ac:picMkLst>
        </pc:picChg>
        <pc:picChg chg="add del">
          <ac:chgData name="Sam O'Neill" userId="cb323814-a42a-4cfe-bc74-03f595e56f6e" providerId="ADAL" clId="{CDEF5A5E-B4E4-4A4A-91D9-CB3EA32D4E74}" dt="2023-04-23T17:09:08.959" v="113" actId="22"/>
          <ac:picMkLst>
            <pc:docMk/>
            <pc:sldMk cId="2939524105" sldId="266"/>
            <ac:picMk id="26" creationId="{406430EB-1AF0-21AE-4816-4AB276A1EE66}"/>
          </ac:picMkLst>
        </pc:picChg>
        <pc:picChg chg="add mod">
          <ac:chgData name="Sam O'Neill" userId="cb323814-a42a-4cfe-bc74-03f595e56f6e" providerId="ADAL" clId="{CDEF5A5E-B4E4-4A4A-91D9-CB3EA32D4E74}" dt="2023-04-23T17:11:54.023" v="145" actId="1076"/>
          <ac:picMkLst>
            <pc:docMk/>
            <pc:sldMk cId="2939524105" sldId="266"/>
            <ac:picMk id="28" creationId="{F2F9B2E9-DF2C-FDF9-9B54-AE0FCECC8280}"/>
          </ac:picMkLst>
        </pc:picChg>
        <pc:cxnChg chg="add mod">
          <ac:chgData name="Sam O'Neill" userId="cb323814-a42a-4cfe-bc74-03f595e56f6e" providerId="ADAL" clId="{CDEF5A5E-B4E4-4A4A-91D9-CB3EA32D4E74}" dt="2023-04-23T17:12:20.177" v="149" actId="693"/>
          <ac:cxnSpMkLst>
            <pc:docMk/>
            <pc:sldMk cId="2939524105" sldId="266"/>
            <ac:cxnSpMk id="32" creationId="{3E4AB84F-BE0F-F235-63DE-8BEEF32FB462}"/>
          </ac:cxnSpMkLst>
        </pc:cxnChg>
        <pc:cxnChg chg="add mod">
          <ac:chgData name="Sam O'Neill" userId="cb323814-a42a-4cfe-bc74-03f595e56f6e" providerId="ADAL" clId="{CDEF5A5E-B4E4-4A4A-91D9-CB3EA32D4E74}" dt="2023-04-23T17:12:50.307" v="159" actId="1076"/>
          <ac:cxnSpMkLst>
            <pc:docMk/>
            <pc:sldMk cId="2939524105" sldId="266"/>
            <ac:cxnSpMk id="38" creationId="{865364EA-715F-8283-D677-DE7E621AAF1F}"/>
          </ac:cxnSpMkLst>
        </pc:cxnChg>
        <pc:cxnChg chg="add del mod">
          <ac:chgData name="Sam O'Neill" userId="cb323814-a42a-4cfe-bc74-03f595e56f6e" providerId="ADAL" clId="{CDEF5A5E-B4E4-4A4A-91D9-CB3EA32D4E74}" dt="2023-04-23T17:12:58.566" v="161"/>
          <ac:cxnSpMkLst>
            <pc:docMk/>
            <pc:sldMk cId="2939524105" sldId="266"/>
            <ac:cxnSpMk id="40" creationId="{CEC20AB0-09C3-18CD-CCB8-6D461C5A0CE6}"/>
          </ac:cxnSpMkLst>
        </pc:cxnChg>
      </pc:sldChg>
      <pc:sldChg chg="addSp delSp modSp new mod">
        <pc:chgData name="Sam O'Neill" userId="cb323814-a42a-4cfe-bc74-03f595e56f6e" providerId="ADAL" clId="{CDEF5A5E-B4E4-4A4A-91D9-CB3EA32D4E74}" dt="2023-04-23T17:22:06.693" v="407" actId="1076"/>
        <pc:sldMkLst>
          <pc:docMk/>
          <pc:sldMk cId="1623917928" sldId="267"/>
        </pc:sldMkLst>
        <pc:spChg chg="del">
          <ac:chgData name="Sam O'Neill" userId="cb323814-a42a-4cfe-bc74-03f595e56f6e" providerId="ADAL" clId="{CDEF5A5E-B4E4-4A4A-91D9-CB3EA32D4E74}" dt="2023-04-23T17:14:17.299" v="165" actId="478"/>
          <ac:spMkLst>
            <pc:docMk/>
            <pc:sldMk cId="1623917928" sldId="267"/>
            <ac:spMk id="2" creationId="{E6DFCB3E-0771-6A59-70C1-60147C9B4729}"/>
          </ac:spMkLst>
        </pc:spChg>
        <pc:spChg chg="del">
          <ac:chgData name="Sam O'Neill" userId="cb323814-a42a-4cfe-bc74-03f595e56f6e" providerId="ADAL" clId="{CDEF5A5E-B4E4-4A4A-91D9-CB3EA32D4E74}" dt="2023-04-23T17:14:17.299" v="165" actId="478"/>
          <ac:spMkLst>
            <pc:docMk/>
            <pc:sldMk cId="1623917928" sldId="267"/>
            <ac:spMk id="3" creationId="{DBEF3FD4-91FE-3039-46ED-2B906EBD3D3D}"/>
          </ac:spMkLst>
        </pc:spChg>
        <pc:spChg chg="add mod">
          <ac:chgData name="Sam O'Neill" userId="cb323814-a42a-4cfe-bc74-03f595e56f6e" providerId="ADAL" clId="{CDEF5A5E-B4E4-4A4A-91D9-CB3EA32D4E74}" dt="2023-04-23T17:14:49.319" v="169" actId="1076"/>
          <ac:spMkLst>
            <pc:docMk/>
            <pc:sldMk cId="1623917928" sldId="267"/>
            <ac:spMk id="7" creationId="{CAB6C7C4-B39B-A123-BC9C-1F1A9969DC30}"/>
          </ac:spMkLst>
        </pc:spChg>
        <pc:spChg chg="add del mod">
          <ac:chgData name="Sam O'Neill" userId="cb323814-a42a-4cfe-bc74-03f595e56f6e" providerId="ADAL" clId="{CDEF5A5E-B4E4-4A4A-91D9-CB3EA32D4E74}" dt="2023-04-23T17:14:59.183" v="172" actId="478"/>
          <ac:spMkLst>
            <pc:docMk/>
            <pc:sldMk cId="1623917928" sldId="267"/>
            <ac:spMk id="9" creationId="{4CE48B83-9E76-0401-C977-4E29BBCF5633}"/>
          </ac:spMkLst>
        </pc:spChg>
        <pc:spChg chg="add mod">
          <ac:chgData name="Sam O'Neill" userId="cb323814-a42a-4cfe-bc74-03f595e56f6e" providerId="ADAL" clId="{CDEF5A5E-B4E4-4A4A-91D9-CB3EA32D4E74}" dt="2023-04-23T17:15:52.355" v="229" actId="1037"/>
          <ac:spMkLst>
            <pc:docMk/>
            <pc:sldMk cId="1623917928" sldId="267"/>
            <ac:spMk id="12" creationId="{F6CA8F1E-26FA-10D7-5CC8-984E45E9E1D7}"/>
          </ac:spMkLst>
        </pc:spChg>
        <pc:spChg chg="add mod">
          <ac:chgData name="Sam O'Neill" userId="cb323814-a42a-4cfe-bc74-03f595e56f6e" providerId="ADAL" clId="{CDEF5A5E-B4E4-4A4A-91D9-CB3EA32D4E74}" dt="2023-04-23T17:16:05.215" v="231" actId="1076"/>
          <ac:spMkLst>
            <pc:docMk/>
            <pc:sldMk cId="1623917928" sldId="267"/>
            <ac:spMk id="13" creationId="{87CFA647-73AE-2A00-CD46-3BB4D3B80DA1}"/>
          </ac:spMkLst>
        </pc:spChg>
        <pc:spChg chg="add mod">
          <ac:chgData name="Sam O'Neill" userId="cb323814-a42a-4cfe-bc74-03f595e56f6e" providerId="ADAL" clId="{CDEF5A5E-B4E4-4A4A-91D9-CB3EA32D4E74}" dt="2023-04-23T17:16:11.240" v="233" actId="1076"/>
          <ac:spMkLst>
            <pc:docMk/>
            <pc:sldMk cId="1623917928" sldId="267"/>
            <ac:spMk id="14" creationId="{454270F5-D6E5-99F1-8A37-4B736AB564E8}"/>
          </ac:spMkLst>
        </pc:spChg>
        <pc:spChg chg="add del mod">
          <ac:chgData name="Sam O'Neill" userId="cb323814-a42a-4cfe-bc74-03f595e56f6e" providerId="ADAL" clId="{CDEF5A5E-B4E4-4A4A-91D9-CB3EA32D4E74}" dt="2023-04-23T17:16:16.313" v="236" actId="478"/>
          <ac:spMkLst>
            <pc:docMk/>
            <pc:sldMk cId="1623917928" sldId="267"/>
            <ac:spMk id="15" creationId="{53A39188-138B-647D-DEC0-05D21303EE28}"/>
          </ac:spMkLst>
        </pc:spChg>
        <pc:spChg chg="add mod">
          <ac:chgData name="Sam O'Neill" userId="cb323814-a42a-4cfe-bc74-03f595e56f6e" providerId="ADAL" clId="{CDEF5A5E-B4E4-4A4A-91D9-CB3EA32D4E74}" dt="2023-04-23T17:16:30.170" v="241" actId="1076"/>
          <ac:spMkLst>
            <pc:docMk/>
            <pc:sldMk cId="1623917928" sldId="267"/>
            <ac:spMk id="16" creationId="{FEDB1D0C-774E-FF6D-CC66-88B0A1905863}"/>
          </ac:spMkLst>
        </pc:spChg>
        <pc:spChg chg="add mod">
          <ac:chgData name="Sam O'Neill" userId="cb323814-a42a-4cfe-bc74-03f595e56f6e" providerId="ADAL" clId="{CDEF5A5E-B4E4-4A4A-91D9-CB3EA32D4E74}" dt="2023-04-23T17:16:37.775" v="243" actId="1076"/>
          <ac:spMkLst>
            <pc:docMk/>
            <pc:sldMk cId="1623917928" sldId="267"/>
            <ac:spMk id="17" creationId="{DFF4E0A3-F8A0-369E-5017-15AC6D41C006}"/>
          </ac:spMkLst>
        </pc:spChg>
        <pc:spChg chg="add mod">
          <ac:chgData name="Sam O'Neill" userId="cb323814-a42a-4cfe-bc74-03f595e56f6e" providerId="ADAL" clId="{CDEF5A5E-B4E4-4A4A-91D9-CB3EA32D4E74}" dt="2023-04-23T17:16:42.326" v="245" actId="1076"/>
          <ac:spMkLst>
            <pc:docMk/>
            <pc:sldMk cId="1623917928" sldId="267"/>
            <ac:spMk id="18" creationId="{664F90F6-CD00-8526-299A-4CF6CCC22C89}"/>
          </ac:spMkLst>
        </pc:spChg>
        <pc:spChg chg="add mod">
          <ac:chgData name="Sam O'Neill" userId="cb323814-a42a-4cfe-bc74-03f595e56f6e" providerId="ADAL" clId="{CDEF5A5E-B4E4-4A4A-91D9-CB3EA32D4E74}" dt="2023-04-23T17:17:05.301" v="263" actId="20577"/>
          <ac:spMkLst>
            <pc:docMk/>
            <pc:sldMk cId="1623917928" sldId="267"/>
            <ac:spMk id="19" creationId="{ED0DA584-E632-A4F0-5464-CA904B10095F}"/>
          </ac:spMkLst>
        </pc:spChg>
        <pc:spChg chg="add mod">
          <ac:chgData name="Sam O'Neill" userId="cb323814-a42a-4cfe-bc74-03f595e56f6e" providerId="ADAL" clId="{CDEF5A5E-B4E4-4A4A-91D9-CB3EA32D4E74}" dt="2023-04-23T17:17:16.896" v="267" actId="1076"/>
          <ac:spMkLst>
            <pc:docMk/>
            <pc:sldMk cId="1623917928" sldId="267"/>
            <ac:spMk id="20" creationId="{16DD3E1C-D9AF-C518-D6BC-119089C5A1E3}"/>
          </ac:spMkLst>
        </pc:spChg>
        <pc:spChg chg="add mod">
          <ac:chgData name="Sam O'Neill" userId="cb323814-a42a-4cfe-bc74-03f595e56f6e" providerId="ADAL" clId="{CDEF5A5E-B4E4-4A4A-91D9-CB3EA32D4E74}" dt="2023-04-23T17:17:22.770" v="271" actId="20577"/>
          <ac:spMkLst>
            <pc:docMk/>
            <pc:sldMk cId="1623917928" sldId="267"/>
            <ac:spMk id="21" creationId="{00F59EB6-E737-623F-D94B-BA4BFFD7AF90}"/>
          </ac:spMkLst>
        </pc:spChg>
        <pc:spChg chg="add mod">
          <ac:chgData name="Sam O'Neill" userId="cb323814-a42a-4cfe-bc74-03f595e56f6e" providerId="ADAL" clId="{CDEF5A5E-B4E4-4A4A-91D9-CB3EA32D4E74}" dt="2023-04-23T17:17:37.080" v="277" actId="20577"/>
          <ac:spMkLst>
            <pc:docMk/>
            <pc:sldMk cId="1623917928" sldId="267"/>
            <ac:spMk id="22" creationId="{1844D076-1B50-49A1-C1DB-822860B616CC}"/>
          </ac:spMkLst>
        </pc:spChg>
        <pc:spChg chg="add mod">
          <ac:chgData name="Sam O'Neill" userId="cb323814-a42a-4cfe-bc74-03f595e56f6e" providerId="ADAL" clId="{CDEF5A5E-B4E4-4A4A-91D9-CB3EA32D4E74}" dt="2023-04-23T17:18:25.461" v="376" actId="20577"/>
          <ac:spMkLst>
            <pc:docMk/>
            <pc:sldMk cId="1623917928" sldId="267"/>
            <ac:spMk id="23" creationId="{1582DA0A-3D69-6B76-E81D-264E027FC2FF}"/>
          </ac:spMkLst>
        </pc:spChg>
        <pc:spChg chg="add mod">
          <ac:chgData name="Sam O'Neill" userId="cb323814-a42a-4cfe-bc74-03f595e56f6e" providerId="ADAL" clId="{CDEF5A5E-B4E4-4A4A-91D9-CB3EA32D4E74}" dt="2023-04-23T17:19:02.474" v="382" actId="207"/>
          <ac:spMkLst>
            <pc:docMk/>
            <pc:sldMk cId="1623917928" sldId="267"/>
            <ac:spMk id="24" creationId="{91C756F6-8A66-26EB-5CFE-DA5D91DB4469}"/>
          </ac:spMkLst>
        </pc:spChg>
        <pc:spChg chg="add mod">
          <ac:chgData name="Sam O'Neill" userId="cb323814-a42a-4cfe-bc74-03f595e56f6e" providerId="ADAL" clId="{CDEF5A5E-B4E4-4A4A-91D9-CB3EA32D4E74}" dt="2023-04-23T17:20:36.827" v="396" actId="1076"/>
          <ac:spMkLst>
            <pc:docMk/>
            <pc:sldMk cId="1623917928" sldId="267"/>
            <ac:spMk id="25" creationId="{67792078-129E-64BA-7148-4E0B0E6EC2BC}"/>
          </ac:spMkLst>
        </pc:spChg>
        <pc:spChg chg="add mod">
          <ac:chgData name="Sam O'Neill" userId="cb323814-a42a-4cfe-bc74-03f595e56f6e" providerId="ADAL" clId="{CDEF5A5E-B4E4-4A4A-91D9-CB3EA32D4E74}" dt="2023-04-23T17:19:24.926" v="390" actId="20577"/>
          <ac:spMkLst>
            <pc:docMk/>
            <pc:sldMk cId="1623917928" sldId="267"/>
            <ac:spMk id="26" creationId="{24374297-E40B-C5E1-6022-84B9D18A525F}"/>
          </ac:spMkLst>
        </pc:spChg>
        <pc:spChg chg="add mod">
          <ac:chgData name="Sam O'Neill" userId="cb323814-a42a-4cfe-bc74-03f595e56f6e" providerId="ADAL" clId="{CDEF5A5E-B4E4-4A4A-91D9-CB3EA32D4E74}" dt="2023-04-23T17:19:34.896" v="392" actId="1076"/>
          <ac:spMkLst>
            <pc:docMk/>
            <pc:sldMk cId="1623917928" sldId="267"/>
            <ac:spMk id="27" creationId="{EE6CB93A-9DD5-BDFF-345D-3837CA37821A}"/>
          </ac:spMkLst>
        </pc:spChg>
        <pc:spChg chg="add mod">
          <ac:chgData name="Sam O'Neill" userId="cb323814-a42a-4cfe-bc74-03f595e56f6e" providerId="ADAL" clId="{CDEF5A5E-B4E4-4A4A-91D9-CB3EA32D4E74}" dt="2023-04-23T17:21:17.878" v="401" actId="20577"/>
          <ac:spMkLst>
            <pc:docMk/>
            <pc:sldMk cId="1623917928" sldId="267"/>
            <ac:spMk id="28" creationId="{A833AEFD-690F-7794-A8B1-F9DCBC4A35A5}"/>
          </ac:spMkLst>
        </pc:spChg>
        <pc:spChg chg="add mod">
          <ac:chgData name="Sam O'Neill" userId="cb323814-a42a-4cfe-bc74-03f595e56f6e" providerId="ADAL" clId="{CDEF5A5E-B4E4-4A4A-91D9-CB3EA32D4E74}" dt="2023-04-23T17:21:25.853" v="403" actId="1076"/>
          <ac:spMkLst>
            <pc:docMk/>
            <pc:sldMk cId="1623917928" sldId="267"/>
            <ac:spMk id="29" creationId="{C87966D2-EF0D-EBA7-B5E8-3664210F3C21}"/>
          </ac:spMkLst>
        </pc:spChg>
        <pc:spChg chg="add mod">
          <ac:chgData name="Sam O'Neill" userId="cb323814-a42a-4cfe-bc74-03f595e56f6e" providerId="ADAL" clId="{CDEF5A5E-B4E4-4A4A-91D9-CB3EA32D4E74}" dt="2023-04-23T17:22:06.693" v="407" actId="1076"/>
          <ac:spMkLst>
            <pc:docMk/>
            <pc:sldMk cId="1623917928" sldId="267"/>
            <ac:spMk id="30" creationId="{EB6E058C-42C1-76FA-294F-B286FEB7EBA5}"/>
          </ac:spMkLst>
        </pc:spChg>
        <pc:picChg chg="add mod">
          <ac:chgData name="Sam O'Neill" userId="cb323814-a42a-4cfe-bc74-03f595e56f6e" providerId="ADAL" clId="{CDEF5A5E-B4E4-4A4A-91D9-CB3EA32D4E74}" dt="2023-04-23T17:21:58.322" v="406" actId="1076"/>
          <ac:picMkLst>
            <pc:docMk/>
            <pc:sldMk cId="1623917928" sldId="267"/>
            <ac:picMk id="5" creationId="{08AD7703-1FC6-4451-E1FF-358028AC23F7}"/>
          </ac:picMkLst>
        </pc:picChg>
        <pc:cxnChg chg="add mod">
          <ac:chgData name="Sam O'Neill" userId="cb323814-a42a-4cfe-bc74-03f595e56f6e" providerId="ADAL" clId="{CDEF5A5E-B4E4-4A4A-91D9-CB3EA32D4E74}" dt="2023-04-23T17:14:49.319" v="169" actId="1076"/>
          <ac:cxnSpMkLst>
            <pc:docMk/>
            <pc:sldMk cId="1623917928" sldId="267"/>
            <ac:cxnSpMk id="6" creationId="{AB5AAF0C-2BB9-0D33-FC9E-03E866CBBA6D}"/>
          </ac:cxnSpMkLst>
        </pc:cxnChg>
        <pc:cxnChg chg="add del mod">
          <ac:chgData name="Sam O'Neill" userId="cb323814-a42a-4cfe-bc74-03f595e56f6e" providerId="ADAL" clId="{CDEF5A5E-B4E4-4A4A-91D9-CB3EA32D4E74}" dt="2023-04-23T17:14:59.183" v="172" actId="478"/>
          <ac:cxnSpMkLst>
            <pc:docMk/>
            <pc:sldMk cId="1623917928" sldId="267"/>
            <ac:cxnSpMk id="8" creationId="{BD17A43B-C8C8-1B21-DA5C-4BD034DE4F4A}"/>
          </ac:cxnSpMkLst>
        </pc:cxnChg>
        <pc:cxnChg chg="add mod">
          <ac:chgData name="Sam O'Neill" userId="cb323814-a42a-4cfe-bc74-03f595e56f6e" providerId="ADAL" clId="{CDEF5A5E-B4E4-4A4A-91D9-CB3EA32D4E74}" dt="2023-04-23T17:15:27.803" v="178" actId="1076"/>
          <ac:cxnSpMkLst>
            <pc:docMk/>
            <pc:sldMk cId="1623917928" sldId="267"/>
            <ac:cxnSpMk id="10" creationId="{C1CDCA55-E5B6-D072-FB22-6C8FDB21FD12}"/>
          </ac:cxnSpMkLst>
        </pc:cxnChg>
      </pc:sldChg>
    </pc:docChg>
  </pc:docChgLst>
  <pc:docChgLst>
    <pc:chgData name="Sam O'Neill" userId="cb323814-a42a-4cfe-bc74-03f595e56f6e" providerId="ADAL" clId="{756DCA3B-7362-4DE0-BDCB-9FEED5385CBF}"/>
    <pc:docChg chg="undo custSel addSld delSld modSld sldOrd modMainMaster">
      <pc:chgData name="Sam O'Neill" userId="cb323814-a42a-4cfe-bc74-03f595e56f6e" providerId="ADAL" clId="{756DCA3B-7362-4DE0-BDCB-9FEED5385CBF}" dt="2023-04-24T11:46:12.577" v="727" actId="14100"/>
      <pc:docMkLst>
        <pc:docMk/>
      </pc:docMkLst>
      <pc:sldChg chg="addSp delSp modSp new mod">
        <pc:chgData name="Sam O'Neill" userId="cb323814-a42a-4cfe-bc74-03f595e56f6e" providerId="ADAL" clId="{756DCA3B-7362-4DE0-BDCB-9FEED5385CBF}" dt="2023-04-21T14:18:42.242" v="8" actId="1076"/>
        <pc:sldMkLst>
          <pc:docMk/>
          <pc:sldMk cId="2802017084" sldId="256"/>
        </pc:sldMkLst>
        <pc:spChg chg="del">
          <ac:chgData name="Sam O'Neill" userId="cb323814-a42a-4cfe-bc74-03f595e56f6e" providerId="ADAL" clId="{756DCA3B-7362-4DE0-BDCB-9FEED5385CBF}" dt="2023-04-21T14:17:46.626" v="1" actId="478"/>
          <ac:spMkLst>
            <pc:docMk/>
            <pc:sldMk cId="2802017084" sldId="256"/>
            <ac:spMk id="2" creationId="{29495A90-55DB-9BA8-6833-D17BB201BE6E}"/>
          </ac:spMkLst>
        </pc:spChg>
        <pc:spChg chg="del">
          <ac:chgData name="Sam O'Neill" userId="cb323814-a42a-4cfe-bc74-03f595e56f6e" providerId="ADAL" clId="{756DCA3B-7362-4DE0-BDCB-9FEED5385CBF}" dt="2023-04-21T14:17:46.626" v="1" actId="478"/>
          <ac:spMkLst>
            <pc:docMk/>
            <pc:sldMk cId="2802017084" sldId="256"/>
            <ac:spMk id="3" creationId="{45FCAE51-4893-974F-985E-3440173785BD}"/>
          </ac:spMkLst>
        </pc:spChg>
        <pc:picChg chg="add del mod">
          <ac:chgData name="Sam O'Neill" userId="cb323814-a42a-4cfe-bc74-03f595e56f6e" providerId="ADAL" clId="{756DCA3B-7362-4DE0-BDCB-9FEED5385CBF}" dt="2023-04-21T14:18:16.108" v="4" actId="478"/>
          <ac:picMkLst>
            <pc:docMk/>
            <pc:sldMk cId="2802017084" sldId="256"/>
            <ac:picMk id="5" creationId="{10FF043C-9A92-1910-9DE6-AC53B70ADBC3}"/>
          </ac:picMkLst>
        </pc:picChg>
        <pc:picChg chg="add mod">
          <ac:chgData name="Sam O'Neill" userId="cb323814-a42a-4cfe-bc74-03f595e56f6e" providerId="ADAL" clId="{756DCA3B-7362-4DE0-BDCB-9FEED5385CBF}" dt="2023-04-21T14:18:18.203" v="6" actId="1076"/>
          <ac:picMkLst>
            <pc:docMk/>
            <pc:sldMk cId="2802017084" sldId="256"/>
            <ac:picMk id="7" creationId="{38DF7628-CC96-654C-C620-061A9B077266}"/>
          </ac:picMkLst>
        </pc:picChg>
        <pc:picChg chg="add mod">
          <ac:chgData name="Sam O'Neill" userId="cb323814-a42a-4cfe-bc74-03f595e56f6e" providerId="ADAL" clId="{756DCA3B-7362-4DE0-BDCB-9FEED5385CBF}" dt="2023-04-21T14:18:42.242" v="8" actId="1076"/>
          <ac:picMkLst>
            <pc:docMk/>
            <pc:sldMk cId="2802017084" sldId="256"/>
            <ac:picMk id="9" creationId="{45A52697-5779-B231-A4D5-0DFC6A9B9073}"/>
          </ac:picMkLst>
        </pc:picChg>
      </pc:sldChg>
      <pc:sldChg chg="addSp delSp modSp new mod">
        <pc:chgData name="Sam O'Neill" userId="cb323814-a42a-4cfe-bc74-03f595e56f6e" providerId="ADAL" clId="{756DCA3B-7362-4DE0-BDCB-9FEED5385CBF}" dt="2023-04-21T14:20:27.466" v="19" actId="1076"/>
        <pc:sldMkLst>
          <pc:docMk/>
          <pc:sldMk cId="2959659325" sldId="257"/>
        </pc:sldMkLst>
        <pc:spChg chg="del">
          <ac:chgData name="Sam O'Neill" userId="cb323814-a42a-4cfe-bc74-03f595e56f6e" providerId="ADAL" clId="{756DCA3B-7362-4DE0-BDCB-9FEED5385CBF}" dt="2023-04-21T14:19:15.083" v="10" actId="478"/>
          <ac:spMkLst>
            <pc:docMk/>
            <pc:sldMk cId="2959659325" sldId="257"/>
            <ac:spMk id="2" creationId="{973FC712-0200-D22C-7A8E-D7428DED0E28}"/>
          </ac:spMkLst>
        </pc:spChg>
        <pc:spChg chg="del">
          <ac:chgData name="Sam O'Neill" userId="cb323814-a42a-4cfe-bc74-03f595e56f6e" providerId="ADAL" clId="{756DCA3B-7362-4DE0-BDCB-9FEED5385CBF}" dt="2023-04-21T14:19:15.083" v="10" actId="478"/>
          <ac:spMkLst>
            <pc:docMk/>
            <pc:sldMk cId="2959659325" sldId="257"/>
            <ac:spMk id="3" creationId="{D3226620-76C5-9D44-E08D-1CCD67EA2F7C}"/>
          </ac:spMkLst>
        </pc:spChg>
        <pc:picChg chg="add mod">
          <ac:chgData name="Sam O'Neill" userId="cb323814-a42a-4cfe-bc74-03f595e56f6e" providerId="ADAL" clId="{756DCA3B-7362-4DE0-BDCB-9FEED5385CBF}" dt="2023-04-21T14:20:00.306" v="14" actId="1076"/>
          <ac:picMkLst>
            <pc:docMk/>
            <pc:sldMk cId="2959659325" sldId="257"/>
            <ac:picMk id="5" creationId="{42AC2D17-5CF5-4050-37E1-A004DD2B3BC0}"/>
          </ac:picMkLst>
        </pc:picChg>
        <pc:picChg chg="add del mod">
          <ac:chgData name="Sam O'Neill" userId="cb323814-a42a-4cfe-bc74-03f595e56f6e" providerId="ADAL" clId="{756DCA3B-7362-4DE0-BDCB-9FEED5385CBF}" dt="2023-04-21T14:19:50.203" v="13"/>
          <ac:picMkLst>
            <pc:docMk/>
            <pc:sldMk cId="2959659325" sldId="257"/>
            <ac:picMk id="6" creationId="{AB2658EA-5A0B-BA71-4924-4067B16B9E1E}"/>
          </ac:picMkLst>
        </pc:picChg>
        <pc:picChg chg="add mod">
          <ac:chgData name="Sam O'Neill" userId="cb323814-a42a-4cfe-bc74-03f595e56f6e" providerId="ADAL" clId="{756DCA3B-7362-4DE0-BDCB-9FEED5385CBF}" dt="2023-04-21T14:20:27.466" v="19" actId="1076"/>
          <ac:picMkLst>
            <pc:docMk/>
            <pc:sldMk cId="2959659325" sldId="257"/>
            <ac:picMk id="8" creationId="{12A5FA5C-EC02-7335-7AB6-EC0583A32D08}"/>
          </ac:picMkLst>
        </pc:picChg>
        <pc:picChg chg="add mod">
          <ac:chgData name="Sam O'Neill" userId="cb323814-a42a-4cfe-bc74-03f595e56f6e" providerId="ADAL" clId="{756DCA3B-7362-4DE0-BDCB-9FEED5385CBF}" dt="2023-04-21T14:20:24.081" v="18" actId="1076"/>
          <ac:picMkLst>
            <pc:docMk/>
            <pc:sldMk cId="2959659325" sldId="257"/>
            <ac:picMk id="10" creationId="{0F59216C-2F09-211B-0BB5-68D07E6FB747}"/>
          </ac:picMkLst>
        </pc:picChg>
      </pc:sldChg>
      <pc:sldChg chg="addSp delSp modSp new mod">
        <pc:chgData name="Sam O'Neill" userId="cb323814-a42a-4cfe-bc74-03f595e56f6e" providerId="ADAL" clId="{756DCA3B-7362-4DE0-BDCB-9FEED5385CBF}" dt="2023-04-21T14:21:26.145" v="26" actId="1076"/>
        <pc:sldMkLst>
          <pc:docMk/>
          <pc:sldMk cId="3641407609" sldId="258"/>
        </pc:sldMkLst>
        <pc:spChg chg="del">
          <ac:chgData name="Sam O'Neill" userId="cb323814-a42a-4cfe-bc74-03f595e56f6e" providerId="ADAL" clId="{756DCA3B-7362-4DE0-BDCB-9FEED5385CBF}" dt="2023-04-21T14:21:15.301" v="23" actId="478"/>
          <ac:spMkLst>
            <pc:docMk/>
            <pc:sldMk cId="3641407609" sldId="258"/>
            <ac:spMk id="2" creationId="{CF22DD9C-7FE1-5466-51E8-D0D4E24282A2}"/>
          </ac:spMkLst>
        </pc:spChg>
        <pc:spChg chg="del">
          <ac:chgData name="Sam O'Neill" userId="cb323814-a42a-4cfe-bc74-03f595e56f6e" providerId="ADAL" clId="{756DCA3B-7362-4DE0-BDCB-9FEED5385CBF}" dt="2023-04-21T14:21:13.720" v="22" actId="478"/>
          <ac:spMkLst>
            <pc:docMk/>
            <pc:sldMk cId="3641407609" sldId="258"/>
            <ac:spMk id="3" creationId="{67BC6F70-7A0B-B55C-D24E-5FFE21C0810F}"/>
          </ac:spMkLst>
        </pc:spChg>
        <pc:picChg chg="add mod">
          <ac:chgData name="Sam O'Neill" userId="cb323814-a42a-4cfe-bc74-03f595e56f6e" providerId="ADAL" clId="{756DCA3B-7362-4DE0-BDCB-9FEED5385CBF}" dt="2023-04-21T14:21:17.051" v="24" actId="1076"/>
          <ac:picMkLst>
            <pc:docMk/>
            <pc:sldMk cId="3641407609" sldId="258"/>
            <ac:picMk id="5" creationId="{AAD06903-DDED-E1C0-90F5-93DB13446B46}"/>
          </ac:picMkLst>
        </pc:picChg>
        <pc:picChg chg="add mod">
          <ac:chgData name="Sam O'Neill" userId="cb323814-a42a-4cfe-bc74-03f595e56f6e" providerId="ADAL" clId="{756DCA3B-7362-4DE0-BDCB-9FEED5385CBF}" dt="2023-04-21T14:21:26.145" v="26" actId="1076"/>
          <ac:picMkLst>
            <pc:docMk/>
            <pc:sldMk cId="3641407609" sldId="258"/>
            <ac:picMk id="7" creationId="{697F9E70-1D34-6908-0C5B-AAEBBC11DC4B}"/>
          </ac:picMkLst>
        </pc:picChg>
      </pc:sldChg>
      <pc:sldChg chg="addSp delSp modSp add mod">
        <pc:chgData name="Sam O'Neill" userId="cb323814-a42a-4cfe-bc74-03f595e56f6e" providerId="ADAL" clId="{756DCA3B-7362-4DE0-BDCB-9FEED5385CBF}" dt="2023-04-24T08:39:04.517" v="259" actId="113"/>
        <pc:sldMkLst>
          <pc:docMk/>
          <pc:sldMk cId="366525177" sldId="259"/>
        </pc:sldMkLst>
        <pc:spChg chg="add mod">
          <ac:chgData name="Sam O'Neill" userId="cb323814-a42a-4cfe-bc74-03f595e56f6e" providerId="ADAL" clId="{756DCA3B-7362-4DE0-BDCB-9FEED5385CBF}" dt="2023-04-24T08:39:04.517" v="259" actId="113"/>
          <ac:spMkLst>
            <pc:docMk/>
            <pc:sldMk cId="366525177" sldId="259"/>
            <ac:spMk id="19" creationId="{6F523EDD-7E98-BBFB-6F5E-A883FADD6945}"/>
          </ac:spMkLst>
        </pc:spChg>
        <pc:spChg chg="add mod">
          <ac:chgData name="Sam O'Neill" userId="cb323814-a42a-4cfe-bc74-03f595e56f6e" providerId="ADAL" clId="{756DCA3B-7362-4DE0-BDCB-9FEED5385CBF}" dt="2023-04-24T08:39:04.517" v="259" actId="113"/>
          <ac:spMkLst>
            <pc:docMk/>
            <pc:sldMk cId="366525177" sldId="259"/>
            <ac:spMk id="20" creationId="{B247A7BC-A63A-4E44-C653-3C455AC46F17}"/>
          </ac:spMkLst>
        </pc:spChg>
        <pc:spChg chg="add mod">
          <ac:chgData name="Sam O'Neill" userId="cb323814-a42a-4cfe-bc74-03f595e56f6e" providerId="ADAL" clId="{756DCA3B-7362-4DE0-BDCB-9FEED5385CBF}" dt="2023-04-24T08:39:04.517" v="259" actId="113"/>
          <ac:spMkLst>
            <pc:docMk/>
            <pc:sldMk cId="366525177" sldId="259"/>
            <ac:spMk id="21" creationId="{2EBBD065-D14A-73F7-28A7-C4F9FBDE6F58}"/>
          </ac:spMkLst>
        </pc:spChg>
        <pc:spChg chg="add mod">
          <ac:chgData name="Sam O'Neill" userId="cb323814-a42a-4cfe-bc74-03f595e56f6e" providerId="ADAL" clId="{756DCA3B-7362-4DE0-BDCB-9FEED5385CBF}" dt="2023-04-24T08:39:04.517" v="259" actId="113"/>
          <ac:spMkLst>
            <pc:docMk/>
            <pc:sldMk cId="366525177" sldId="259"/>
            <ac:spMk id="22" creationId="{B136AE79-1ED8-51D6-D7E0-0B46319D80FE}"/>
          </ac:spMkLst>
        </pc:spChg>
        <pc:picChg chg="add del mod">
          <ac:chgData name="Sam O'Neill" userId="cb323814-a42a-4cfe-bc74-03f595e56f6e" providerId="ADAL" clId="{756DCA3B-7362-4DE0-BDCB-9FEED5385CBF}" dt="2023-04-24T08:32:49.213" v="114" actId="478"/>
          <ac:picMkLst>
            <pc:docMk/>
            <pc:sldMk cId="366525177" sldId="259"/>
            <ac:picMk id="3" creationId="{2245F833-BF19-1858-739A-A027993D63A1}"/>
          </ac:picMkLst>
        </pc:picChg>
        <pc:picChg chg="add del mod">
          <ac:chgData name="Sam O'Neill" userId="cb323814-a42a-4cfe-bc74-03f595e56f6e" providerId="ADAL" clId="{756DCA3B-7362-4DE0-BDCB-9FEED5385CBF}" dt="2023-04-24T08:33:19.851" v="117" actId="478"/>
          <ac:picMkLst>
            <pc:docMk/>
            <pc:sldMk cId="366525177" sldId="259"/>
            <ac:picMk id="4" creationId="{7B1DD22C-91B6-0CE6-5FFC-8D2BD7409AF5}"/>
          </ac:picMkLst>
        </pc:picChg>
        <pc:picChg chg="del">
          <ac:chgData name="Sam O'Neill" userId="cb323814-a42a-4cfe-bc74-03f595e56f6e" providerId="ADAL" clId="{756DCA3B-7362-4DE0-BDCB-9FEED5385CBF}" dt="2023-04-24T08:32:49.213" v="114" actId="478"/>
          <ac:picMkLst>
            <pc:docMk/>
            <pc:sldMk cId="366525177" sldId="259"/>
            <ac:picMk id="5" creationId="{AAD06903-DDED-E1C0-90F5-93DB13446B46}"/>
          </ac:picMkLst>
        </pc:picChg>
        <pc:picChg chg="add del mod">
          <ac:chgData name="Sam O'Neill" userId="cb323814-a42a-4cfe-bc74-03f595e56f6e" providerId="ADAL" clId="{756DCA3B-7362-4DE0-BDCB-9FEED5385CBF}" dt="2023-04-24T08:33:35.739" v="120" actId="478"/>
          <ac:picMkLst>
            <pc:docMk/>
            <pc:sldMk cId="366525177" sldId="259"/>
            <ac:picMk id="7" creationId="{2CA44AE7-914F-BCBD-E793-A2193356B70B}"/>
          </ac:picMkLst>
        </pc:picChg>
        <pc:picChg chg="del">
          <ac:chgData name="Sam O'Neill" userId="cb323814-a42a-4cfe-bc74-03f595e56f6e" providerId="ADAL" clId="{756DCA3B-7362-4DE0-BDCB-9FEED5385CBF}" dt="2023-04-21T14:21:33.428" v="28" actId="478"/>
          <ac:picMkLst>
            <pc:docMk/>
            <pc:sldMk cId="366525177" sldId="259"/>
            <ac:picMk id="7" creationId="{697F9E70-1D34-6908-0C5B-AAEBBC11DC4B}"/>
          </ac:picMkLst>
        </pc:picChg>
        <pc:picChg chg="add del mod">
          <ac:chgData name="Sam O'Neill" userId="cb323814-a42a-4cfe-bc74-03f595e56f6e" providerId="ADAL" clId="{756DCA3B-7362-4DE0-BDCB-9FEED5385CBF}" dt="2023-04-24T08:37:26.754" v="199" actId="478"/>
          <ac:picMkLst>
            <pc:docMk/>
            <pc:sldMk cId="366525177" sldId="259"/>
            <ac:picMk id="9" creationId="{3BE64DF3-D05D-A754-5F48-6A9248E7AD02}"/>
          </ac:picMkLst>
        </pc:picChg>
        <pc:picChg chg="add mod">
          <ac:chgData name="Sam O'Neill" userId="cb323814-a42a-4cfe-bc74-03f595e56f6e" providerId="ADAL" clId="{756DCA3B-7362-4DE0-BDCB-9FEED5385CBF}" dt="2023-04-24T08:37:31.336" v="200" actId="1076"/>
          <ac:picMkLst>
            <pc:docMk/>
            <pc:sldMk cId="366525177" sldId="259"/>
            <ac:picMk id="11" creationId="{E9197E6D-78E4-D60E-2CEC-EF40FB687C82}"/>
          </ac:picMkLst>
        </pc:picChg>
        <pc:picChg chg="add mod">
          <ac:chgData name="Sam O'Neill" userId="cb323814-a42a-4cfe-bc74-03f595e56f6e" providerId="ADAL" clId="{756DCA3B-7362-4DE0-BDCB-9FEED5385CBF}" dt="2023-04-24T08:37:31.336" v="200" actId="1076"/>
          <ac:picMkLst>
            <pc:docMk/>
            <pc:sldMk cId="366525177" sldId="259"/>
            <ac:picMk id="13" creationId="{734E891C-BB21-5165-4A32-4F5A2E4CE596}"/>
          </ac:picMkLst>
        </pc:picChg>
        <pc:picChg chg="add del mod">
          <ac:chgData name="Sam O'Neill" userId="cb323814-a42a-4cfe-bc74-03f595e56f6e" providerId="ADAL" clId="{756DCA3B-7362-4DE0-BDCB-9FEED5385CBF}" dt="2023-04-24T08:35:00.912" v="144"/>
          <ac:picMkLst>
            <pc:docMk/>
            <pc:sldMk cId="366525177" sldId="259"/>
            <ac:picMk id="14" creationId="{2B3CCE59-BA91-A674-7A74-3F475D044E76}"/>
          </ac:picMkLst>
        </pc:picChg>
        <pc:picChg chg="add mod">
          <ac:chgData name="Sam O'Neill" userId="cb323814-a42a-4cfe-bc74-03f595e56f6e" providerId="ADAL" clId="{756DCA3B-7362-4DE0-BDCB-9FEED5385CBF}" dt="2023-04-24T08:38:35.024" v="235" actId="1076"/>
          <ac:picMkLst>
            <pc:docMk/>
            <pc:sldMk cId="366525177" sldId="259"/>
            <ac:picMk id="16" creationId="{E9F1AC51-F6C3-9D1C-412E-DA504ECA9E89}"/>
          </ac:picMkLst>
        </pc:picChg>
        <pc:picChg chg="add mod">
          <ac:chgData name="Sam O'Neill" userId="cb323814-a42a-4cfe-bc74-03f595e56f6e" providerId="ADAL" clId="{756DCA3B-7362-4DE0-BDCB-9FEED5385CBF}" dt="2023-04-24T08:37:31.336" v="200" actId="1076"/>
          <ac:picMkLst>
            <pc:docMk/>
            <pc:sldMk cId="366525177" sldId="259"/>
            <ac:picMk id="18" creationId="{EE30FCDE-D3E9-2308-A6D4-6032AD8E5646}"/>
          </ac:picMkLst>
        </pc:picChg>
      </pc:sldChg>
      <pc:sldChg chg="addSp delSp modSp new mod">
        <pc:chgData name="Sam O'Neill" userId="cb323814-a42a-4cfe-bc74-03f595e56f6e" providerId="ADAL" clId="{756DCA3B-7362-4DE0-BDCB-9FEED5385CBF}" dt="2023-04-21T14:23:43.091" v="82" actId="20577"/>
        <pc:sldMkLst>
          <pc:docMk/>
          <pc:sldMk cId="2756443184" sldId="260"/>
        </pc:sldMkLst>
        <pc:spChg chg="del">
          <ac:chgData name="Sam O'Neill" userId="cb323814-a42a-4cfe-bc74-03f595e56f6e" providerId="ADAL" clId="{756DCA3B-7362-4DE0-BDCB-9FEED5385CBF}" dt="2023-04-21T14:22:30.453" v="32" actId="478"/>
          <ac:spMkLst>
            <pc:docMk/>
            <pc:sldMk cId="2756443184" sldId="260"/>
            <ac:spMk id="2" creationId="{3D2D52D8-AAE1-E459-9256-BA1DF325E0F9}"/>
          </ac:spMkLst>
        </pc:spChg>
        <pc:spChg chg="del">
          <ac:chgData name="Sam O'Neill" userId="cb323814-a42a-4cfe-bc74-03f595e56f6e" providerId="ADAL" clId="{756DCA3B-7362-4DE0-BDCB-9FEED5385CBF}" dt="2023-04-21T14:22:30.453" v="32" actId="478"/>
          <ac:spMkLst>
            <pc:docMk/>
            <pc:sldMk cId="2756443184" sldId="260"/>
            <ac:spMk id="3" creationId="{6F2F5005-6FBD-89D1-06B8-1354162031C5}"/>
          </ac:spMkLst>
        </pc:spChg>
        <pc:spChg chg="add mod">
          <ac:chgData name="Sam O'Neill" userId="cb323814-a42a-4cfe-bc74-03f595e56f6e" providerId="ADAL" clId="{756DCA3B-7362-4DE0-BDCB-9FEED5385CBF}" dt="2023-04-21T14:23:24.842" v="73" actId="1076"/>
          <ac:spMkLst>
            <pc:docMk/>
            <pc:sldMk cId="2756443184" sldId="260"/>
            <ac:spMk id="6" creationId="{61E42292-528F-BF9C-9193-D813838632C3}"/>
          </ac:spMkLst>
        </pc:spChg>
        <pc:spChg chg="add mod">
          <ac:chgData name="Sam O'Neill" userId="cb323814-a42a-4cfe-bc74-03f595e56f6e" providerId="ADAL" clId="{756DCA3B-7362-4DE0-BDCB-9FEED5385CBF}" dt="2023-04-21T14:23:43.091" v="82" actId="20577"/>
          <ac:spMkLst>
            <pc:docMk/>
            <pc:sldMk cId="2756443184" sldId="260"/>
            <ac:spMk id="7" creationId="{9D260FA9-1A04-E6F3-34B8-0018A3DB739B}"/>
          </ac:spMkLst>
        </pc:spChg>
        <pc:picChg chg="add">
          <ac:chgData name="Sam O'Neill" userId="cb323814-a42a-4cfe-bc74-03f595e56f6e" providerId="ADAL" clId="{756DCA3B-7362-4DE0-BDCB-9FEED5385CBF}" dt="2023-04-21T14:22:30.665" v="33" actId="22"/>
          <ac:picMkLst>
            <pc:docMk/>
            <pc:sldMk cId="2756443184" sldId="260"/>
            <ac:picMk id="5" creationId="{FA62174A-F200-F9EF-31E6-7F79D0506174}"/>
          </ac:picMkLst>
        </pc:picChg>
      </pc:sldChg>
      <pc:sldChg chg="ord">
        <pc:chgData name="Sam O'Neill" userId="cb323814-a42a-4cfe-bc74-03f595e56f6e" providerId="ADAL" clId="{756DCA3B-7362-4DE0-BDCB-9FEED5385CBF}" dt="2023-04-24T11:04:29.861" v="476"/>
        <pc:sldMkLst>
          <pc:docMk/>
          <pc:sldMk cId="51184280" sldId="265"/>
        </pc:sldMkLst>
      </pc:sldChg>
      <pc:sldChg chg="del">
        <pc:chgData name="Sam O'Neill" userId="cb323814-a42a-4cfe-bc74-03f595e56f6e" providerId="ADAL" clId="{756DCA3B-7362-4DE0-BDCB-9FEED5385CBF}" dt="2023-04-24T11:29:45.886" v="604" actId="47"/>
        <pc:sldMkLst>
          <pc:docMk/>
          <pc:sldMk cId="2939524105" sldId="266"/>
        </pc:sldMkLst>
      </pc:sldChg>
      <pc:sldChg chg="addSp delSp del mod">
        <pc:chgData name="Sam O'Neill" userId="cb323814-a42a-4cfe-bc74-03f595e56f6e" providerId="ADAL" clId="{756DCA3B-7362-4DE0-BDCB-9FEED5385CBF}" dt="2023-04-24T11:29:45.886" v="604" actId="47"/>
        <pc:sldMkLst>
          <pc:docMk/>
          <pc:sldMk cId="1623917928" sldId="267"/>
        </pc:sldMkLst>
        <pc:picChg chg="add del">
          <ac:chgData name="Sam O'Neill" userId="cb323814-a42a-4cfe-bc74-03f595e56f6e" providerId="ADAL" clId="{756DCA3B-7362-4DE0-BDCB-9FEED5385CBF}" dt="2023-04-24T10:53:49.845" v="298" actId="22"/>
          <ac:picMkLst>
            <pc:docMk/>
            <pc:sldMk cId="1623917928" sldId="267"/>
            <ac:picMk id="3" creationId="{8AD898A3-C85D-AC62-A807-704ED887F88C}"/>
          </ac:picMkLst>
        </pc:picChg>
      </pc:sldChg>
      <pc:sldChg chg="addSp delSp modSp add mod">
        <pc:chgData name="Sam O'Neill" userId="cb323814-a42a-4cfe-bc74-03f595e56f6e" providerId="ADAL" clId="{756DCA3B-7362-4DE0-BDCB-9FEED5385CBF}" dt="2023-04-24T10:51:47.533" v="296" actId="207"/>
        <pc:sldMkLst>
          <pc:docMk/>
          <pc:sldMk cId="949517761" sldId="268"/>
        </pc:sldMkLst>
        <pc:spChg chg="mod">
          <ac:chgData name="Sam O'Neill" userId="cb323814-a42a-4cfe-bc74-03f595e56f6e" providerId="ADAL" clId="{756DCA3B-7362-4DE0-BDCB-9FEED5385CBF}" dt="2023-04-24T10:51:47.533" v="296" actId="207"/>
          <ac:spMkLst>
            <pc:docMk/>
            <pc:sldMk cId="949517761" sldId="268"/>
            <ac:spMk id="2" creationId="{1FFFE5FD-2325-71D4-A5E0-93D8A2FBDEF3}"/>
          </ac:spMkLst>
        </pc:spChg>
        <pc:spChg chg="mod">
          <ac:chgData name="Sam O'Neill" userId="cb323814-a42a-4cfe-bc74-03f595e56f6e" providerId="ADAL" clId="{756DCA3B-7362-4DE0-BDCB-9FEED5385CBF}" dt="2023-04-24T10:51:47.533" v="296" actId="207"/>
          <ac:spMkLst>
            <pc:docMk/>
            <pc:sldMk cId="949517761" sldId="268"/>
            <ac:spMk id="3" creationId="{10F42D4D-C2B0-E8FC-24E4-FA158084054B}"/>
          </ac:spMkLst>
        </pc:spChg>
        <pc:spChg chg="mod">
          <ac:chgData name="Sam O'Neill" userId="cb323814-a42a-4cfe-bc74-03f595e56f6e" providerId="ADAL" clId="{756DCA3B-7362-4DE0-BDCB-9FEED5385CBF}" dt="2023-04-24T10:51:47.533" v="296" actId="207"/>
          <ac:spMkLst>
            <pc:docMk/>
            <pc:sldMk cId="949517761" sldId="268"/>
            <ac:spMk id="4" creationId="{AFB89116-F0EC-BE92-FA49-0426761C2B9B}"/>
          </ac:spMkLst>
        </pc:spChg>
        <pc:spChg chg="mod">
          <ac:chgData name="Sam O'Neill" userId="cb323814-a42a-4cfe-bc74-03f595e56f6e" providerId="ADAL" clId="{756DCA3B-7362-4DE0-BDCB-9FEED5385CBF}" dt="2023-04-24T10:51:34.337" v="295" actId="207"/>
          <ac:spMkLst>
            <pc:docMk/>
            <pc:sldMk cId="949517761" sldId="268"/>
            <ac:spMk id="6" creationId="{C42EA228-FA22-F48E-E3D0-CCA15CEE3FD4}"/>
          </ac:spMkLst>
        </pc:spChg>
        <pc:spChg chg="mod">
          <ac:chgData name="Sam O'Neill" userId="cb323814-a42a-4cfe-bc74-03f595e56f6e" providerId="ADAL" clId="{756DCA3B-7362-4DE0-BDCB-9FEED5385CBF}" dt="2023-04-24T10:51:47.533" v="296" actId="207"/>
          <ac:spMkLst>
            <pc:docMk/>
            <pc:sldMk cId="949517761" sldId="268"/>
            <ac:spMk id="7" creationId="{D8BA96F9-8CB6-0054-63FB-F1F6FB1ADA14}"/>
          </ac:spMkLst>
        </pc:spChg>
        <pc:spChg chg="mod">
          <ac:chgData name="Sam O'Neill" userId="cb323814-a42a-4cfe-bc74-03f595e56f6e" providerId="ADAL" clId="{756DCA3B-7362-4DE0-BDCB-9FEED5385CBF}" dt="2023-04-24T10:51:47.533" v="296" actId="207"/>
          <ac:spMkLst>
            <pc:docMk/>
            <pc:sldMk cId="949517761" sldId="268"/>
            <ac:spMk id="8" creationId="{2247DB55-1934-0494-2DD6-851106D0EAA1}"/>
          </ac:spMkLst>
        </pc:spChg>
        <pc:spChg chg="mod">
          <ac:chgData name="Sam O'Neill" userId="cb323814-a42a-4cfe-bc74-03f595e56f6e" providerId="ADAL" clId="{756DCA3B-7362-4DE0-BDCB-9FEED5385CBF}" dt="2023-04-24T10:51:47.533" v="296" actId="207"/>
          <ac:spMkLst>
            <pc:docMk/>
            <pc:sldMk cId="949517761" sldId="268"/>
            <ac:spMk id="9" creationId="{70E35E7C-27A5-83CE-7439-5F427253C60B}"/>
          </ac:spMkLst>
        </pc:spChg>
        <pc:spChg chg="mod">
          <ac:chgData name="Sam O'Neill" userId="cb323814-a42a-4cfe-bc74-03f595e56f6e" providerId="ADAL" clId="{756DCA3B-7362-4DE0-BDCB-9FEED5385CBF}" dt="2023-04-24T10:51:47.533" v="296" actId="207"/>
          <ac:spMkLst>
            <pc:docMk/>
            <pc:sldMk cId="949517761" sldId="268"/>
            <ac:spMk id="10" creationId="{4B9015D0-CAC5-1808-009D-A8A27A2EE5A0}"/>
          </ac:spMkLst>
        </pc:spChg>
        <pc:spChg chg="mod">
          <ac:chgData name="Sam O'Neill" userId="cb323814-a42a-4cfe-bc74-03f595e56f6e" providerId="ADAL" clId="{756DCA3B-7362-4DE0-BDCB-9FEED5385CBF}" dt="2023-04-24T10:51:47.533" v="296" actId="207"/>
          <ac:spMkLst>
            <pc:docMk/>
            <pc:sldMk cId="949517761" sldId="268"/>
            <ac:spMk id="11" creationId="{BDCEA7F9-3366-F17A-1A28-079E53DE3489}"/>
          </ac:spMkLst>
        </pc:spChg>
        <pc:spChg chg="mod">
          <ac:chgData name="Sam O'Neill" userId="cb323814-a42a-4cfe-bc74-03f595e56f6e" providerId="ADAL" clId="{756DCA3B-7362-4DE0-BDCB-9FEED5385CBF}" dt="2023-04-24T10:51:47.533" v="296" actId="207"/>
          <ac:spMkLst>
            <pc:docMk/>
            <pc:sldMk cId="949517761" sldId="268"/>
            <ac:spMk id="12" creationId="{87B6C176-636D-988A-F66E-89979726CD91}"/>
          </ac:spMkLst>
        </pc:spChg>
        <pc:spChg chg="del">
          <ac:chgData name="Sam O'Neill" userId="cb323814-a42a-4cfe-bc74-03f595e56f6e" providerId="ADAL" clId="{756DCA3B-7362-4DE0-BDCB-9FEED5385CBF}" dt="2023-04-24T10:49:26.427" v="261" actId="478"/>
          <ac:spMkLst>
            <pc:docMk/>
            <pc:sldMk cId="949517761" sldId="268"/>
            <ac:spMk id="14" creationId="{F6FCC415-00F2-B33E-F49F-A9BBCB34E12E}"/>
          </ac:spMkLst>
        </pc:spChg>
        <pc:spChg chg="del">
          <ac:chgData name="Sam O'Neill" userId="cb323814-a42a-4cfe-bc74-03f595e56f6e" providerId="ADAL" clId="{756DCA3B-7362-4DE0-BDCB-9FEED5385CBF}" dt="2023-04-24T10:49:28.028" v="263" actId="478"/>
          <ac:spMkLst>
            <pc:docMk/>
            <pc:sldMk cId="949517761" sldId="268"/>
            <ac:spMk id="15" creationId="{168DD4CC-C087-B302-34CE-7366B1194FB4}"/>
          </ac:spMkLst>
        </pc:spChg>
        <pc:cxnChg chg="del">
          <ac:chgData name="Sam O'Neill" userId="cb323814-a42a-4cfe-bc74-03f595e56f6e" providerId="ADAL" clId="{756DCA3B-7362-4DE0-BDCB-9FEED5385CBF}" dt="2023-04-24T10:49:27.153" v="262" actId="478"/>
          <ac:cxnSpMkLst>
            <pc:docMk/>
            <pc:sldMk cId="949517761" sldId="268"/>
            <ac:cxnSpMk id="13" creationId="{FC351414-B0C7-73B4-CDEC-4219E721C3AE}"/>
          </ac:cxnSpMkLst>
        </pc:cxnChg>
        <pc:cxnChg chg="add del mod">
          <ac:chgData name="Sam O'Neill" userId="cb323814-a42a-4cfe-bc74-03f595e56f6e" providerId="ADAL" clId="{756DCA3B-7362-4DE0-BDCB-9FEED5385CBF}" dt="2023-04-24T10:51:18.010" v="294" actId="478"/>
          <ac:cxnSpMkLst>
            <pc:docMk/>
            <pc:sldMk cId="949517761" sldId="268"/>
            <ac:cxnSpMk id="17" creationId="{6F32C249-3994-989B-4480-1622E997588F}"/>
          </ac:cxnSpMkLst>
        </pc:cxnChg>
        <pc:cxnChg chg="add mod">
          <ac:chgData name="Sam O'Neill" userId="cb323814-a42a-4cfe-bc74-03f595e56f6e" providerId="ADAL" clId="{756DCA3B-7362-4DE0-BDCB-9FEED5385CBF}" dt="2023-04-24T10:51:14.983" v="293" actId="14100"/>
          <ac:cxnSpMkLst>
            <pc:docMk/>
            <pc:sldMk cId="949517761" sldId="268"/>
            <ac:cxnSpMk id="23" creationId="{F20A8F10-E1A0-A578-EA97-4BF12E5FEA85}"/>
          </ac:cxnSpMkLst>
        </pc:cxnChg>
        <pc:cxnChg chg="add mod">
          <ac:chgData name="Sam O'Neill" userId="cb323814-a42a-4cfe-bc74-03f595e56f6e" providerId="ADAL" clId="{756DCA3B-7362-4DE0-BDCB-9FEED5385CBF}" dt="2023-04-24T10:51:02.617" v="290" actId="14100"/>
          <ac:cxnSpMkLst>
            <pc:docMk/>
            <pc:sldMk cId="949517761" sldId="268"/>
            <ac:cxnSpMk id="24" creationId="{6EBB8A9A-73C2-CE77-672A-A0669380C5FD}"/>
          </ac:cxnSpMkLst>
        </pc:cxnChg>
      </pc:sldChg>
      <pc:sldChg chg="addSp delSp modSp new mod ord">
        <pc:chgData name="Sam O'Neill" userId="cb323814-a42a-4cfe-bc74-03f595e56f6e" providerId="ADAL" clId="{756DCA3B-7362-4DE0-BDCB-9FEED5385CBF}" dt="2023-04-24T11:30:21.023" v="627" actId="1037"/>
        <pc:sldMkLst>
          <pc:docMk/>
          <pc:sldMk cId="3416095530" sldId="269"/>
        </pc:sldMkLst>
        <pc:spChg chg="del">
          <ac:chgData name="Sam O'Neill" userId="cb323814-a42a-4cfe-bc74-03f595e56f6e" providerId="ADAL" clId="{756DCA3B-7362-4DE0-BDCB-9FEED5385CBF}" dt="2023-04-24T10:55:25.337" v="300" actId="478"/>
          <ac:spMkLst>
            <pc:docMk/>
            <pc:sldMk cId="3416095530" sldId="269"/>
            <ac:spMk id="2" creationId="{D0E8A93C-9D62-EF28-42E3-39AD4DBD2860}"/>
          </ac:spMkLst>
        </pc:spChg>
        <pc:spChg chg="del">
          <ac:chgData name="Sam O'Neill" userId="cb323814-a42a-4cfe-bc74-03f595e56f6e" providerId="ADAL" clId="{756DCA3B-7362-4DE0-BDCB-9FEED5385CBF}" dt="2023-04-24T10:55:25.337" v="300" actId="478"/>
          <ac:spMkLst>
            <pc:docMk/>
            <pc:sldMk cId="3416095530" sldId="269"/>
            <ac:spMk id="3" creationId="{6172AF30-981E-F014-1663-EF9B613FFE8A}"/>
          </ac:spMkLst>
        </pc:spChg>
        <pc:spChg chg="add mod">
          <ac:chgData name="Sam O'Neill" userId="cb323814-a42a-4cfe-bc74-03f595e56f6e" providerId="ADAL" clId="{756DCA3B-7362-4DE0-BDCB-9FEED5385CBF}" dt="2023-04-24T10:58:31.032" v="362"/>
          <ac:spMkLst>
            <pc:docMk/>
            <pc:sldMk cId="3416095530" sldId="269"/>
            <ac:spMk id="6" creationId="{EE2991C4-85A3-A28F-DCFD-39B317E6B5B3}"/>
          </ac:spMkLst>
        </pc:spChg>
        <pc:spChg chg="add del mod">
          <ac:chgData name="Sam O'Neill" userId="cb323814-a42a-4cfe-bc74-03f595e56f6e" providerId="ADAL" clId="{756DCA3B-7362-4DE0-BDCB-9FEED5385CBF}" dt="2023-04-24T10:58:39.801" v="385" actId="478"/>
          <ac:spMkLst>
            <pc:docMk/>
            <pc:sldMk cId="3416095530" sldId="269"/>
            <ac:spMk id="7" creationId="{E2071595-8457-B365-8E1C-55CF69648A32}"/>
          </ac:spMkLst>
        </pc:spChg>
        <pc:spChg chg="add mod">
          <ac:chgData name="Sam O'Neill" userId="cb323814-a42a-4cfe-bc74-03f595e56f6e" providerId="ADAL" clId="{756DCA3B-7362-4DE0-BDCB-9FEED5385CBF}" dt="2023-04-24T11:13:29.271" v="595" actId="1076"/>
          <ac:spMkLst>
            <pc:docMk/>
            <pc:sldMk cId="3416095530" sldId="269"/>
            <ac:spMk id="8" creationId="{0564EDB8-F876-0E1E-8695-F550DEEE2203}"/>
          </ac:spMkLst>
        </pc:spChg>
        <pc:spChg chg="add mod">
          <ac:chgData name="Sam O'Neill" userId="cb323814-a42a-4cfe-bc74-03f595e56f6e" providerId="ADAL" clId="{756DCA3B-7362-4DE0-BDCB-9FEED5385CBF}" dt="2023-04-24T11:11:25.836" v="565" actId="1038"/>
          <ac:spMkLst>
            <pc:docMk/>
            <pc:sldMk cId="3416095530" sldId="269"/>
            <ac:spMk id="9" creationId="{72D71A52-40BE-E931-C846-6ADDD7D7D9B5}"/>
          </ac:spMkLst>
        </pc:spChg>
        <pc:spChg chg="add mod">
          <ac:chgData name="Sam O'Neill" userId="cb323814-a42a-4cfe-bc74-03f595e56f6e" providerId="ADAL" clId="{756DCA3B-7362-4DE0-BDCB-9FEED5385CBF}" dt="2023-04-24T11:11:21.416" v="546" actId="1038"/>
          <ac:spMkLst>
            <pc:docMk/>
            <pc:sldMk cId="3416095530" sldId="269"/>
            <ac:spMk id="10" creationId="{02352933-5918-0FF2-D21D-85F889693018}"/>
          </ac:spMkLst>
        </pc:spChg>
        <pc:spChg chg="add mod">
          <ac:chgData name="Sam O'Neill" userId="cb323814-a42a-4cfe-bc74-03f595e56f6e" providerId="ADAL" clId="{756DCA3B-7362-4DE0-BDCB-9FEED5385CBF}" dt="2023-04-24T11:11:23.949" v="558" actId="1037"/>
          <ac:spMkLst>
            <pc:docMk/>
            <pc:sldMk cId="3416095530" sldId="269"/>
            <ac:spMk id="11" creationId="{B8F1BC62-4577-A852-4BB3-BFA20B4821E1}"/>
          </ac:spMkLst>
        </pc:spChg>
        <pc:spChg chg="add mod ord">
          <ac:chgData name="Sam O'Neill" userId="cb323814-a42a-4cfe-bc74-03f595e56f6e" providerId="ADAL" clId="{756DCA3B-7362-4DE0-BDCB-9FEED5385CBF}" dt="2023-04-24T11:09:52.842" v="495" actId="166"/>
          <ac:spMkLst>
            <pc:docMk/>
            <pc:sldMk cId="3416095530" sldId="269"/>
            <ac:spMk id="12" creationId="{3D5FCDFF-F841-72D2-5E9F-20058CD8FB6A}"/>
          </ac:spMkLst>
        </pc:spChg>
        <pc:spChg chg="add mod">
          <ac:chgData name="Sam O'Neill" userId="cb323814-a42a-4cfe-bc74-03f595e56f6e" providerId="ADAL" clId="{756DCA3B-7362-4DE0-BDCB-9FEED5385CBF}" dt="2023-04-24T11:11:31.065" v="579" actId="1038"/>
          <ac:spMkLst>
            <pc:docMk/>
            <pc:sldMk cId="3416095530" sldId="269"/>
            <ac:spMk id="13" creationId="{A21036E4-5DD4-1EA2-7EBA-B31ABC9C10BD}"/>
          </ac:spMkLst>
        </pc:spChg>
        <pc:spChg chg="add mod">
          <ac:chgData name="Sam O'Neill" userId="cb323814-a42a-4cfe-bc74-03f595e56f6e" providerId="ADAL" clId="{756DCA3B-7362-4DE0-BDCB-9FEED5385CBF}" dt="2023-04-24T10:58:31.032" v="362"/>
          <ac:spMkLst>
            <pc:docMk/>
            <pc:sldMk cId="3416095530" sldId="269"/>
            <ac:spMk id="14" creationId="{A1AA4A91-661D-C0E5-88B3-2545EE1428A2}"/>
          </ac:spMkLst>
        </pc:spChg>
        <pc:spChg chg="add mod">
          <ac:chgData name="Sam O'Neill" userId="cb323814-a42a-4cfe-bc74-03f595e56f6e" providerId="ADAL" clId="{756DCA3B-7362-4DE0-BDCB-9FEED5385CBF}" dt="2023-04-24T11:00:56.977" v="417" actId="1076"/>
          <ac:spMkLst>
            <pc:docMk/>
            <pc:sldMk cId="3416095530" sldId="269"/>
            <ac:spMk id="15" creationId="{17E69A2D-7B5E-82F7-F387-49C69A3FE0E2}"/>
          </ac:spMkLst>
        </pc:spChg>
        <pc:spChg chg="add mod">
          <ac:chgData name="Sam O'Neill" userId="cb323814-a42a-4cfe-bc74-03f595e56f6e" providerId="ADAL" clId="{756DCA3B-7362-4DE0-BDCB-9FEED5385CBF}" dt="2023-04-24T11:11:34.178" v="583" actId="1037"/>
          <ac:spMkLst>
            <pc:docMk/>
            <pc:sldMk cId="3416095530" sldId="269"/>
            <ac:spMk id="16" creationId="{840B600D-A061-B770-A835-F5DC598CB7DA}"/>
          </ac:spMkLst>
        </pc:spChg>
        <pc:spChg chg="add mod ord">
          <ac:chgData name="Sam O'Neill" userId="cb323814-a42a-4cfe-bc74-03f595e56f6e" providerId="ADAL" clId="{756DCA3B-7362-4DE0-BDCB-9FEED5385CBF}" dt="2023-04-24T11:30:17.527" v="622" actId="1037"/>
          <ac:spMkLst>
            <pc:docMk/>
            <pc:sldMk cId="3416095530" sldId="269"/>
            <ac:spMk id="17" creationId="{FDC7BB66-5202-FA65-EE22-3AD75F65F28B}"/>
          </ac:spMkLst>
        </pc:spChg>
        <pc:spChg chg="add mod">
          <ac:chgData name="Sam O'Neill" userId="cb323814-a42a-4cfe-bc74-03f595e56f6e" providerId="ADAL" clId="{756DCA3B-7362-4DE0-BDCB-9FEED5385CBF}" dt="2023-04-24T11:11:09.092" v="530" actId="1036"/>
          <ac:spMkLst>
            <pc:docMk/>
            <pc:sldMk cId="3416095530" sldId="269"/>
            <ac:spMk id="18" creationId="{91269A82-9A3D-F335-10A1-359403E1BA15}"/>
          </ac:spMkLst>
        </pc:spChg>
        <pc:spChg chg="add mod">
          <ac:chgData name="Sam O'Neill" userId="cb323814-a42a-4cfe-bc74-03f595e56f6e" providerId="ADAL" clId="{756DCA3B-7362-4DE0-BDCB-9FEED5385CBF}" dt="2023-04-24T11:29:59.176" v="611" actId="1037"/>
          <ac:spMkLst>
            <pc:docMk/>
            <pc:sldMk cId="3416095530" sldId="269"/>
            <ac:spMk id="19" creationId="{2FEFF0BD-4E89-7DB7-A0A7-0EA9C130544F}"/>
          </ac:spMkLst>
        </pc:spChg>
        <pc:spChg chg="add mod">
          <ac:chgData name="Sam O'Neill" userId="cb323814-a42a-4cfe-bc74-03f595e56f6e" providerId="ADAL" clId="{756DCA3B-7362-4DE0-BDCB-9FEED5385CBF}" dt="2023-04-24T11:11:28.981" v="573" actId="1038"/>
          <ac:spMkLst>
            <pc:docMk/>
            <pc:sldMk cId="3416095530" sldId="269"/>
            <ac:spMk id="20" creationId="{F85E32B0-FB8A-3D9C-F510-4D6A66363A53}"/>
          </ac:spMkLst>
        </pc:spChg>
        <pc:spChg chg="add mod">
          <ac:chgData name="Sam O'Neill" userId="cb323814-a42a-4cfe-bc74-03f595e56f6e" providerId="ADAL" clId="{756DCA3B-7362-4DE0-BDCB-9FEED5385CBF}" dt="2023-04-24T10:58:31.032" v="362"/>
          <ac:spMkLst>
            <pc:docMk/>
            <pc:sldMk cId="3416095530" sldId="269"/>
            <ac:spMk id="21" creationId="{F77B1AE3-0137-13E0-657A-05D99A465C4F}"/>
          </ac:spMkLst>
        </pc:spChg>
        <pc:spChg chg="add mod">
          <ac:chgData name="Sam O'Neill" userId="cb323814-a42a-4cfe-bc74-03f595e56f6e" providerId="ADAL" clId="{756DCA3B-7362-4DE0-BDCB-9FEED5385CBF}" dt="2023-04-24T11:30:21.023" v="627" actId="1037"/>
          <ac:spMkLst>
            <pc:docMk/>
            <pc:sldMk cId="3416095530" sldId="269"/>
            <ac:spMk id="22" creationId="{5BD557D5-792F-76FD-0350-48B79CD57502}"/>
          </ac:spMkLst>
        </pc:spChg>
        <pc:spChg chg="add mod">
          <ac:chgData name="Sam O'Neill" userId="cb323814-a42a-4cfe-bc74-03f595e56f6e" providerId="ADAL" clId="{756DCA3B-7362-4DE0-BDCB-9FEED5385CBF}" dt="2023-04-24T11:12:16.803" v="594" actId="1037"/>
          <ac:spMkLst>
            <pc:docMk/>
            <pc:sldMk cId="3416095530" sldId="269"/>
            <ac:spMk id="23" creationId="{CF91CE6A-3975-F732-F342-CA239ADAEFF7}"/>
          </ac:spMkLst>
        </pc:spChg>
        <pc:spChg chg="add mod">
          <ac:chgData name="Sam O'Neill" userId="cb323814-a42a-4cfe-bc74-03f595e56f6e" providerId="ADAL" clId="{756DCA3B-7362-4DE0-BDCB-9FEED5385CBF}" dt="2023-04-24T11:11:16.084" v="539" actId="1037"/>
          <ac:spMkLst>
            <pc:docMk/>
            <pc:sldMk cId="3416095530" sldId="269"/>
            <ac:spMk id="24" creationId="{E2FA87B1-86B4-7982-99E6-4E06211A8C1B}"/>
          </ac:spMkLst>
        </pc:spChg>
        <pc:spChg chg="add mod">
          <ac:chgData name="Sam O'Neill" userId="cb323814-a42a-4cfe-bc74-03f595e56f6e" providerId="ADAL" clId="{756DCA3B-7362-4DE0-BDCB-9FEED5385CBF}" dt="2023-04-24T11:30:09.016" v="616" actId="1037"/>
          <ac:spMkLst>
            <pc:docMk/>
            <pc:sldMk cId="3416095530" sldId="269"/>
            <ac:spMk id="25" creationId="{A5F39A5B-B2C7-3D65-2B8C-70C513FF8F36}"/>
          </ac:spMkLst>
        </pc:spChg>
        <pc:spChg chg="add mod">
          <ac:chgData name="Sam O'Neill" userId="cb323814-a42a-4cfe-bc74-03f595e56f6e" providerId="ADAL" clId="{756DCA3B-7362-4DE0-BDCB-9FEED5385CBF}" dt="2023-04-24T11:01:29.744" v="426" actId="1076"/>
          <ac:spMkLst>
            <pc:docMk/>
            <pc:sldMk cId="3416095530" sldId="269"/>
            <ac:spMk id="27" creationId="{34B3A65F-56CA-E844-E942-5FC69A87DB0D}"/>
          </ac:spMkLst>
        </pc:spChg>
        <pc:spChg chg="add mod">
          <ac:chgData name="Sam O'Neill" userId="cb323814-a42a-4cfe-bc74-03f595e56f6e" providerId="ADAL" clId="{756DCA3B-7362-4DE0-BDCB-9FEED5385CBF}" dt="2023-04-24T11:01:32.703" v="427" actId="1076"/>
          <ac:spMkLst>
            <pc:docMk/>
            <pc:sldMk cId="3416095530" sldId="269"/>
            <ac:spMk id="28" creationId="{E84CEBDE-18F1-5CD0-271A-7DC1D771E268}"/>
          </ac:spMkLst>
        </pc:spChg>
        <pc:spChg chg="add mod">
          <ac:chgData name="Sam O'Neill" userId="cb323814-a42a-4cfe-bc74-03f595e56f6e" providerId="ADAL" clId="{756DCA3B-7362-4DE0-BDCB-9FEED5385CBF}" dt="2023-04-24T11:01:49.239" v="430" actId="1076"/>
          <ac:spMkLst>
            <pc:docMk/>
            <pc:sldMk cId="3416095530" sldId="269"/>
            <ac:spMk id="34" creationId="{8FE1E179-F271-2008-422D-BD6416B26BE7}"/>
          </ac:spMkLst>
        </pc:spChg>
        <pc:spChg chg="add mod">
          <ac:chgData name="Sam O'Neill" userId="cb323814-a42a-4cfe-bc74-03f595e56f6e" providerId="ADAL" clId="{756DCA3B-7362-4DE0-BDCB-9FEED5385CBF}" dt="2023-04-24T11:02:00.518" v="433" actId="1076"/>
          <ac:spMkLst>
            <pc:docMk/>
            <pc:sldMk cId="3416095530" sldId="269"/>
            <ac:spMk id="36" creationId="{09C4F17E-6103-7DC6-9CFC-8E452EBF000C}"/>
          </ac:spMkLst>
        </pc:spChg>
        <pc:spChg chg="add mod">
          <ac:chgData name="Sam O'Neill" userId="cb323814-a42a-4cfe-bc74-03f595e56f6e" providerId="ADAL" clId="{756DCA3B-7362-4DE0-BDCB-9FEED5385CBF}" dt="2023-04-24T11:02:06.958" v="435" actId="1076"/>
          <ac:spMkLst>
            <pc:docMk/>
            <pc:sldMk cId="3416095530" sldId="269"/>
            <ac:spMk id="37" creationId="{3B64E259-3AF4-1A89-DC47-8651B59CF16C}"/>
          </ac:spMkLst>
        </pc:spChg>
        <pc:spChg chg="add mod">
          <ac:chgData name="Sam O'Neill" userId="cb323814-a42a-4cfe-bc74-03f595e56f6e" providerId="ADAL" clId="{756DCA3B-7362-4DE0-BDCB-9FEED5385CBF}" dt="2023-04-24T11:02:28.492" v="466" actId="1076"/>
          <ac:spMkLst>
            <pc:docMk/>
            <pc:sldMk cId="3416095530" sldId="269"/>
            <ac:spMk id="38" creationId="{458CD6A2-B49D-8AAF-718C-AEFC3A3DBD8B}"/>
          </ac:spMkLst>
        </pc:spChg>
        <pc:spChg chg="add mod">
          <ac:chgData name="Sam O'Neill" userId="cb323814-a42a-4cfe-bc74-03f595e56f6e" providerId="ADAL" clId="{756DCA3B-7362-4DE0-BDCB-9FEED5385CBF}" dt="2023-04-24T11:12:07.867" v="587" actId="6549"/>
          <ac:spMkLst>
            <pc:docMk/>
            <pc:sldMk cId="3416095530" sldId="269"/>
            <ac:spMk id="41" creationId="{237AB489-D076-D1E1-4C08-47175DE80B73}"/>
          </ac:spMkLst>
        </pc:spChg>
        <pc:picChg chg="add mod">
          <ac:chgData name="Sam O'Neill" userId="cb323814-a42a-4cfe-bc74-03f595e56f6e" providerId="ADAL" clId="{756DCA3B-7362-4DE0-BDCB-9FEED5385CBF}" dt="2023-04-24T11:00:50.945" v="416" actId="1076"/>
          <ac:picMkLst>
            <pc:docMk/>
            <pc:sldMk cId="3416095530" sldId="269"/>
            <ac:picMk id="5" creationId="{F05D2BD3-8AF3-C66E-89C2-4FF74563476F}"/>
          </ac:picMkLst>
        </pc:picChg>
        <pc:picChg chg="add mod">
          <ac:chgData name="Sam O'Neill" userId="cb323814-a42a-4cfe-bc74-03f595e56f6e" providerId="ADAL" clId="{756DCA3B-7362-4DE0-BDCB-9FEED5385CBF}" dt="2023-04-24T11:10:51.861" v="517" actId="1036"/>
          <ac:picMkLst>
            <pc:docMk/>
            <pc:sldMk cId="3416095530" sldId="269"/>
            <ac:picMk id="40" creationId="{4B48287E-6187-8D32-194D-56D22DE78729}"/>
          </ac:picMkLst>
        </pc:picChg>
        <pc:cxnChg chg="add mod">
          <ac:chgData name="Sam O'Neill" userId="cb323814-a42a-4cfe-bc74-03f595e56f6e" providerId="ADAL" clId="{756DCA3B-7362-4DE0-BDCB-9FEED5385CBF}" dt="2023-04-24T11:01:26.824" v="425" actId="1076"/>
          <ac:cxnSpMkLst>
            <pc:docMk/>
            <pc:sldMk cId="3416095530" sldId="269"/>
            <ac:cxnSpMk id="26" creationId="{B7C10532-D919-637B-E8EC-7760E59AA4FF}"/>
          </ac:cxnSpMkLst>
        </pc:cxnChg>
        <pc:cxnChg chg="add mod">
          <ac:chgData name="Sam O'Neill" userId="cb323814-a42a-4cfe-bc74-03f595e56f6e" providerId="ADAL" clId="{756DCA3B-7362-4DE0-BDCB-9FEED5385CBF}" dt="2023-04-24T11:01:53.975" v="431" actId="14100"/>
          <ac:cxnSpMkLst>
            <pc:docMk/>
            <pc:sldMk cId="3416095530" sldId="269"/>
            <ac:cxnSpMk id="33" creationId="{3133BA0D-B6CF-DC90-C3D7-52ADFF30577C}"/>
          </ac:cxnSpMkLst>
        </pc:cxnChg>
      </pc:sldChg>
      <pc:sldChg chg="addSp delSp modSp new mod">
        <pc:chgData name="Sam O'Neill" userId="cb323814-a42a-4cfe-bc74-03f595e56f6e" providerId="ADAL" clId="{756DCA3B-7362-4DE0-BDCB-9FEED5385CBF}" dt="2023-04-24T11:30:40.901" v="642" actId="1037"/>
        <pc:sldMkLst>
          <pc:docMk/>
          <pc:sldMk cId="836586184" sldId="270"/>
        </pc:sldMkLst>
        <pc:spChg chg="del">
          <ac:chgData name="Sam O'Neill" userId="cb323814-a42a-4cfe-bc74-03f595e56f6e" providerId="ADAL" clId="{756DCA3B-7362-4DE0-BDCB-9FEED5385CBF}" dt="2023-04-24T10:55:37.903" v="304" actId="478"/>
          <ac:spMkLst>
            <pc:docMk/>
            <pc:sldMk cId="836586184" sldId="270"/>
            <ac:spMk id="2" creationId="{0C50BFED-CBA0-D5E2-A6C1-DFBD69F0413A}"/>
          </ac:spMkLst>
        </pc:spChg>
        <pc:spChg chg="del">
          <ac:chgData name="Sam O'Neill" userId="cb323814-a42a-4cfe-bc74-03f595e56f6e" providerId="ADAL" clId="{756DCA3B-7362-4DE0-BDCB-9FEED5385CBF}" dt="2023-04-24T10:55:40.939" v="305" actId="478"/>
          <ac:spMkLst>
            <pc:docMk/>
            <pc:sldMk cId="836586184" sldId="270"/>
            <ac:spMk id="3" creationId="{5915F8A7-972A-86B5-1444-C2B17D0F1EDC}"/>
          </ac:spMkLst>
        </pc:spChg>
        <pc:spChg chg="add mod">
          <ac:chgData name="Sam O'Neill" userId="cb323814-a42a-4cfe-bc74-03f595e56f6e" providerId="ADAL" clId="{756DCA3B-7362-4DE0-BDCB-9FEED5385CBF}" dt="2023-04-24T10:55:56.888" v="307" actId="1076"/>
          <ac:spMkLst>
            <pc:docMk/>
            <pc:sldMk cId="836586184" sldId="270"/>
            <ac:spMk id="6" creationId="{4AC7DB41-3E77-182A-9C12-5B297A7846BF}"/>
          </ac:spMkLst>
        </pc:spChg>
        <pc:spChg chg="add mod">
          <ac:chgData name="Sam O'Neill" userId="cb323814-a42a-4cfe-bc74-03f595e56f6e" providerId="ADAL" clId="{756DCA3B-7362-4DE0-BDCB-9FEED5385CBF}" dt="2023-04-24T10:56:02.159" v="309" actId="1076"/>
          <ac:spMkLst>
            <pc:docMk/>
            <pc:sldMk cId="836586184" sldId="270"/>
            <ac:spMk id="7" creationId="{A61F7882-700C-25AE-2B8F-F08F981F05BA}"/>
          </ac:spMkLst>
        </pc:spChg>
        <pc:spChg chg="add mod">
          <ac:chgData name="Sam O'Neill" userId="cb323814-a42a-4cfe-bc74-03f595e56f6e" providerId="ADAL" clId="{756DCA3B-7362-4DE0-BDCB-9FEED5385CBF}" dt="2023-04-24T10:56:05.239" v="311" actId="1076"/>
          <ac:spMkLst>
            <pc:docMk/>
            <pc:sldMk cId="836586184" sldId="270"/>
            <ac:spMk id="8" creationId="{A2029C76-E40D-46AB-3963-D5E5CFECDDEF}"/>
          </ac:spMkLst>
        </pc:spChg>
        <pc:spChg chg="add mod">
          <ac:chgData name="Sam O'Neill" userId="cb323814-a42a-4cfe-bc74-03f595e56f6e" providerId="ADAL" clId="{756DCA3B-7362-4DE0-BDCB-9FEED5385CBF}" dt="2023-04-24T10:56:09.976" v="313" actId="1076"/>
          <ac:spMkLst>
            <pc:docMk/>
            <pc:sldMk cId="836586184" sldId="270"/>
            <ac:spMk id="9" creationId="{4201A61A-B2A8-DF15-D43F-8BB7EF1157DD}"/>
          </ac:spMkLst>
        </pc:spChg>
        <pc:spChg chg="add mod">
          <ac:chgData name="Sam O'Neill" userId="cb323814-a42a-4cfe-bc74-03f595e56f6e" providerId="ADAL" clId="{756DCA3B-7362-4DE0-BDCB-9FEED5385CBF}" dt="2023-04-24T10:56:16.847" v="317" actId="1076"/>
          <ac:spMkLst>
            <pc:docMk/>
            <pc:sldMk cId="836586184" sldId="270"/>
            <ac:spMk id="10" creationId="{4FBA7DCC-6678-DB72-FB02-B9086701D78F}"/>
          </ac:spMkLst>
        </pc:spChg>
        <pc:spChg chg="add mod">
          <ac:chgData name="Sam O'Neill" userId="cb323814-a42a-4cfe-bc74-03f595e56f6e" providerId="ADAL" clId="{756DCA3B-7362-4DE0-BDCB-9FEED5385CBF}" dt="2023-04-24T10:56:22.495" v="319" actId="1076"/>
          <ac:spMkLst>
            <pc:docMk/>
            <pc:sldMk cId="836586184" sldId="270"/>
            <ac:spMk id="11" creationId="{2D4B9B10-C794-E149-C514-26F6986DF21D}"/>
          </ac:spMkLst>
        </pc:spChg>
        <pc:spChg chg="add mod">
          <ac:chgData name="Sam O'Neill" userId="cb323814-a42a-4cfe-bc74-03f595e56f6e" providerId="ADAL" clId="{756DCA3B-7362-4DE0-BDCB-9FEED5385CBF}" dt="2023-04-24T10:56:49.603" v="332" actId="20577"/>
          <ac:spMkLst>
            <pc:docMk/>
            <pc:sldMk cId="836586184" sldId="270"/>
            <ac:spMk id="12" creationId="{621D2A76-CE5F-D562-3069-52BABD45E76A}"/>
          </ac:spMkLst>
        </pc:spChg>
        <pc:spChg chg="add mod">
          <ac:chgData name="Sam O'Neill" userId="cb323814-a42a-4cfe-bc74-03f595e56f6e" providerId="ADAL" clId="{756DCA3B-7362-4DE0-BDCB-9FEED5385CBF}" dt="2023-04-24T10:56:46.659" v="330" actId="20577"/>
          <ac:spMkLst>
            <pc:docMk/>
            <pc:sldMk cId="836586184" sldId="270"/>
            <ac:spMk id="13" creationId="{63E28B3B-A10B-5D1E-4878-3D90E187E43D}"/>
          </ac:spMkLst>
        </pc:spChg>
        <pc:spChg chg="add mod">
          <ac:chgData name="Sam O'Neill" userId="cb323814-a42a-4cfe-bc74-03f595e56f6e" providerId="ADAL" clId="{756DCA3B-7362-4DE0-BDCB-9FEED5385CBF}" dt="2023-04-24T10:56:43.088" v="328" actId="1076"/>
          <ac:spMkLst>
            <pc:docMk/>
            <pc:sldMk cId="836586184" sldId="270"/>
            <ac:spMk id="14" creationId="{24043AC0-8BAE-062B-DECD-539E5A4C3205}"/>
          </ac:spMkLst>
        </pc:spChg>
        <pc:spChg chg="add mod">
          <ac:chgData name="Sam O'Neill" userId="cb323814-a42a-4cfe-bc74-03f595e56f6e" providerId="ADAL" clId="{756DCA3B-7362-4DE0-BDCB-9FEED5385CBF}" dt="2023-04-24T10:56:55.112" v="334" actId="1076"/>
          <ac:spMkLst>
            <pc:docMk/>
            <pc:sldMk cId="836586184" sldId="270"/>
            <ac:spMk id="15" creationId="{A2DDF2BD-EB58-EB4C-3C30-66F3CDEFBC52}"/>
          </ac:spMkLst>
        </pc:spChg>
        <pc:spChg chg="add mod">
          <ac:chgData name="Sam O'Neill" userId="cb323814-a42a-4cfe-bc74-03f595e56f6e" providerId="ADAL" clId="{756DCA3B-7362-4DE0-BDCB-9FEED5385CBF}" dt="2023-04-24T10:57:02.508" v="338" actId="20577"/>
          <ac:spMkLst>
            <pc:docMk/>
            <pc:sldMk cId="836586184" sldId="270"/>
            <ac:spMk id="16" creationId="{46193A37-514F-E08F-379D-76B3F327B343}"/>
          </ac:spMkLst>
        </pc:spChg>
        <pc:spChg chg="add mod">
          <ac:chgData name="Sam O'Neill" userId="cb323814-a42a-4cfe-bc74-03f595e56f6e" providerId="ADAL" clId="{756DCA3B-7362-4DE0-BDCB-9FEED5385CBF}" dt="2023-04-24T10:57:28.774" v="345" actId="207"/>
          <ac:spMkLst>
            <pc:docMk/>
            <pc:sldMk cId="836586184" sldId="270"/>
            <ac:spMk id="17" creationId="{5C064159-036F-118D-C868-EF0132984D8F}"/>
          </ac:spMkLst>
        </pc:spChg>
        <pc:spChg chg="add mod">
          <ac:chgData name="Sam O'Neill" userId="cb323814-a42a-4cfe-bc74-03f595e56f6e" providerId="ADAL" clId="{756DCA3B-7362-4DE0-BDCB-9FEED5385CBF}" dt="2023-04-24T10:57:38.929" v="347" actId="1076"/>
          <ac:spMkLst>
            <pc:docMk/>
            <pc:sldMk cId="836586184" sldId="270"/>
            <ac:spMk id="18" creationId="{BE6E56CE-4186-A76B-89F7-904A0241452E}"/>
          </ac:spMkLst>
        </pc:spChg>
        <pc:spChg chg="add mod">
          <ac:chgData name="Sam O'Neill" userId="cb323814-a42a-4cfe-bc74-03f595e56f6e" providerId="ADAL" clId="{756DCA3B-7362-4DE0-BDCB-9FEED5385CBF}" dt="2023-04-24T11:30:32.477" v="634" actId="1037"/>
          <ac:spMkLst>
            <pc:docMk/>
            <pc:sldMk cId="836586184" sldId="270"/>
            <ac:spMk id="19" creationId="{0C8198D3-612B-961F-C139-6B6E6D982393}"/>
          </ac:spMkLst>
        </pc:spChg>
        <pc:spChg chg="add mod">
          <ac:chgData name="Sam O'Neill" userId="cb323814-a42a-4cfe-bc74-03f595e56f6e" providerId="ADAL" clId="{756DCA3B-7362-4DE0-BDCB-9FEED5385CBF}" dt="2023-04-24T10:57:55.077" v="354" actId="20577"/>
          <ac:spMkLst>
            <pc:docMk/>
            <pc:sldMk cId="836586184" sldId="270"/>
            <ac:spMk id="20" creationId="{4D232515-C3F7-4E49-9DF3-85B7F5890AC1}"/>
          </ac:spMkLst>
        </pc:spChg>
        <pc:spChg chg="add mod">
          <ac:chgData name="Sam O'Neill" userId="cb323814-a42a-4cfe-bc74-03f595e56f6e" providerId="ADAL" clId="{756DCA3B-7362-4DE0-BDCB-9FEED5385CBF}" dt="2023-04-24T10:58:03.592" v="356" actId="1076"/>
          <ac:spMkLst>
            <pc:docMk/>
            <pc:sldMk cId="836586184" sldId="270"/>
            <ac:spMk id="21" creationId="{328AF199-0926-27D1-41F3-7A4E9C920089}"/>
          </ac:spMkLst>
        </pc:spChg>
        <pc:spChg chg="add mod">
          <ac:chgData name="Sam O'Neill" userId="cb323814-a42a-4cfe-bc74-03f595e56f6e" providerId="ADAL" clId="{756DCA3B-7362-4DE0-BDCB-9FEED5385CBF}" dt="2023-04-24T11:30:40.901" v="642" actId="1037"/>
          <ac:spMkLst>
            <pc:docMk/>
            <pc:sldMk cId="836586184" sldId="270"/>
            <ac:spMk id="22" creationId="{6C32FC23-3535-7B6A-3218-6D643810E23E}"/>
          </ac:spMkLst>
        </pc:spChg>
        <pc:spChg chg="add mod">
          <ac:chgData name="Sam O'Neill" userId="cb323814-a42a-4cfe-bc74-03f595e56f6e" providerId="ADAL" clId="{756DCA3B-7362-4DE0-BDCB-9FEED5385CBF}" dt="2023-04-24T10:58:21.527" v="361" actId="1076"/>
          <ac:spMkLst>
            <pc:docMk/>
            <pc:sldMk cId="836586184" sldId="270"/>
            <ac:spMk id="23" creationId="{DD6CB663-BFAB-1D9A-E92C-7D5755806DEF}"/>
          </ac:spMkLst>
        </pc:spChg>
        <pc:picChg chg="add mod">
          <ac:chgData name="Sam O'Neill" userId="cb323814-a42a-4cfe-bc74-03f595e56f6e" providerId="ADAL" clId="{756DCA3B-7362-4DE0-BDCB-9FEED5385CBF}" dt="2023-04-24T11:30:38.278" v="637" actId="1038"/>
          <ac:picMkLst>
            <pc:docMk/>
            <pc:sldMk cId="836586184" sldId="270"/>
            <ac:picMk id="5" creationId="{BA3D0DB1-F21E-5C6C-221C-D47FB3E03097}"/>
          </ac:picMkLst>
        </pc:picChg>
      </pc:sldChg>
      <pc:sldChg chg="addSp delSp modSp new mod">
        <pc:chgData name="Sam O'Neill" userId="cb323814-a42a-4cfe-bc74-03f595e56f6e" providerId="ADAL" clId="{756DCA3B-7362-4DE0-BDCB-9FEED5385CBF}" dt="2023-04-24T11:46:12.577" v="727" actId="14100"/>
        <pc:sldMkLst>
          <pc:docMk/>
          <pc:sldMk cId="3872406526" sldId="271"/>
        </pc:sldMkLst>
        <pc:spChg chg="del">
          <ac:chgData name="Sam O'Neill" userId="cb323814-a42a-4cfe-bc74-03f595e56f6e" providerId="ADAL" clId="{756DCA3B-7362-4DE0-BDCB-9FEED5385CBF}" dt="2023-04-24T11:44:02.645" v="645" actId="478"/>
          <ac:spMkLst>
            <pc:docMk/>
            <pc:sldMk cId="3872406526" sldId="271"/>
            <ac:spMk id="2" creationId="{4359DBA4-3646-9CE9-C8D3-EAB1FD98B1C8}"/>
          </ac:spMkLst>
        </pc:spChg>
        <pc:spChg chg="del">
          <ac:chgData name="Sam O'Neill" userId="cb323814-a42a-4cfe-bc74-03f595e56f6e" providerId="ADAL" clId="{756DCA3B-7362-4DE0-BDCB-9FEED5385CBF}" dt="2023-04-24T11:44:03.292" v="646" actId="478"/>
          <ac:spMkLst>
            <pc:docMk/>
            <pc:sldMk cId="3872406526" sldId="271"/>
            <ac:spMk id="3" creationId="{44DEC690-00EE-4ED8-09E7-CDECC0D27EFE}"/>
          </ac:spMkLst>
        </pc:spChg>
        <pc:spChg chg="add mod">
          <ac:chgData name="Sam O'Neill" userId="cb323814-a42a-4cfe-bc74-03f595e56f6e" providerId="ADAL" clId="{756DCA3B-7362-4DE0-BDCB-9FEED5385CBF}" dt="2023-04-24T11:44:18.865" v="658" actId="1076"/>
          <ac:spMkLst>
            <pc:docMk/>
            <pc:sldMk cId="3872406526" sldId="271"/>
            <ac:spMk id="6" creationId="{618A8A8C-C90F-01B2-2B8A-1B5AB4DEAEBC}"/>
          </ac:spMkLst>
        </pc:spChg>
        <pc:spChg chg="add mod">
          <ac:chgData name="Sam O'Neill" userId="cb323814-a42a-4cfe-bc74-03f595e56f6e" providerId="ADAL" clId="{756DCA3B-7362-4DE0-BDCB-9FEED5385CBF}" dt="2023-04-24T11:44:26.748" v="673" actId="20577"/>
          <ac:spMkLst>
            <pc:docMk/>
            <pc:sldMk cId="3872406526" sldId="271"/>
            <ac:spMk id="7" creationId="{1F51EF07-0B2A-C850-628C-814BA7880CD1}"/>
          </ac:spMkLst>
        </pc:spChg>
        <pc:spChg chg="add mod">
          <ac:chgData name="Sam O'Neill" userId="cb323814-a42a-4cfe-bc74-03f595e56f6e" providerId="ADAL" clId="{756DCA3B-7362-4DE0-BDCB-9FEED5385CBF}" dt="2023-04-24T11:44:36.828" v="699" actId="20577"/>
          <ac:spMkLst>
            <pc:docMk/>
            <pc:sldMk cId="3872406526" sldId="271"/>
            <ac:spMk id="8" creationId="{4BD12EF8-A738-D8CD-684F-5A5A0A7E588F}"/>
          </ac:spMkLst>
        </pc:spChg>
        <pc:picChg chg="add">
          <ac:chgData name="Sam O'Neill" userId="cb323814-a42a-4cfe-bc74-03f595e56f6e" providerId="ADAL" clId="{756DCA3B-7362-4DE0-BDCB-9FEED5385CBF}" dt="2023-04-24T11:43:59.239" v="644" actId="22"/>
          <ac:picMkLst>
            <pc:docMk/>
            <pc:sldMk cId="3872406526" sldId="271"/>
            <ac:picMk id="5" creationId="{49F2DC89-4BB5-BF6B-204E-AFBF39EBCD82}"/>
          </ac:picMkLst>
        </pc:picChg>
        <pc:cxnChg chg="add mod">
          <ac:chgData name="Sam O'Neill" userId="cb323814-a42a-4cfe-bc74-03f595e56f6e" providerId="ADAL" clId="{756DCA3B-7362-4DE0-BDCB-9FEED5385CBF}" dt="2023-04-24T11:46:04.536" v="725" actId="14100"/>
          <ac:cxnSpMkLst>
            <pc:docMk/>
            <pc:sldMk cId="3872406526" sldId="271"/>
            <ac:cxnSpMk id="10" creationId="{3E1A47B7-432C-057B-23A7-40499DCADB94}"/>
          </ac:cxnSpMkLst>
        </pc:cxnChg>
        <pc:cxnChg chg="add mod">
          <ac:chgData name="Sam O'Neill" userId="cb323814-a42a-4cfe-bc74-03f595e56f6e" providerId="ADAL" clId="{756DCA3B-7362-4DE0-BDCB-9FEED5385CBF}" dt="2023-04-24T11:45:58.769" v="724" actId="14100"/>
          <ac:cxnSpMkLst>
            <pc:docMk/>
            <pc:sldMk cId="3872406526" sldId="271"/>
            <ac:cxnSpMk id="12" creationId="{4DC46428-EB14-95B2-5F6C-D7C9C3B5DB4E}"/>
          </ac:cxnSpMkLst>
        </pc:cxnChg>
        <pc:cxnChg chg="add mod">
          <ac:chgData name="Sam O'Neill" userId="cb323814-a42a-4cfe-bc74-03f595e56f6e" providerId="ADAL" clId="{756DCA3B-7362-4DE0-BDCB-9FEED5385CBF}" dt="2023-04-24T11:45:41.176" v="722" actId="14100"/>
          <ac:cxnSpMkLst>
            <pc:docMk/>
            <pc:sldMk cId="3872406526" sldId="271"/>
            <ac:cxnSpMk id="15" creationId="{D1CA21D5-31A8-9EFC-726F-85C3E17DE542}"/>
          </ac:cxnSpMkLst>
        </pc:cxnChg>
        <pc:cxnChg chg="add mod">
          <ac:chgData name="Sam O'Neill" userId="cb323814-a42a-4cfe-bc74-03f595e56f6e" providerId="ADAL" clId="{756DCA3B-7362-4DE0-BDCB-9FEED5385CBF}" dt="2023-04-24T11:45:39.161" v="721" actId="14100"/>
          <ac:cxnSpMkLst>
            <pc:docMk/>
            <pc:sldMk cId="3872406526" sldId="271"/>
            <ac:cxnSpMk id="19" creationId="{60E16FD0-2AFE-28D9-A9D0-9F73F979226D}"/>
          </ac:cxnSpMkLst>
        </pc:cxnChg>
        <pc:cxnChg chg="add mod">
          <ac:chgData name="Sam O'Neill" userId="cb323814-a42a-4cfe-bc74-03f595e56f6e" providerId="ADAL" clId="{756DCA3B-7362-4DE0-BDCB-9FEED5385CBF}" dt="2023-04-24T11:46:12.577" v="727" actId="14100"/>
          <ac:cxnSpMkLst>
            <pc:docMk/>
            <pc:sldMk cId="3872406526" sldId="271"/>
            <ac:cxnSpMk id="22" creationId="{6D4647C7-C035-6FC6-4873-F5AAFF867762}"/>
          </ac:cxnSpMkLst>
        </pc:cxnChg>
      </pc:sldChg>
      <pc:sldMasterChg chg="addSp modSp mod">
        <pc:chgData name="Sam O'Neill" userId="cb323814-a42a-4cfe-bc74-03f595e56f6e" providerId="ADAL" clId="{756DCA3B-7362-4DE0-BDCB-9FEED5385CBF}" dt="2023-04-21T14:32:55.776" v="113"/>
        <pc:sldMasterMkLst>
          <pc:docMk/>
          <pc:sldMasterMk cId="3289259959" sldId="2147483648"/>
        </pc:sldMasterMkLst>
        <pc:spChg chg="add mod ord modVis">
          <ac:chgData name="Sam O'Neill" userId="cb323814-a42a-4cfe-bc74-03f595e56f6e" providerId="ADAL" clId="{756DCA3B-7362-4DE0-BDCB-9FEED5385CBF}" dt="2023-04-21T14:32:55.776" v="113"/>
          <ac:spMkLst>
            <pc:docMk/>
            <pc:sldMasterMk cId="3289259959" sldId="2147483648"/>
            <ac:spMk id="7" creationId="{48E82AF4-18E6-D61E-5E0F-D37481720A93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8B768-9954-C26F-2DF7-CABC36BBB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B7558-1DB6-9F60-82EA-DC09B9E16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1D0F11-5452-E293-F850-544BB811F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D1606-7E0B-4710-9594-3298E980EECB}" type="datetimeFigureOut">
              <a:rPr lang="en-GB" smtClean="0"/>
              <a:t>24/04/2023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4D5D6-351D-CFA9-6A7D-A9C1B0BE7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6E49D1-5D41-4366-7FD2-97EECBE79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15423-4830-410C-9F63-CB6E71D6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128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962BE-E91C-8677-1163-4048E4D48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C4C2D-6120-229C-E1EF-0EC3FDEB6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D11B93-252D-7A70-D2B9-8101FB741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D1606-7E0B-4710-9594-3298E980EECB}" type="datetimeFigureOut">
              <a:rPr lang="en-GB" smtClean="0"/>
              <a:t>24/04/2023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83621-4614-C0E7-77B4-A2655E8F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793E2-CD9A-234F-FA35-F324F72FF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15423-4830-410C-9F63-CB6E71D6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3430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2484F-E46E-EB3D-3EB9-D8E310DBD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BF39DD-0780-5DC5-008C-67FE34295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7B05-EAA5-1068-A2DA-849C49835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D1606-7E0B-4710-9594-3298E980EECB}" type="datetimeFigureOut">
              <a:rPr lang="en-GB" smtClean="0"/>
              <a:t>24/04/2023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140DB-B5BD-23B6-F7BF-2BAAD20C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D4179-27CC-C0D9-9BEF-77F04F7BF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15423-4830-410C-9F63-CB6E71D6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337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0F17F-D06A-2802-CA99-C420313F2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5EE78-8BA3-8AA2-75C1-67561A2B4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7B5E10-FB22-7853-7A4E-4ABAAF69D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430F6D-CF1D-2AA9-5EF8-50D9735823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D1606-7E0B-4710-9594-3298E980EECB}" type="datetimeFigureOut">
              <a:rPr lang="en-GB" smtClean="0"/>
              <a:t>24/04/2023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31B42-4A62-6632-934C-45D540450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7265CB-3158-AC86-E1D5-47EC6EA6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15423-4830-410C-9F63-CB6E71D6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959923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974E0-73B5-426C-BE8A-A7D1ABB9B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7BE98-DEC9-B00D-14E1-C709FEF42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3B8D4D-F70E-A54F-61E8-939845FE5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55C493-323A-5E1E-572D-3C2C0BCA4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BE42B-BFE3-F643-AF96-DE7755073F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49D37D-6628-DACE-E377-3B7EEBE7B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D1606-7E0B-4710-9594-3298E980EECB}" type="datetimeFigureOut">
              <a:rPr lang="en-GB" smtClean="0"/>
              <a:t>24/04/2023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04AD1E-9260-1ACB-62CE-500DC7428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4D0D24-D2A2-59E5-31F0-6C4E28290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15423-4830-410C-9F63-CB6E71D6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1572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43501-0E42-E28D-BF6A-DDA9FF9B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A8C63C-255F-79FD-D5E4-83BF2AA10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D1606-7E0B-4710-9594-3298E980EECB}" type="datetimeFigureOut">
              <a:rPr lang="en-GB" smtClean="0"/>
              <a:t>24/04/2023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B6A8E7-A973-C6F7-0EF5-B50334D5D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751264-CA25-5039-D162-98469C37B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15423-4830-410C-9F63-CB6E71D6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7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76EBBA-20D4-23B7-68E3-5C65A633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D1606-7E0B-4710-9594-3298E980EECB}" type="datetimeFigureOut">
              <a:rPr lang="en-GB" smtClean="0"/>
              <a:t>24/04/2023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194D15-7251-2A75-51B1-8FFA952F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F2493-D66E-8CC7-1D6B-277E63FD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15423-4830-410C-9F63-CB6E71D6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5894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FFE7B-77A5-6ED8-275F-58736CC9C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C01D4-AF8F-E5F5-25C6-BBC21FADB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E2089-7F4A-68E8-C65E-C7949A4EA5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E0C03-91B0-9647-043D-52F465352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D1606-7E0B-4710-9594-3298E980EECB}" type="datetimeFigureOut">
              <a:rPr lang="en-GB" smtClean="0"/>
              <a:t>24/04/2023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13FFC2-788D-8B44-2723-E48318570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EB75C-6798-CDE8-B69F-49A2CE88A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15423-4830-410C-9F63-CB6E71D6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605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DA592-DEAD-130B-AA46-D9A4D75D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384471-862E-39A2-42A2-72C081BAF4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3778CF-46A4-467B-0970-B86196E180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251F4-DB6A-67C6-4D94-46015E589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D1606-7E0B-4710-9594-3298E980EECB}" type="datetimeFigureOut">
              <a:rPr lang="en-GB" smtClean="0"/>
              <a:t>24/04/2023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FA8CEA-DB73-700A-946A-48840BB3F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0261A-B4B2-0A71-888B-A0CEDA88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15423-4830-410C-9F63-CB6E71D6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081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213D8-3DD1-E1A6-1895-6684BFADB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292C64-F691-48F8-AE0F-6B4EA85523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05632-B173-7FE9-0F39-9335200BB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D1606-7E0B-4710-9594-3298E980EECB}" type="datetimeFigureOut">
              <a:rPr lang="en-GB" smtClean="0"/>
              <a:t>24/04/2023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9A63-4548-40C3-3791-40261B498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2C3B8C-C9A1-1234-1CFA-4AB795F4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15423-4830-410C-9F63-CB6E71D6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48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C51487-2AF9-CDF9-D4F7-EE4DE35F35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C3EF2-700D-A73B-EFA7-49B9CDB83A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459FC-B260-BA72-C060-D45B1BE7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D1606-7E0B-4710-9594-3298E980EECB}" type="datetimeFigureOut">
              <a:rPr lang="en-GB" smtClean="0"/>
              <a:t>24/04/2023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64D1E-6519-4C6D-4CC3-57926904D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594C2-F41E-75C5-183A-C8187C051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15423-4830-410C-9F63-CB6E71D6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3028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4913D6-4B52-8419-0858-F2CFA16EA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C695C-9273-7476-8327-9D70C71893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7BB1E-6860-BA6B-5C9B-59AC170580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6D1606-7E0B-4710-9594-3298E980EECB}" type="datetimeFigureOut">
              <a:rPr lang="en-GB" smtClean="0"/>
              <a:t>24/04/2023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36171-20A9-C61A-E4CB-4B458C5253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CD103-9392-6E23-B304-04C9B3C29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E15423-4830-410C-9F63-CB6E71D6CC1F}" type="slidenum">
              <a:rPr lang="en-GB" smtClean="0"/>
              <a:t>‹#›</a:t>
            </a:fld>
            <a:endParaRPr lang="en-GB"/>
          </a:p>
        </p:txBody>
      </p:sp>
      <p:sp>
        <p:nvSpPr>
          <p:cNvPr id="7" name="MSIPCMContentMarking" descr="{&quot;HashCode&quot;:269818377,&quot;Placement&quot;:&quot;Footer&quot;}">
            <a:extLst>
              <a:ext uri="{FF2B5EF4-FFF2-40B4-BE49-F238E27FC236}">
                <a16:creationId xmlns:a16="http://schemas.microsoft.com/office/drawing/2014/main" id="{48E82AF4-18E6-D61E-5E0F-D37481720A93}"/>
              </a:ext>
            </a:extLst>
          </p:cNvPr>
          <p:cNvSpPr txBox="1"/>
          <p:nvPr userDrawn="1"/>
        </p:nvSpPr>
        <p:spPr>
          <a:xfrm>
            <a:off x="0" y="6561475"/>
            <a:ext cx="1522472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GB" sz="1200">
                <a:solidFill>
                  <a:srgbClr val="000000"/>
                </a:solidFill>
                <a:latin typeface="Calibri" panose="020F0502020204030204" pitchFamily="34" charset="0"/>
              </a:rPr>
              <a:t>Sensitivity: Internal</a:t>
            </a:r>
          </a:p>
        </p:txBody>
      </p:sp>
    </p:spTree>
    <p:extLst>
      <p:ext uri="{BB962C8B-B14F-4D97-AF65-F5344CB8AC3E}">
        <p14:creationId xmlns:p14="http://schemas.microsoft.com/office/powerpoint/2010/main" val="3289259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8DF7628-CC96-654C-C620-061A9B077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678" y="809479"/>
            <a:ext cx="8554644" cy="20957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A52697-5779-B231-A4D5-0DFC6A9B9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0625" y="3524110"/>
            <a:ext cx="8230749" cy="200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017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AC2D17-5CF5-4050-37E1-A004DD2B3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9670" y="271301"/>
            <a:ext cx="8487960" cy="23148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A5FA5C-EC02-7335-7AB6-EC0583A32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915" y="2390630"/>
            <a:ext cx="8202170" cy="20767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F59216C-2F09-211B-0BB5-68D07E6FB7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968" y="4643328"/>
            <a:ext cx="8364117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59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AD06903-DDED-E1C0-90F5-93DB13446B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1556" y="642806"/>
            <a:ext cx="8335538" cy="18766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7F9E70-1D34-6908-0C5B-AAEBBC11D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063" y="3043102"/>
            <a:ext cx="8821381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407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9197E6D-78E4-D60E-2CEC-EF40FB687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617532"/>
            <a:ext cx="5486401" cy="11416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34E891C-BB21-5165-4A32-4F5A2E4CE5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1265" y="2023266"/>
            <a:ext cx="5501136" cy="11416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F1AC51-F6C3-9D1C-412E-DA504ECA9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429000"/>
            <a:ext cx="5486401" cy="10873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E30FCDE-D3E9-2308-A6D4-6032AD8E5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801074"/>
            <a:ext cx="5486401" cy="107549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F523EDD-7E98-BBFB-6F5E-A883FADD6945}"/>
              </a:ext>
            </a:extLst>
          </p:cNvPr>
          <p:cNvSpPr txBox="1"/>
          <p:nvPr/>
        </p:nvSpPr>
        <p:spPr>
          <a:xfrm>
            <a:off x="8012683" y="340533"/>
            <a:ext cx="1638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onsolas" panose="020B0609020204030204" pitchFamily="49" charset="0"/>
              </a:rPr>
              <a:t>72 &lt; 41 = False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47A7BC-A63A-4E44-C653-3C455AC46F17}"/>
              </a:ext>
            </a:extLst>
          </p:cNvPr>
          <p:cNvSpPr txBox="1"/>
          <p:nvPr/>
        </p:nvSpPr>
        <p:spPr>
          <a:xfrm>
            <a:off x="9441433" y="2023266"/>
            <a:ext cx="1638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onsolas" panose="020B0609020204030204" pitchFamily="49" charset="0"/>
              </a:rPr>
              <a:t>72 &lt; 65 = False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EBBD065-D14A-73F7-28A7-C4F9FBDE6F58}"/>
              </a:ext>
            </a:extLst>
          </p:cNvPr>
          <p:cNvSpPr txBox="1"/>
          <p:nvPr/>
        </p:nvSpPr>
        <p:spPr>
          <a:xfrm>
            <a:off x="10553701" y="3706010"/>
            <a:ext cx="16382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onsolas" panose="020B0609020204030204" pitchFamily="49" charset="0"/>
              </a:rPr>
              <a:t>72 &lt; 91 = True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36AE79-1ED8-51D6-D7E0-0B46319D80FE}"/>
              </a:ext>
            </a:extLst>
          </p:cNvPr>
          <p:cNvSpPr txBox="1"/>
          <p:nvPr/>
        </p:nvSpPr>
        <p:spPr>
          <a:xfrm>
            <a:off x="10191752" y="5902826"/>
            <a:ext cx="1057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latin typeface="Consolas" panose="020B0609020204030204" pitchFamily="49" charset="0"/>
              </a:rPr>
              <a:t>Item Found</a:t>
            </a:r>
          </a:p>
        </p:txBody>
      </p:sp>
    </p:spTree>
    <p:extLst>
      <p:ext uri="{BB962C8B-B14F-4D97-AF65-F5344CB8AC3E}">
        <p14:creationId xmlns:p14="http://schemas.microsoft.com/office/powerpoint/2010/main" val="366525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A62174A-F200-F9EF-31E6-7F79D0506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98" y="1099812"/>
            <a:ext cx="10240804" cy="4658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E42292-528F-BF9C-9193-D813838632C3}"/>
              </a:ext>
            </a:extLst>
          </p:cNvPr>
          <p:cNvSpPr txBox="1"/>
          <p:nvPr/>
        </p:nvSpPr>
        <p:spPr>
          <a:xfrm>
            <a:off x="2371725" y="5101709"/>
            <a:ext cx="3223959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(a) Height 2 - Efficient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260FA9-1A04-E6F3-34B8-0018A3DB739B}"/>
              </a:ext>
            </a:extLst>
          </p:cNvPr>
          <p:cNvSpPr txBox="1"/>
          <p:nvPr/>
        </p:nvSpPr>
        <p:spPr>
          <a:xfrm>
            <a:off x="7496175" y="5105400"/>
            <a:ext cx="3477234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GB">
                <a:latin typeface="Consolas" panose="020B0609020204030204" pitchFamily="49" charset="0"/>
              </a:rPr>
              <a:t>(b) Height 4 </a:t>
            </a:r>
            <a:r>
              <a:rPr lang="en-GB" dirty="0">
                <a:latin typeface="Consolas" panose="020B0609020204030204" pitchFamily="49" charset="0"/>
              </a:rPr>
              <a:t>- Inefficient</a:t>
            </a:r>
          </a:p>
        </p:txBody>
      </p:sp>
    </p:spTree>
    <p:extLst>
      <p:ext uri="{BB962C8B-B14F-4D97-AF65-F5344CB8AC3E}">
        <p14:creationId xmlns:p14="http://schemas.microsoft.com/office/powerpoint/2010/main" val="2756443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710EB84-E83F-3F2D-EA40-20090BE1A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83" y="604443"/>
            <a:ext cx="9202434" cy="5649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368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CD5933D-4268-F3C2-D86E-BE137C330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152" y="1485629"/>
            <a:ext cx="8573696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940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ACAB73-06C6-0126-D781-7EF1E9167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8537"/>
            <a:ext cx="12192000" cy="268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0892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ACAB73-06C6-0126-D781-7EF1E9167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8537"/>
            <a:ext cx="12192000" cy="2680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FFE5FD-2325-71D4-A5E0-93D8A2FBDEF3}"/>
              </a:ext>
            </a:extLst>
          </p:cNvPr>
          <p:cNvSpPr txBox="1"/>
          <p:nvPr/>
        </p:nvSpPr>
        <p:spPr>
          <a:xfrm>
            <a:off x="482885" y="38117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42D4D-C2B0-E8FC-24E4-FA158084054B}"/>
              </a:ext>
            </a:extLst>
          </p:cNvPr>
          <p:cNvSpPr txBox="1"/>
          <p:nvPr/>
        </p:nvSpPr>
        <p:spPr>
          <a:xfrm>
            <a:off x="4744949" y="436128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89116-F0EC-BE92-FA49-0426761C2B9B}"/>
              </a:ext>
            </a:extLst>
          </p:cNvPr>
          <p:cNvSpPr txBox="1"/>
          <p:nvPr/>
        </p:nvSpPr>
        <p:spPr>
          <a:xfrm>
            <a:off x="3890481" y="38117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EA228-FA22-F48E-E3D0-CCA15CEE3FD4}"/>
              </a:ext>
            </a:extLst>
          </p:cNvPr>
          <p:cNvSpPr txBox="1"/>
          <p:nvPr/>
        </p:nvSpPr>
        <p:spPr>
          <a:xfrm>
            <a:off x="2183258" y="324433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BA96F9-8CB6-0054-63FB-F1F6FB1ADA14}"/>
              </a:ext>
            </a:extLst>
          </p:cNvPr>
          <p:cNvSpPr txBox="1"/>
          <p:nvPr/>
        </p:nvSpPr>
        <p:spPr>
          <a:xfrm>
            <a:off x="7298077" y="386308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47DB55-1934-0494-2DD6-851106D0EAA1}"/>
              </a:ext>
            </a:extLst>
          </p:cNvPr>
          <p:cNvSpPr txBox="1"/>
          <p:nvPr/>
        </p:nvSpPr>
        <p:spPr>
          <a:xfrm>
            <a:off x="9817981" y="4400130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E35E7C-27A5-83CE-7439-5F427253C60B}"/>
              </a:ext>
            </a:extLst>
          </p:cNvPr>
          <p:cNvSpPr txBox="1"/>
          <p:nvPr/>
        </p:nvSpPr>
        <p:spPr>
          <a:xfrm>
            <a:off x="11562875" y="4400130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015D0-CAC5-1808-009D-A8A27A2EE5A0}"/>
              </a:ext>
            </a:extLst>
          </p:cNvPr>
          <p:cNvSpPr txBox="1"/>
          <p:nvPr/>
        </p:nvSpPr>
        <p:spPr>
          <a:xfrm>
            <a:off x="9013172" y="3244333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EA7F9-3366-F17A-1A28-079E53DE3489}"/>
              </a:ext>
            </a:extLst>
          </p:cNvPr>
          <p:cNvSpPr txBox="1"/>
          <p:nvPr/>
        </p:nvSpPr>
        <p:spPr>
          <a:xfrm>
            <a:off x="10705673" y="38117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B6C176-636D-988A-F66E-89979726CD91}"/>
              </a:ext>
            </a:extLst>
          </p:cNvPr>
          <p:cNvSpPr txBox="1"/>
          <p:nvPr/>
        </p:nvSpPr>
        <p:spPr>
          <a:xfrm>
            <a:off x="5581522" y="26903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Consolas" panose="020B0609020204030204" pitchFamily="49" charset="0"/>
              </a:rPr>
              <a:t>3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20A8F10-E1A0-A578-EA97-4BF12E5FEA85}"/>
              </a:ext>
            </a:extLst>
          </p:cNvPr>
          <p:cNvCxnSpPr>
            <a:cxnSpLocks/>
          </p:cNvCxnSpPr>
          <p:nvPr/>
        </p:nvCxnSpPr>
        <p:spPr>
          <a:xfrm>
            <a:off x="2571750" y="3098006"/>
            <a:ext cx="1247775" cy="416719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EBB8A9A-73C2-CE77-672A-A0669380C5FD}"/>
              </a:ext>
            </a:extLst>
          </p:cNvPr>
          <p:cNvCxnSpPr>
            <a:cxnSpLocks/>
          </p:cNvCxnSpPr>
          <p:nvPr/>
        </p:nvCxnSpPr>
        <p:spPr>
          <a:xfrm>
            <a:off x="4238088" y="3717528"/>
            <a:ext cx="460118" cy="302022"/>
          </a:xfrm>
          <a:prstGeom prst="line">
            <a:avLst/>
          </a:prstGeom>
          <a:ln w="571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9517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ACAB73-06C6-0126-D781-7EF1E9167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8537"/>
            <a:ext cx="12192000" cy="2680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FFE5FD-2325-71D4-A5E0-93D8A2FBDEF3}"/>
              </a:ext>
            </a:extLst>
          </p:cNvPr>
          <p:cNvSpPr txBox="1"/>
          <p:nvPr/>
        </p:nvSpPr>
        <p:spPr>
          <a:xfrm>
            <a:off x="482885" y="38117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42D4D-C2B0-E8FC-24E4-FA158084054B}"/>
              </a:ext>
            </a:extLst>
          </p:cNvPr>
          <p:cNvSpPr txBox="1"/>
          <p:nvPr/>
        </p:nvSpPr>
        <p:spPr>
          <a:xfrm>
            <a:off x="4744949" y="436128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89116-F0EC-BE92-FA49-0426761C2B9B}"/>
              </a:ext>
            </a:extLst>
          </p:cNvPr>
          <p:cNvSpPr txBox="1"/>
          <p:nvPr/>
        </p:nvSpPr>
        <p:spPr>
          <a:xfrm>
            <a:off x="3890481" y="38117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EA228-FA22-F48E-E3D0-CCA15CEE3FD4}"/>
              </a:ext>
            </a:extLst>
          </p:cNvPr>
          <p:cNvSpPr txBox="1"/>
          <p:nvPr/>
        </p:nvSpPr>
        <p:spPr>
          <a:xfrm>
            <a:off x="2183258" y="324433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BA96F9-8CB6-0054-63FB-F1F6FB1ADA14}"/>
              </a:ext>
            </a:extLst>
          </p:cNvPr>
          <p:cNvSpPr txBox="1"/>
          <p:nvPr/>
        </p:nvSpPr>
        <p:spPr>
          <a:xfrm>
            <a:off x="7298077" y="386308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47DB55-1934-0494-2DD6-851106D0EAA1}"/>
              </a:ext>
            </a:extLst>
          </p:cNvPr>
          <p:cNvSpPr txBox="1"/>
          <p:nvPr/>
        </p:nvSpPr>
        <p:spPr>
          <a:xfrm>
            <a:off x="9817981" y="4400130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E35E7C-27A5-83CE-7439-5F427253C60B}"/>
              </a:ext>
            </a:extLst>
          </p:cNvPr>
          <p:cNvSpPr txBox="1"/>
          <p:nvPr/>
        </p:nvSpPr>
        <p:spPr>
          <a:xfrm>
            <a:off x="11562875" y="4400130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015D0-CAC5-1808-009D-A8A27A2EE5A0}"/>
              </a:ext>
            </a:extLst>
          </p:cNvPr>
          <p:cNvSpPr txBox="1"/>
          <p:nvPr/>
        </p:nvSpPr>
        <p:spPr>
          <a:xfrm>
            <a:off x="9013172" y="3244333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EA7F9-3366-F17A-1A28-079E53DE3489}"/>
              </a:ext>
            </a:extLst>
          </p:cNvPr>
          <p:cNvSpPr txBox="1"/>
          <p:nvPr/>
        </p:nvSpPr>
        <p:spPr>
          <a:xfrm>
            <a:off x="10705673" y="38117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B6C176-636D-988A-F66E-89979726CD91}"/>
              </a:ext>
            </a:extLst>
          </p:cNvPr>
          <p:cNvSpPr txBox="1"/>
          <p:nvPr/>
        </p:nvSpPr>
        <p:spPr>
          <a:xfrm>
            <a:off x="5581522" y="26903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351414-B0C7-73B4-CDEC-4219E721C3AE}"/>
              </a:ext>
            </a:extLst>
          </p:cNvPr>
          <p:cNvCxnSpPr>
            <a:cxnSpLocks/>
          </p:cNvCxnSpPr>
          <p:nvPr/>
        </p:nvCxnSpPr>
        <p:spPr>
          <a:xfrm flipH="1">
            <a:off x="3333963" y="3712102"/>
            <a:ext cx="492873" cy="302529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6FCC415-00F2-B33E-F49F-A9BBCB34E12E}"/>
              </a:ext>
            </a:extLst>
          </p:cNvPr>
          <p:cNvSpPr/>
          <p:nvPr/>
        </p:nvSpPr>
        <p:spPr>
          <a:xfrm>
            <a:off x="2952046" y="3946895"/>
            <a:ext cx="435724" cy="435724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8DD4CC-C087-B302-34CE-7366B1194FB4}"/>
              </a:ext>
            </a:extLst>
          </p:cNvPr>
          <p:cNvSpPr txBox="1"/>
          <p:nvPr/>
        </p:nvSpPr>
        <p:spPr>
          <a:xfrm>
            <a:off x="2896023" y="438261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5486804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ACAB73-06C6-0126-D781-7EF1E91677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8537"/>
            <a:ext cx="12192000" cy="268092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FFE5FD-2325-71D4-A5E0-93D8A2FBDEF3}"/>
              </a:ext>
            </a:extLst>
          </p:cNvPr>
          <p:cNvSpPr txBox="1"/>
          <p:nvPr/>
        </p:nvSpPr>
        <p:spPr>
          <a:xfrm>
            <a:off x="482885" y="38117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F42D4D-C2B0-E8FC-24E4-FA158084054B}"/>
              </a:ext>
            </a:extLst>
          </p:cNvPr>
          <p:cNvSpPr txBox="1"/>
          <p:nvPr/>
        </p:nvSpPr>
        <p:spPr>
          <a:xfrm>
            <a:off x="4744949" y="436128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B89116-F0EC-BE92-FA49-0426761C2B9B}"/>
              </a:ext>
            </a:extLst>
          </p:cNvPr>
          <p:cNvSpPr txBox="1"/>
          <p:nvPr/>
        </p:nvSpPr>
        <p:spPr>
          <a:xfrm>
            <a:off x="3890481" y="38117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2EA228-FA22-F48E-E3D0-CCA15CEE3FD4}"/>
              </a:ext>
            </a:extLst>
          </p:cNvPr>
          <p:cNvSpPr txBox="1"/>
          <p:nvPr/>
        </p:nvSpPr>
        <p:spPr>
          <a:xfrm>
            <a:off x="2183258" y="324433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BA96F9-8CB6-0054-63FB-F1F6FB1ADA14}"/>
              </a:ext>
            </a:extLst>
          </p:cNvPr>
          <p:cNvSpPr txBox="1"/>
          <p:nvPr/>
        </p:nvSpPr>
        <p:spPr>
          <a:xfrm>
            <a:off x="7298077" y="386308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47DB55-1934-0494-2DD6-851106D0EAA1}"/>
              </a:ext>
            </a:extLst>
          </p:cNvPr>
          <p:cNvSpPr txBox="1"/>
          <p:nvPr/>
        </p:nvSpPr>
        <p:spPr>
          <a:xfrm>
            <a:off x="9817981" y="4400130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E35E7C-27A5-83CE-7439-5F427253C60B}"/>
              </a:ext>
            </a:extLst>
          </p:cNvPr>
          <p:cNvSpPr txBox="1"/>
          <p:nvPr/>
        </p:nvSpPr>
        <p:spPr>
          <a:xfrm>
            <a:off x="11562875" y="4400130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9015D0-CAC5-1808-009D-A8A27A2EE5A0}"/>
              </a:ext>
            </a:extLst>
          </p:cNvPr>
          <p:cNvSpPr txBox="1"/>
          <p:nvPr/>
        </p:nvSpPr>
        <p:spPr>
          <a:xfrm>
            <a:off x="9013172" y="3244333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CEA7F9-3366-F17A-1A28-079E53DE3489}"/>
              </a:ext>
            </a:extLst>
          </p:cNvPr>
          <p:cNvSpPr txBox="1"/>
          <p:nvPr/>
        </p:nvSpPr>
        <p:spPr>
          <a:xfrm>
            <a:off x="10705673" y="381171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9D8720-18B9-6052-B2A0-0D49BBA0AAF3}"/>
              </a:ext>
            </a:extLst>
          </p:cNvPr>
          <p:cNvSpPr txBox="1"/>
          <p:nvPr/>
        </p:nvSpPr>
        <p:spPr>
          <a:xfrm>
            <a:off x="482885" y="295719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1C0EFD-3BD3-46E5-0349-56A6ED77E92B}"/>
              </a:ext>
            </a:extLst>
          </p:cNvPr>
          <p:cNvSpPr txBox="1"/>
          <p:nvPr/>
        </p:nvSpPr>
        <p:spPr>
          <a:xfrm>
            <a:off x="4738272" y="351943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C43AFA-B42F-3702-63B1-5B9FBEE221B1}"/>
              </a:ext>
            </a:extLst>
          </p:cNvPr>
          <p:cNvSpPr txBox="1"/>
          <p:nvPr/>
        </p:nvSpPr>
        <p:spPr>
          <a:xfrm>
            <a:off x="3909144" y="300235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37BC94-91FB-A823-FE4F-9B078CC0FAB2}"/>
              </a:ext>
            </a:extLst>
          </p:cNvPr>
          <p:cNvSpPr txBox="1"/>
          <p:nvPr/>
        </p:nvSpPr>
        <p:spPr>
          <a:xfrm>
            <a:off x="2183258" y="242809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5C0F66-D212-7E02-AA0B-C44C642D5EA5}"/>
              </a:ext>
            </a:extLst>
          </p:cNvPr>
          <p:cNvSpPr txBox="1"/>
          <p:nvPr/>
        </p:nvSpPr>
        <p:spPr>
          <a:xfrm>
            <a:off x="9817981" y="3519436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672BD5-42C5-740A-3DE1-CEBC24DFC767}"/>
              </a:ext>
            </a:extLst>
          </p:cNvPr>
          <p:cNvSpPr txBox="1"/>
          <p:nvPr/>
        </p:nvSpPr>
        <p:spPr>
          <a:xfrm>
            <a:off x="11540271" y="3519436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561C18-B9A7-EDF5-CEDC-289EC00352F4}"/>
              </a:ext>
            </a:extLst>
          </p:cNvPr>
          <p:cNvSpPr txBox="1"/>
          <p:nvPr/>
        </p:nvSpPr>
        <p:spPr>
          <a:xfrm>
            <a:off x="10705673" y="2996041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EF51D6F-91CE-768F-F05A-3E92F6766518}"/>
              </a:ext>
            </a:extLst>
          </p:cNvPr>
          <p:cNvSpPr txBox="1"/>
          <p:nvPr/>
        </p:nvSpPr>
        <p:spPr>
          <a:xfrm>
            <a:off x="5581522" y="2690335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E9E5343-AE72-3952-CF43-5B2B4CCEE02F}"/>
              </a:ext>
            </a:extLst>
          </p:cNvPr>
          <p:cNvSpPr txBox="1"/>
          <p:nvPr/>
        </p:nvSpPr>
        <p:spPr>
          <a:xfrm>
            <a:off x="7299353" y="2987524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BCECEA-F8C5-D14A-7965-B352DDB482D9}"/>
              </a:ext>
            </a:extLst>
          </p:cNvPr>
          <p:cNvSpPr txBox="1"/>
          <p:nvPr/>
        </p:nvSpPr>
        <p:spPr>
          <a:xfrm>
            <a:off x="9013172" y="242809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F90725-9B28-909C-B9C4-4D9282508927}"/>
              </a:ext>
            </a:extLst>
          </p:cNvPr>
          <p:cNvSpPr txBox="1"/>
          <p:nvPr/>
        </p:nvSpPr>
        <p:spPr>
          <a:xfrm>
            <a:off x="5581522" y="1835438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6AB6FAE-2A13-AA81-FB3B-89C0DEEA5DE3}"/>
              </a:ext>
            </a:extLst>
          </p:cNvPr>
          <p:cNvCxnSpPr>
            <a:cxnSpLocks/>
          </p:cNvCxnSpPr>
          <p:nvPr/>
        </p:nvCxnSpPr>
        <p:spPr>
          <a:xfrm flipH="1">
            <a:off x="3333963" y="3712102"/>
            <a:ext cx="492873" cy="302529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A09AED71-E045-C401-74E3-23D75D38DE8A}"/>
              </a:ext>
            </a:extLst>
          </p:cNvPr>
          <p:cNvSpPr/>
          <p:nvPr/>
        </p:nvSpPr>
        <p:spPr>
          <a:xfrm>
            <a:off x="2952046" y="3946895"/>
            <a:ext cx="435724" cy="435724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EF2F749-0CE9-78C7-3F56-66389634F5A4}"/>
              </a:ext>
            </a:extLst>
          </p:cNvPr>
          <p:cNvSpPr txBox="1"/>
          <p:nvPr/>
        </p:nvSpPr>
        <p:spPr>
          <a:xfrm>
            <a:off x="2896023" y="4382619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51184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05D2BD3-8AF3-C66E-89C2-4FF745634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88771"/>
            <a:ext cx="12192000" cy="32043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E2991C4-85A3-A28F-DCFD-39B317E6B5B3}"/>
              </a:ext>
            </a:extLst>
          </p:cNvPr>
          <p:cNvSpPr txBox="1"/>
          <p:nvPr/>
        </p:nvSpPr>
        <p:spPr>
          <a:xfrm>
            <a:off x="273335" y="385933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64EDB8-F876-0E1E-8695-F550DEEE2203}"/>
              </a:ext>
            </a:extLst>
          </p:cNvPr>
          <p:cNvSpPr txBox="1"/>
          <p:nvPr/>
        </p:nvSpPr>
        <p:spPr>
          <a:xfrm>
            <a:off x="5105531" y="5023796"/>
            <a:ext cx="260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D71A52-40BE-E931-C846-6ADDD7D7D9B5}"/>
              </a:ext>
            </a:extLst>
          </p:cNvPr>
          <p:cNvSpPr txBox="1"/>
          <p:nvPr/>
        </p:nvSpPr>
        <p:spPr>
          <a:xfrm>
            <a:off x="7283735" y="387795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352933-5918-0FF2-D21D-85F889693018}"/>
              </a:ext>
            </a:extLst>
          </p:cNvPr>
          <p:cNvSpPr txBox="1"/>
          <p:nvPr/>
        </p:nvSpPr>
        <p:spPr>
          <a:xfrm>
            <a:off x="9912635" y="4415907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F1BC62-4577-A852-4BB3-BFA20B4821E1}"/>
              </a:ext>
            </a:extLst>
          </p:cNvPr>
          <p:cNvSpPr txBox="1"/>
          <p:nvPr/>
        </p:nvSpPr>
        <p:spPr>
          <a:xfrm>
            <a:off x="11712860" y="44440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1036E4-5DD4-1EA2-7EBA-B31ABC9C10BD}"/>
              </a:ext>
            </a:extLst>
          </p:cNvPr>
          <p:cNvSpPr txBox="1"/>
          <p:nvPr/>
        </p:nvSpPr>
        <p:spPr>
          <a:xfrm>
            <a:off x="9036335" y="329564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AA4A91-661D-C0E5-88B3-2545EE1428A2}"/>
              </a:ext>
            </a:extLst>
          </p:cNvPr>
          <p:cNvSpPr txBox="1"/>
          <p:nvPr/>
        </p:nvSpPr>
        <p:spPr>
          <a:xfrm>
            <a:off x="10693685" y="387795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E69A2D-7B5E-82F7-F387-49C69A3FE0E2}"/>
              </a:ext>
            </a:extLst>
          </p:cNvPr>
          <p:cNvSpPr txBox="1"/>
          <p:nvPr/>
        </p:nvSpPr>
        <p:spPr>
          <a:xfrm>
            <a:off x="4645310" y="441873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0B600D-A061-B770-A835-F5DC598CB7DA}"/>
              </a:ext>
            </a:extLst>
          </p:cNvPr>
          <p:cNvSpPr txBox="1"/>
          <p:nvPr/>
        </p:nvSpPr>
        <p:spPr>
          <a:xfrm>
            <a:off x="2021173" y="329564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69A82-9A3D-F335-10A1-359403E1BA15}"/>
              </a:ext>
            </a:extLst>
          </p:cNvPr>
          <p:cNvSpPr txBox="1"/>
          <p:nvPr/>
        </p:nvSpPr>
        <p:spPr>
          <a:xfrm>
            <a:off x="10779410" y="306919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EFF0BD-4E89-7DB7-A0A7-0EA9C130544F}"/>
              </a:ext>
            </a:extLst>
          </p:cNvPr>
          <p:cNvSpPr txBox="1"/>
          <p:nvPr/>
        </p:nvSpPr>
        <p:spPr>
          <a:xfrm>
            <a:off x="8988710" y="250948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85E32B0-FB8A-3D9C-F510-4D6A66363A53}"/>
              </a:ext>
            </a:extLst>
          </p:cNvPr>
          <p:cNvSpPr txBox="1"/>
          <p:nvPr/>
        </p:nvSpPr>
        <p:spPr>
          <a:xfrm>
            <a:off x="7293260" y="303905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7B1AE3-0137-13E0-657A-05D99A465C4F}"/>
              </a:ext>
            </a:extLst>
          </p:cNvPr>
          <p:cNvSpPr txBox="1"/>
          <p:nvPr/>
        </p:nvSpPr>
        <p:spPr>
          <a:xfrm>
            <a:off x="273335" y="306059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D557D5-792F-76FD-0350-48B79CD57502}"/>
              </a:ext>
            </a:extLst>
          </p:cNvPr>
          <p:cNvSpPr txBox="1"/>
          <p:nvPr/>
        </p:nvSpPr>
        <p:spPr>
          <a:xfrm>
            <a:off x="1968785" y="250948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-2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F91CE6A-3975-F732-F342-CA239ADAEFF7}"/>
              </a:ext>
            </a:extLst>
          </p:cNvPr>
          <p:cNvSpPr txBox="1"/>
          <p:nvPr/>
        </p:nvSpPr>
        <p:spPr>
          <a:xfrm>
            <a:off x="5483510" y="1925763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-1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FA87B1-86B4-7982-99E6-4E06211A8C1B}"/>
              </a:ext>
            </a:extLst>
          </p:cNvPr>
          <p:cNvSpPr txBox="1"/>
          <p:nvPr/>
        </p:nvSpPr>
        <p:spPr>
          <a:xfrm>
            <a:off x="5105531" y="423124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5F39A5B-B2C7-3D65-2B8C-70C513FF8F36}"/>
              </a:ext>
            </a:extLst>
          </p:cNvPr>
          <p:cNvSpPr txBox="1"/>
          <p:nvPr/>
        </p:nvSpPr>
        <p:spPr>
          <a:xfrm>
            <a:off x="4597375" y="3664978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-1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7C10532-D919-637B-E8EC-7760E59AA4FF}"/>
              </a:ext>
            </a:extLst>
          </p:cNvPr>
          <p:cNvCxnSpPr>
            <a:cxnSpLocks/>
          </p:cNvCxnSpPr>
          <p:nvPr/>
        </p:nvCxnSpPr>
        <p:spPr>
          <a:xfrm flipV="1">
            <a:off x="4467474" y="4415907"/>
            <a:ext cx="187705" cy="240505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34B3A65F-56CA-E844-E942-5FC69A87DB0D}"/>
              </a:ext>
            </a:extLst>
          </p:cNvPr>
          <p:cNvSpPr/>
          <p:nvPr/>
        </p:nvSpPr>
        <p:spPr>
          <a:xfrm>
            <a:off x="4044778" y="4603831"/>
            <a:ext cx="435724" cy="435724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4CEBDE-18F1-5CD0-271A-7DC1D771E268}"/>
              </a:ext>
            </a:extLst>
          </p:cNvPr>
          <p:cNvSpPr txBox="1"/>
          <p:nvPr/>
        </p:nvSpPr>
        <p:spPr>
          <a:xfrm>
            <a:off x="4029534" y="5015917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-1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133BA0D-B6CF-DC90-C3D7-52ADFF30577C}"/>
              </a:ext>
            </a:extLst>
          </p:cNvPr>
          <p:cNvCxnSpPr>
            <a:cxnSpLocks/>
          </p:cNvCxnSpPr>
          <p:nvPr/>
        </p:nvCxnSpPr>
        <p:spPr>
          <a:xfrm flipV="1">
            <a:off x="3279132" y="3792259"/>
            <a:ext cx="402449" cy="242051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8FE1E179-F271-2008-422D-BD6416B26BE7}"/>
              </a:ext>
            </a:extLst>
          </p:cNvPr>
          <p:cNvSpPr/>
          <p:nvPr/>
        </p:nvSpPr>
        <p:spPr>
          <a:xfrm>
            <a:off x="2843408" y="4048121"/>
            <a:ext cx="435724" cy="435724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9C4F17E-6103-7DC6-9CFC-8E452EBF000C}"/>
              </a:ext>
            </a:extLst>
          </p:cNvPr>
          <p:cNvSpPr txBox="1"/>
          <p:nvPr/>
        </p:nvSpPr>
        <p:spPr>
          <a:xfrm>
            <a:off x="2747024" y="4497656"/>
            <a:ext cx="437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-1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3B64E259-3AF4-1A89-DC47-8651B59CF16C}"/>
              </a:ext>
            </a:extLst>
          </p:cNvPr>
          <p:cNvSpPr/>
          <p:nvPr/>
        </p:nvSpPr>
        <p:spPr>
          <a:xfrm>
            <a:off x="7805933" y="5543546"/>
            <a:ext cx="435724" cy="435724"/>
          </a:xfrm>
          <a:prstGeom prst="ellipse">
            <a:avLst/>
          </a:prstGeom>
          <a:noFill/>
          <a:ln w="3810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58CD6A2-B49D-8AAF-718C-AEFC3A3DBD8B}"/>
              </a:ext>
            </a:extLst>
          </p:cNvPr>
          <p:cNvSpPr txBox="1"/>
          <p:nvPr/>
        </p:nvSpPr>
        <p:spPr>
          <a:xfrm>
            <a:off x="8332463" y="5555618"/>
            <a:ext cx="2672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Child is NULL (i.e. no child)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4B48287E-6187-8D32-194D-56D22DE7872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998" y="3318094"/>
            <a:ext cx="915021" cy="7535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5FCDFF-F841-72D2-5E9F-20058CD8FB6A}"/>
              </a:ext>
            </a:extLst>
          </p:cNvPr>
          <p:cNvSpPr txBox="1"/>
          <p:nvPr/>
        </p:nvSpPr>
        <p:spPr>
          <a:xfrm>
            <a:off x="3778535" y="385933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C7BB66-5202-FA65-EE22-3AD75F65F28B}"/>
              </a:ext>
            </a:extLst>
          </p:cNvPr>
          <p:cNvSpPr txBox="1"/>
          <p:nvPr/>
        </p:nvSpPr>
        <p:spPr>
          <a:xfrm>
            <a:off x="3740435" y="3069192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-2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37AB489-D076-D1E1-4C08-47175DE80B73}"/>
              </a:ext>
            </a:extLst>
          </p:cNvPr>
          <p:cNvSpPr txBox="1"/>
          <p:nvPr/>
        </p:nvSpPr>
        <p:spPr>
          <a:xfrm>
            <a:off x="5521610" y="2748794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416095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3D0DB1-F21E-5C6C-221C-D47FB3E03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10429"/>
            <a:ext cx="12192000" cy="26371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C7DB41-3E77-182A-9C12-5B297A7846BF}"/>
              </a:ext>
            </a:extLst>
          </p:cNvPr>
          <p:cNvSpPr txBox="1"/>
          <p:nvPr/>
        </p:nvSpPr>
        <p:spPr>
          <a:xfrm>
            <a:off x="273335" y="385933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1F7882-700C-25AE-2B8F-F08F981F05BA}"/>
              </a:ext>
            </a:extLst>
          </p:cNvPr>
          <p:cNvSpPr txBox="1"/>
          <p:nvPr/>
        </p:nvSpPr>
        <p:spPr>
          <a:xfrm>
            <a:off x="2845085" y="44159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029C76-E40D-46AB-3963-D5E5CFECDDEF}"/>
              </a:ext>
            </a:extLst>
          </p:cNvPr>
          <p:cNvSpPr txBox="1"/>
          <p:nvPr/>
        </p:nvSpPr>
        <p:spPr>
          <a:xfrm>
            <a:off x="4616735" y="441590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01A61A-B2A8-DF15-D43F-8BB7EF1157DD}"/>
              </a:ext>
            </a:extLst>
          </p:cNvPr>
          <p:cNvSpPr txBox="1"/>
          <p:nvPr/>
        </p:nvSpPr>
        <p:spPr>
          <a:xfrm>
            <a:off x="7188485" y="387795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BA7DCC-6678-DB72-FB02-B9086701D78F}"/>
              </a:ext>
            </a:extLst>
          </p:cNvPr>
          <p:cNvSpPr txBox="1"/>
          <p:nvPr/>
        </p:nvSpPr>
        <p:spPr>
          <a:xfrm>
            <a:off x="9817385" y="4415907"/>
            <a:ext cx="311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4B9B10-C794-E149-C514-26F6986DF21D}"/>
              </a:ext>
            </a:extLst>
          </p:cNvPr>
          <p:cNvSpPr txBox="1"/>
          <p:nvPr/>
        </p:nvSpPr>
        <p:spPr>
          <a:xfrm>
            <a:off x="11589035" y="4444051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1D2A76-CE5F-D562-3069-52BABD45E76A}"/>
              </a:ext>
            </a:extLst>
          </p:cNvPr>
          <p:cNvSpPr txBox="1"/>
          <p:nvPr/>
        </p:nvSpPr>
        <p:spPr>
          <a:xfrm>
            <a:off x="2006885" y="3339582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E28B3B-A10B-5D1E-4878-3D90E187E43D}"/>
              </a:ext>
            </a:extLst>
          </p:cNvPr>
          <p:cNvSpPr txBox="1"/>
          <p:nvPr/>
        </p:nvSpPr>
        <p:spPr>
          <a:xfrm>
            <a:off x="8960135" y="329564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043AC0-8BAE-062B-DECD-539E5A4C3205}"/>
              </a:ext>
            </a:extLst>
          </p:cNvPr>
          <p:cNvSpPr txBox="1"/>
          <p:nvPr/>
        </p:nvSpPr>
        <p:spPr>
          <a:xfrm>
            <a:off x="10693685" y="3877956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DDF2BD-EB58-EB4C-3C30-66F3CDEFBC52}"/>
              </a:ext>
            </a:extLst>
          </p:cNvPr>
          <p:cNvSpPr txBox="1"/>
          <p:nvPr/>
        </p:nvSpPr>
        <p:spPr>
          <a:xfrm>
            <a:off x="3778535" y="385933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6193A37-514F-E08F-379D-76B3F327B343}"/>
              </a:ext>
            </a:extLst>
          </p:cNvPr>
          <p:cNvSpPr txBox="1"/>
          <p:nvPr/>
        </p:nvSpPr>
        <p:spPr>
          <a:xfrm>
            <a:off x="5483510" y="273538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064159-036F-118D-C868-EF0132984D8F}"/>
              </a:ext>
            </a:extLst>
          </p:cNvPr>
          <p:cNvSpPr txBox="1"/>
          <p:nvPr/>
        </p:nvSpPr>
        <p:spPr>
          <a:xfrm>
            <a:off x="3778535" y="3059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6E56CE-4186-A76B-89F7-904A0241452E}"/>
              </a:ext>
            </a:extLst>
          </p:cNvPr>
          <p:cNvSpPr txBox="1"/>
          <p:nvPr/>
        </p:nvSpPr>
        <p:spPr>
          <a:xfrm>
            <a:off x="10693685" y="3059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C8198D3-612B-961F-C139-6B6E6D982393}"/>
              </a:ext>
            </a:extLst>
          </p:cNvPr>
          <p:cNvSpPr txBox="1"/>
          <p:nvPr/>
        </p:nvSpPr>
        <p:spPr>
          <a:xfrm>
            <a:off x="8902985" y="250948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-1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D232515-C3F7-4E49-9DF3-85B7F5890AC1}"/>
              </a:ext>
            </a:extLst>
          </p:cNvPr>
          <p:cNvSpPr txBox="1"/>
          <p:nvPr/>
        </p:nvSpPr>
        <p:spPr>
          <a:xfrm>
            <a:off x="7217060" y="303905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8AF199-0926-27D1-41F3-7A4E9C920089}"/>
              </a:ext>
            </a:extLst>
          </p:cNvPr>
          <p:cNvSpPr txBox="1"/>
          <p:nvPr/>
        </p:nvSpPr>
        <p:spPr>
          <a:xfrm>
            <a:off x="273335" y="306059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32FC23-3535-7B6A-3218-6D643810E23E}"/>
              </a:ext>
            </a:extLst>
          </p:cNvPr>
          <p:cNvSpPr txBox="1"/>
          <p:nvPr/>
        </p:nvSpPr>
        <p:spPr>
          <a:xfrm>
            <a:off x="1959260" y="2509487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D6CB663-BFAB-1D9A-E92C-7D5755806DEF}"/>
              </a:ext>
            </a:extLst>
          </p:cNvPr>
          <p:cNvSpPr txBox="1"/>
          <p:nvPr/>
        </p:nvSpPr>
        <p:spPr>
          <a:xfrm>
            <a:off x="5483510" y="1925763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00B050"/>
                </a:solidFill>
                <a:latin typeface="Consolas" panose="020B06090202040302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8365861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F2DC89-4BB5-BF6B-204E-AFBF39EBCD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3627"/>
            <a:ext cx="12192000" cy="32507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18A8A8C-C90F-01B2-2B8A-1B5AB4DEAEBC}"/>
              </a:ext>
            </a:extLst>
          </p:cNvPr>
          <p:cNvSpPr txBox="1"/>
          <p:nvPr/>
        </p:nvSpPr>
        <p:spPr>
          <a:xfrm>
            <a:off x="1066800" y="5054373"/>
            <a:ext cx="1324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Free Tree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1EF07-0B2A-C850-628C-814BA7880CD1}"/>
              </a:ext>
            </a:extLst>
          </p:cNvPr>
          <p:cNvSpPr txBox="1"/>
          <p:nvPr/>
        </p:nvSpPr>
        <p:spPr>
          <a:xfrm>
            <a:off x="5304998" y="5054373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Not Connected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D12EF8-A738-D8CD-684F-5A5A0A7E588F}"/>
              </a:ext>
            </a:extLst>
          </p:cNvPr>
          <p:cNvSpPr txBox="1"/>
          <p:nvPr/>
        </p:nvSpPr>
        <p:spPr>
          <a:xfrm>
            <a:off x="9294250" y="5054373"/>
            <a:ext cx="2210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onsolas" panose="020B0609020204030204" pitchFamily="49" charset="0"/>
              </a:rPr>
              <a:t>Contains a cycle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E1A47B7-432C-057B-23A7-40499DCADB94}"/>
              </a:ext>
            </a:extLst>
          </p:cNvPr>
          <p:cNvCxnSpPr>
            <a:cxnSpLocks/>
          </p:cNvCxnSpPr>
          <p:nvPr/>
        </p:nvCxnSpPr>
        <p:spPr>
          <a:xfrm flipV="1">
            <a:off x="9639300" y="2859881"/>
            <a:ext cx="228600" cy="66266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C46428-EB14-95B2-5F6C-D7C9C3B5DB4E}"/>
              </a:ext>
            </a:extLst>
          </p:cNvPr>
          <p:cNvCxnSpPr>
            <a:cxnSpLocks/>
          </p:cNvCxnSpPr>
          <p:nvPr/>
        </p:nvCxnSpPr>
        <p:spPr>
          <a:xfrm flipV="1">
            <a:off x="9847660" y="2657475"/>
            <a:ext cx="658415" cy="2190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1CA21D5-31A8-9EFC-726F-85C3E17DE542}"/>
              </a:ext>
            </a:extLst>
          </p:cNvPr>
          <p:cNvCxnSpPr>
            <a:cxnSpLocks/>
          </p:cNvCxnSpPr>
          <p:nvPr/>
        </p:nvCxnSpPr>
        <p:spPr>
          <a:xfrm flipH="1" flipV="1">
            <a:off x="10506075" y="2657475"/>
            <a:ext cx="200025" cy="6445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0E16FD0-2AFE-28D9-A9D0-9F73F979226D}"/>
              </a:ext>
            </a:extLst>
          </p:cNvPr>
          <p:cNvCxnSpPr>
            <a:cxnSpLocks/>
          </p:cNvCxnSpPr>
          <p:nvPr/>
        </p:nvCxnSpPr>
        <p:spPr>
          <a:xfrm flipV="1">
            <a:off x="10467975" y="3302000"/>
            <a:ext cx="238125" cy="66040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D4647C7-C035-6FC6-4873-F5AAFF867762}"/>
              </a:ext>
            </a:extLst>
          </p:cNvPr>
          <p:cNvCxnSpPr>
            <a:cxnSpLocks/>
          </p:cNvCxnSpPr>
          <p:nvPr/>
        </p:nvCxnSpPr>
        <p:spPr>
          <a:xfrm flipH="1" flipV="1">
            <a:off x="9622631" y="3521075"/>
            <a:ext cx="840581" cy="43009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24065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</TotalTime>
  <Words>142</Words>
  <Application>Microsoft Office PowerPoint</Application>
  <PresentationFormat>Widescreen</PresentationFormat>
  <Paragraphs>92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 O'Neill</dc:creator>
  <cp:lastModifiedBy>Sam O'Neill</cp:lastModifiedBy>
  <cp:revision>1</cp:revision>
  <dcterms:created xsi:type="dcterms:W3CDTF">2023-04-21T14:17:41Z</dcterms:created>
  <dcterms:modified xsi:type="dcterms:W3CDTF">2023-04-24T11:46:13Z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47d098f-2640-4837-b575-e0be04df0525_Enabled">
    <vt:lpwstr>True</vt:lpwstr>
  </property>
  <property fmtid="{D5CDD505-2E9C-101B-9397-08002B2CF9AE}" pid="3" name="MSIP_Label_b47d098f-2640-4837-b575-e0be04df0525_SiteId">
    <vt:lpwstr>98f1bb3a-5efa-4782-88ba-bd897db60e62</vt:lpwstr>
  </property>
  <property fmtid="{D5CDD505-2E9C-101B-9397-08002B2CF9AE}" pid="4" name="MSIP_Label_b47d098f-2640-4837-b575-e0be04df0525_Owner">
    <vt:lpwstr>TCSR529@derby.ac.uk</vt:lpwstr>
  </property>
  <property fmtid="{D5CDD505-2E9C-101B-9397-08002B2CF9AE}" pid="5" name="MSIP_Label_b47d098f-2640-4837-b575-e0be04df0525_SetDate">
    <vt:lpwstr>2023-04-21T14:32:55.7363385Z</vt:lpwstr>
  </property>
  <property fmtid="{D5CDD505-2E9C-101B-9397-08002B2CF9AE}" pid="6" name="MSIP_Label_b47d098f-2640-4837-b575-e0be04df0525_Name">
    <vt:lpwstr>Internal</vt:lpwstr>
  </property>
  <property fmtid="{D5CDD505-2E9C-101B-9397-08002B2CF9AE}" pid="7" name="MSIP_Label_b47d098f-2640-4837-b575-e0be04df0525_Application">
    <vt:lpwstr>Microsoft Azure Information Protection</vt:lpwstr>
  </property>
  <property fmtid="{D5CDD505-2E9C-101B-9397-08002B2CF9AE}" pid="8" name="MSIP_Label_b47d098f-2640-4837-b575-e0be04df0525_Extended_MSFT_Method">
    <vt:lpwstr>Automatic</vt:lpwstr>
  </property>
  <property fmtid="{D5CDD505-2E9C-101B-9397-08002B2CF9AE}" pid="9" name="MSIP_Label_501a0944-9d81-4c75-b857-2ec7863455b7_Enabled">
    <vt:lpwstr>True</vt:lpwstr>
  </property>
  <property fmtid="{D5CDD505-2E9C-101B-9397-08002B2CF9AE}" pid="10" name="MSIP_Label_501a0944-9d81-4c75-b857-2ec7863455b7_SiteId">
    <vt:lpwstr>98f1bb3a-5efa-4782-88ba-bd897db60e62</vt:lpwstr>
  </property>
  <property fmtid="{D5CDD505-2E9C-101B-9397-08002B2CF9AE}" pid="11" name="MSIP_Label_501a0944-9d81-4c75-b857-2ec7863455b7_Owner">
    <vt:lpwstr>TCSR529@derby.ac.uk</vt:lpwstr>
  </property>
  <property fmtid="{D5CDD505-2E9C-101B-9397-08002B2CF9AE}" pid="12" name="MSIP_Label_501a0944-9d81-4c75-b857-2ec7863455b7_SetDate">
    <vt:lpwstr>2023-04-21T14:32:55.7363385Z</vt:lpwstr>
  </property>
  <property fmtid="{D5CDD505-2E9C-101B-9397-08002B2CF9AE}" pid="13" name="MSIP_Label_501a0944-9d81-4c75-b857-2ec7863455b7_Name">
    <vt:lpwstr>Internal with visible marking</vt:lpwstr>
  </property>
  <property fmtid="{D5CDD505-2E9C-101B-9397-08002B2CF9AE}" pid="14" name="MSIP_Label_501a0944-9d81-4c75-b857-2ec7863455b7_Application">
    <vt:lpwstr>Microsoft Azure Information Protection</vt:lpwstr>
  </property>
  <property fmtid="{D5CDD505-2E9C-101B-9397-08002B2CF9AE}" pid="15" name="MSIP_Label_501a0944-9d81-4c75-b857-2ec7863455b7_Parent">
    <vt:lpwstr>b47d098f-2640-4837-b575-e0be04df0525</vt:lpwstr>
  </property>
  <property fmtid="{D5CDD505-2E9C-101B-9397-08002B2CF9AE}" pid="16" name="MSIP_Label_501a0944-9d81-4c75-b857-2ec7863455b7_Extended_MSFT_Method">
    <vt:lpwstr>Automatic</vt:lpwstr>
  </property>
  <property fmtid="{D5CDD505-2E9C-101B-9397-08002B2CF9AE}" pid="17" name="Sensitivity">
    <vt:lpwstr>Internal Internal with visible marking</vt:lpwstr>
  </property>
</Properties>
</file>