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91" r:id="rId16"/>
    <p:sldId id="393" r:id="rId17"/>
    <p:sldId id="394" r:id="rId18"/>
    <p:sldId id="399" r:id="rId19"/>
    <p:sldId id="395" r:id="rId20"/>
    <p:sldId id="400" r:id="rId21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C504E-BFBE-4D85-BDFA-C0814B225F32}" v="65" dt="2023-04-20T14:02:26.719"/>
    <p1510:client id="{91D778C9-74E3-4CC4-9617-5FF49C6B54D8}" v="135" dt="2023-04-21T12:47:21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867C504E-BFBE-4D85-BDFA-C0814B225F32}"/>
    <pc:docChg chg="undo custSel addSld modSld">
      <pc:chgData name="Sam O'Neill" userId="cb323814-a42a-4cfe-bc74-03f595e56f6e" providerId="ADAL" clId="{867C504E-BFBE-4D85-BDFA-C0814B225F32}" dt="2023-04-20T14:02:49.137" v="337" actId="20577"/>
      <pc:docMkLst>
        <pc:docMk/>
      </pc:docMkLst>
      <pc:sldChg chg="addSp delSp modSp new mod">
        <pc:chgData name="Sam O'Neill" userId="cb323814-a42a-4cfe-bc74-03f595e56f6e" providerId="ADAL" clId="{867C504E-BFBE-4D85-BDFA-C0814B225F32}" dt="2023-04-20T13:41:51.882" v="199" actId="1076"/>
        <pc:sldMkLst>
          <pc:docMk/>
          <pc:sldMk cId="2689730320" sldId="256"/>
        </pc:sldMkLst>
        <pc:spChg chg="del">
          <ac:chgData name="Sam O'Neill" userId="cb323814-a42a-4cfe-bc74-03f595e56f6e" providerId="ADAL" clId="{867C504E-BFBE-4D85-BDFA-C0814B225F32}" dt="2023-04-20T13:14:02.119" v="2" actId="478"/>
          <ac:spMkLst>
            <pc:docMk/>
            <pc:sldMk cId="2689730320" sldId="256"/>
            <ac:spMk id="2" creationId="{FEDBC7D1-7845-B8A7-0C77-5A3D5BC2BD65}"/>
          </ac:spMkLst>
        </pc:spChg>
        <pc:spChg chg="del">
          <ac:chgData name="Sam O'Neill" userId="cb323814-a42a-4cfe-bc74-03f595e56f6e" providerId="ADAL" clId="{867C504E-BFBE-4D85-BDFA-C0814B225F32}" dt="2023-04-20T13:14:05.665" v="3" actId="478"/>
          <ac:spMkLst>
            <pc:docMk/>
            <pc:sldMk cId="2689730320" sldId="256"/>
            <ac:spMk id="3" creationId="{1D26C1D1-2CB2-A26F-D9A7-3336476FDBFB}"/>
          </ac:spMkLst>
        </pc:spChg>
        <pc:picChg chg="add mod">
          <ac:chgData name="Sam O'Neill" userId="cb323814-a42a-4cfe-bc74-03f595e56f6e" providerId="ADAL" clId="{867C504E-BFBE-4D85-BDFA-C0814B225F32}" dt="2023-04-20T13:14:07.033" v="4" actId="1076"/>
          <ac:picMkLst>
            <pc:docMk/>
            <pc:sldMk cId="2689730320" sldId="256"/>
            <ac:picMk id="5" creationId="{D403EF88-1DE5-CAF4-BFD8-79636637FB35}"/>
          </ac:picMkLst>
        </pc:picChg>
        <pc:picChg chg="add del">
          <ac:chgData name="Sam O'Neill" userId="cb323814-a42a-4cfe-bc74-03f595e56f6e" providerId="ADAL" clId="{867C504E-BFBE-4D85-BDFA-C0814B225F32}" dt="2023-04-20T13:16:53.242" v="8" actId="478"/>
          <ac:picMkLst>
            <pc:docMk/>
            <pc:sldMk cId="2689730320" sldId="256"/>
            <ac:picMk id="7" creationId="{37D6EFF0-6E0C-CBD5-ACC5-A7FFEE4022AC}"/>
          </ac:picMkLst>
        </pc:picChg>
        <pc:picChg chg="add mod">
          <ac:chgData name="Sam O'Neill" userId="cb323814-a42a-4cfe-bc74-03f595e56f6e" providerId="ADAL" clId="{867C504E-BFBE-4D85-BDFA-C0814B225F32}" dt="2023-04-20T13:16:59.968" v="11" actId="1076"/>
          <ac:picMkLst>
            <pc:docMk/>
            <pc:sldMk cId="2689730320" sldId="256"/>
            <ac:picMk id="9" creationId="{AC16EF06-DE54-4E54-B5C3-F3A6B7A40924}"/>
          </ac:picMkLst>
        </pc:picChg>
        <pc:picChg chg="add del mod">
          <ac:chgData name="Sam O'Neill" userId="cb323814-a42a-4cfe-bc74-03f595e56f6e" providerId="ADAL" clId="{867C504E-BFBE-4D85-BDFA-C0814B225F32}" dt="2023-04-20T13:41:47.195" v="197" actId="22"/>
          <ac:picMkLst>
            <pc:docMk/>
            <pc:sldMk cId="2689730320" sldId="256"/>
            <ac:picMk id="54" creationId="{59D57AD8-0B80-BEF5-059D-1B8730FC5DD1}"/>
          </ac:picMkLst>
        </pc:picChg>
        <pc:picChg chg="add mod">
          <ac:chgData name="Sam O'Neill" userId="cb323814-a42a-4cfe-bc74-03f595e56f6e" providerId="ADAL" clId="{867C504E-BFBE-4D85-BDFA-C0814B225F32}" dt="2023-04-20T13:41:51.882" v="199" actId="1076"/>
          <ac:picMkLst>
            <pc:docMk/>
            <pc:sldMk cId="2689730320" sldId="256"/>
            <ac:picMk id="56" creationId="{CF4FB4E8-D1A6-D5C8-9BB7-033FA770EE42}"/>
          </ac:picMkLst>
        </pc:picChg>
        <pc:cxnChg chg="add del mod">
          <ac:chgData name="Sam O'Neill" userId="cb323814-a42a-4cfe-bc74-03f595e56f6e" providerId="ADAL" clId="{867C504E-BFBE-4D85-BDFA-C0814B225F32}" dt="2023-04-20T13:21:11.949" v="71" actId="478"/>
          <ac:cxnSpMkLst>
            <pc:docMk/>
            <pc:sldMk cId="2689730320" sldId="256"/>
            <ac:cxnSpMk id="11" creationId="{43E7BD8A-590B-D583-A610-2A4AF1A5FE8A}"/>
          </ac:cxnSpMkLst>
        </pc:cxnChg>
        <pc:cxnChg chg="add del mod">
          <ac:chgData name="Sam O'Neill" userId="cb323814-a42a-4cfe-bc74-03f595e56f6e" providerId="ADAL" clId="{867C504E-BFBE-4D85-BDFA-C0814B225F32}" dt="2023-04-20T13:21:12.725" v="72" actId="478"/>
          <ac:cxnSpMkLst>
            <pc:docMk/>
            <pc:sldMk cId="2689730320" sldId="256"/>
            <ac:cxnSpMk id="12" creationId="{403A0AC3-BE71-E54E-3ECE-6EEEDD590EF1}"/>
          </ac:cxnSpMkLst>
        </pc:cxnChg>
        <pc:cxnChg chg="add del mod">
          <ac:chgData name="Sam O'Neill" userId="cb323814-a42a-4cfe-bc74-03f595e56f6e" providerId="ADAL" clId="{867C504E-BFBE-4D85-BDFA-C0814B225F32}" dt="2023-04-20T13:21:11.413" v="70" actId="478"/>
          <ac:cxnSpMkLst>
            <pc:docMk/>
            <pc:sldMk cId="2689730320" sldId="256"/>
            <ac:cxnSpMk id="16" creationId="{FCFA54A3-B10A-12DE-095A-9811B5E29E92}"/>
          </ac:cxnSpMkLst>
        </pc:cxnChg>
        <pc:cxnChg chg="add del mod">
          <ac:chgData name="Sam O'Neill" userId="cb323814-a42a-4cfe-bc74-03f595e56f6e" providerId="ADAL" clId="{867C504E-BFBE-4D85-BDFA-C0814B225F32}" dt="2023-04-20T13:18:24.401" v="34" actId="478"/>
          <ac:cxnSpMkLst>
            <pc:docMk/>
            <pc:sldMk cId="2689730320" sldId="256"/>
            <ac:cxnSpMk id="20" creationId="{5304DF48-4ACE-DE94-6DCA-A93DABED26C7}"/>
          </ac:cxnSpMkLst>
        </pc:cxnChg>
        <pc:cxnChg chg="add del mod">
          <ac:chgData name="Sam O'Neill" userId="cb323814-a42a-4cfe-bc74-03f595e56f6e" providerId="ADAL" clId="{867C504E-BFBE-4D85-BDFA-C0814B225F32}" dt="2023-04-20T13:19:40.944" v="49" actId="478"/>
          <ac:cxnSpMkLst>
            <pc:docMk/>
            <pc:sldMk cId="2689730320" sldId="256"/>
            <ac:cxnSpMk id="28" creationId="{D4D0A1D0-5FC5-2C43-D093-28400DFE6E98}"/>
          </ac:cxnSpMkLst>
        </pc:cxnChg>
        <pc:cxnChg chg="add del mod">
          <ac:chgData name="Sam O'Neill" userId="cb323814-a42a-4cfe-bc74-03f595e56f6e" providerId="ADAL" clId="{867C504E-BFBE-4D85-BDFA-C0814B225F32}" dt="2023-04-20T13:21:10.581" v="69" actId="478"/>
          <ac:cxnSpMkLst>
            <pc:docMk/>
            <pc:sldMk cId="2689730320" sldId="256"/>
            <ac:cxnSpMk id="48" creationId="{E046203C-BD80-C6C9-253E-A7FB39323231}"/>
          </ac:cxnSpMkLst>
        </pc:cxnChg>
      </pc:sldChg>
      <pc:sldChg chg="addSp delSp modSp add mod">
        <pc:chgData name="Sam O'Neill" userId="cb323814-a42a-4cfe-bc74-03f595e56f6e" providerId="ADAL" clId="{867C504E-BFBE-4D85-BDFA-C0814B225F32}" dt="2023-04-20T13:45:37.241" v="204" actId="478"/>
        <pc:sldMkLst>
          <pc:docMk/>
          <pc:sldMk cId="1817943022" sldId="257"/>
        </pc:sldMkLst>
        <pc:spChg chg="add del mod">
          <ac:chgData name="Sam O'Neill" userId="cb323814-a42a-4cfe-bc74-03f595e56f6e" providerId="ADAL" clId="{867C504E-BFBE-4D85-BDFA-C0814B225F32}" dt="2023-04-20T13:26:30.908" v="186" actId="478"/>
          <ac:spMkLst>
            <pc:docMk/>
            <pc:sldMk cId="1817943022" sldId="257"/>
            <ac:spMk id="2" creationId="{4AECC36B-B0AE-B1EC-2D22-1793EFD4F266}"/>
          </ac:spMkLst>
        </pc:spChg>
        <pc:spChg chg="add del mod">
          <ac:chgData name="Sam O'Neill" userId="cb323814-a42a-4cfe-bc74-03f595e56f6e" providerId="ADAL" clId="{867C504E-BFBE-4D85-BDFA-C0814B225F32}" dt="2023-04-20T13:26:30.908" v="186" actId="478"/>
          <ac:spMkLst>
            <pc:docMk/>
            <pc:sldMk cId="1817943022" sldId="257"/>
            <ac:spMk id="3" creationId="{F7FE5BE9-5470-0C7B-82DC-36992E2A2697}"/>
          </ac:spMkLst>
        </pc:spChg>
        <pc:spChg chg="add mod">
          <ac:chgData name="Sam O'Neill" userId="cb323814-a42a-4cfe-bc74-03f595e56f6e" providerId="ADAL" clId="{867C504E-BFBE-4D85-BDFA-C0814B225F32}" dt="2023-04-20T13:26:31.068" v="187"/>
          <ac:spMkLst>
            <pc:docMk/>
            <pc:sldMk cId="1817943022" sldId="257"/>
            <ac:spMk id="4" creationId="{0BFED6D7-30C9-0D26-36E8-F301DE60BE8F}"/>
          </ac:spMkLst>
        </pc:spChg>
        <pc:spChg chg="add mod">
          <ac:chgData name="Sam O'Neill" userId="cb323814-a42a-4cfe-bc74-03f595e56f6e" providerId="ADAL" clId="{867C504E-BFBE-4D85-BDFA-C0814B225F32}" dt="2023-04-20T13:26:31.068" v="187"/>
          <ac:spMkLst>
            <pc:docMk/>
            <pc:sldMk cId="1817943022" sldId="257"/>
            <ac:spMk id="6" creationId="{01703A18-A830-44E5-E0C6-735BF93A9774}"/>
          </ac:spMkLst>
        </pc:spChg>
        <pc:picChg chg="mod">
          <ac:chgData name="Sam O'Neill" userId="cb323814-a42a-4cfe-bc74-03f595e56f6e" providerId="ADAL" clId="{867C504E-BFBE-4D85-BDFA-C0814B225F32}" dt="2023-04-20T13:22:26.583" v="97" actId="1076"/>
          <ac:picMkLst>
            <pc:docMk/>
            <pc:sldMk cId="1817943022" sldId="257"/>
            <ac:picMk id="5" creationId="{D403EF88-1DE5-CAF4-BFD8-79636637FB35}"/>
          </ac:picMkLst>
        </pc:picChg>
        <pc:picChg chg="add del mod">
          <ac:chgData name="Sam O'Neill" userId="cb323814-a42a-4cfe-bc74-03f595e56f6e" providerId="ADAL" clId="{867C504E-BFBE-4D85-BDFA-C0814B225F32}" dt="2023-04-20T13:41:44.776" v="195"/>
          <ac:picMkLst>
            <pc:docMk/>
            <pc:sldMk cId="1817943022" sldId="257"/>
            <ac:picMk id="7" creationId="{31D605E5-116C-B86B-1F5A-796D77536D8A}"/>
          </ac:picMkLst>
        </pc:picChg>
        <pc:picChg chg="add del mod">
          <ac:chgData name="Sam O'Neill" userId="cb323814-a42a-4cfe-bc74-03f595e56f6e" providerId="ADAL" clId="{867C504E-BFBE-4D85-BDFA-C0814B225F32}" dt="2023-04-20T13:45:37.241" v="204" actId="478"/>
          <ac:picMkLst>
            <pc:docMk/>
            <pc:sldMk cId="1817943022" sldId="257"/>
            <ac:picMk id="8" creationId="{6F68CDAE-8137-C8C2-FD4E-3F2439BEB92D}"/>
          </ac:picMkLst>
        </pc:picChg>
      </pc:sldChg>
      <pc:sldChg chg="addSp delSp modSp add mod">
        <pc:chgData name="Sam O'Neill" userId="cb323814-a42a-4cfe-bc74-03f595e56f6e" providerId="ADAL" clId="{867C504E-BFBE-4D85-BDFA-C0814B225F32}" dt="2023-04-20T13:45:38.353" v="205" actId="478"/>
        <pc:sldMkLst>
          <pc:docMk/>
          <pc:sldMk cId="2049176177" sldId="258"/>
        </pc:sldMkLst>
        <pc:spChg chg="mod">
          <ac:chgData name="Sam O'Neill" userId="cb323814-a42a-4cfe-bc74-03f595e56f6e" providerId="ADAL" clId="{867C504E-BFBE-4D85-BDFA-C0814B225F32}" dt="2023-04-20T13:23:22.315" v="111" actId="1038"/>
          <ac:spMkLst>
            <pc:docMk/>
            <pc:sldMk cId="2049176177" sldId="258"/>
            <ac:spMk id="2" creationId="{4AECC36B-B0AE-B1EC-2D22-1793EFD4F266}"/>
          </ac:spMkLst>
        </pc:spChg>
        <pc:spChg chg="mod">
          <ac:chgData name="Sam O'Neill" userId="cb323814-a42a-4cfe-bc74-03f595e56f6e" providerId="ADAL" clId="{867C504E-BFBE-4D85-BDFA-C0814B225F32}" dt="2023-04-20T13:25:36.155" v="162" actId="1076"/>
          <ac:spMkLst>
            <pc:docMk/>
            <pc:sldMk cId="2049176177" sldId="258"/>
            <ac:spMk id="3" creationId="{F7FE5BE9-5470-0C7B-82DC-36992E2A2697}"/>
          </ac:spMkLst>
        </pc:spChg>
        <pc:spChg chg="add mod">
          <ac:chgData name="Sam O'Neill" userId="cb323814-a42a-4cfe-bc74-03f595e56f6e" providerId="ADAL" clId="{867C504E-BFBE-4D85-BDFA-C0814B225F32}" dt="2023-04-20T13:24:50.114" v="140" actId="1076"/>
          <ac:spMkLst>
            <pc:docMk/>
            <pc:sldMk cId="2049176177" sldId="258"/>
            <ac:spMk id="4" creationId="{AC949B9F-4D28-64AB-74D7-A56B41EFE7D3}"/>
          </ac:spMkLst>
        </pc:spChg>
        <pc:spChg chg="add mod">
          <ac:chgData name="Sam O'Neill" userId="cb323814-a42a-4cfe-bc74-03f595e56f6e" providerId="ADAL" clId="{867C504E-BFBE-4D85-BDFA-C0814B225F32}" dt="2023-04-20T13:24:46.019" v="139" actId="1076"/>
          <ac:spMkLst>
            <pc:docMk/>
            <pc:sldMk cId="2049176177" sldId="258"/>
            <ac:spMk id="6" creationId="{05625BCC-9C60-D1A1-3A65-3B7DA48822FB}"/>
          </ac:spMkLst>
        </pc:spChg>
        <pc:spChg chg="add del mod">
          <ac:chgData name="Sam O'Neill" userId="cb323814-a42a-4cfe-bc74-03f595e56f6e" providerId="ADAL" clId="{867C504E-BFBE-4D85-BDFA-C0814B225F32}" dt="2023-04-20T13:24:24.566" v="136"/>
          <ac:spMkLst>
            <pc:docMk/>
            <pc:sldMk cId="2049176177" sldId="258"/>
            <ac:spMk id="7" creationId="{8C096EEF-3AB3-04AF-6E64-79B4F8CECD88}"/>
          </ac:spMkLst>
        </pc:spChg>
        <pc:spChg chg="add del mod">
          <ac:chgData name="Sam O'Neill" userId="cb323814-a42a-4cfe-bc74-03f595e56f6e" providerId="ADAL" clId="{867C504E-BFBE-4D85-BDFA-C0814B225F32}" dt="2023-04-20T13:24:24.566" v="136"/>
          <ac:spMkLst>
            <pc:docMk/>
            <pc:sldMk cId="2049176177" sldId="258"/>
            <ac:spMk id="8" creationId="{FCF3FE78-E061-30B2-AED9-6378113E02ED}"/>
          </ac:spMkLst>
        </pc:spChg>
        <pc:spChg chg="add mod">
          <ac:chgData name="Sam O'Neill" userId="cb323814-a42a-4cfe-bc74-03f595e56f6e" providerId="ADAL" clId="{867C504E-BFBE-4D85-BDFA-C0814B225F32}" dt="2023-04-20T13:24:34.027" v="138" actId="1076"/>
          <ac:spMkLst>
            <pc:docMk/>
            <pc:sldMk cId="2049176177" sldId="258"/>
            <ac:spMk id="10" creationId="{181CFC7A-0F1A-5218-A917-FC6433C33A84}"/>
          </ac:spMkLst>
        </pc:spChg>
        <pc:spChg chg="add mod">
          <ac:chgData name="Sam O'Neill" userId="cb323814-a42a-4cfe-bc74-03f595e56f6e" providerId="ADAL" clId="{867C504E-BFBE-4D85-BDFA-C0814B225F32}" dt="2023-04-20T13:24:56.358" v="147" actId="20577"/>
          <ac:spMkLst>
            <pc:docMk/>
            <pc:sldMk cId="2049176177" sldId="258"/>
            <ac:spMk id="11" creationId="{B593DBC9-989B-F40D-DB6C-E884A1B9DD9E}"/>
          </ac:spMkLst>
        </pc:spChg>
        <pc:picChg chg="add del mod">
          <ac:chgData name="Sam O'Neill" userId="cb323814-a42a-4cfe-bc74-03f595e56f6e" providerId="ADAL" clId="{867C504E-BFBE-4D85-BDFA-C0814B225F32}" dt="2023-04-20T13:41:44.200" v="194"/>
          <ac:picMkLst>
            <pc:docMk/>
            <pc:sldMk cId="2049176177" sldId="258"/>
            <ac:picMk id="12" creationId="{3ED41CA6-1C43-870B-51C4-9365C354AC59}"/>
          </ac:picMkLst>
        </pc:picChg>
        <pc:picChg chg="add del mod">
          <ac:chgData name="Sam O'Neill" userId="cb323814-a42a-4cfe-bc74-03f595e56f6e" providerId="ADAL" clId="{867C504E-BFBE-4D85-BDFA-C0814B225F32}" dt="2023-04-20T13:45:38.353" v="205" actId="478"/>
          <ac:picMkLst>
            <pc:docMk/>
            <pc:sldMk cId="2049176177" sldId="258"/>
            <ac:picMk id="13" creationId="{F9CB9D7E-5280-37F2-4D39-D8F88C1DB0D7}"/>
          </ac:picMkLst>
        </pc:picChg>
      </pc:sldChg>
      <pc:sldChg chg="addSp delSp modSp add mod">
        <pc:chgData name="Sam O'Neill" userId="cb323814-a42a-4cfe-bc74-03f595e56f6e" providerId="ADAL" clId="{867C504E-BFBE-4D85-BDFA-C0814B225F32}" dt="2023-04-20T13:45:36.219" v="203" actId="478"/>
        <pc:sldMkLst>
          <pc:docMk/>
          <pc:sldMk cId="1899130813" sldId="259"/>
        </pc:sldMkLst>
        <pc:spChg chg="add mod">
          <ac:chgData name="Sam O'Neill" userId="cb323814-a42a-4cfe-bc74-03f595e56f6e" providerId="ADAL" clId="{867C504E-BFBE-4D85-BDFA-C0814B225F32}" dt="2023-04-20T13:26:03.478" v="185" actId="208"/>
          <ac:spMkLst>
            <pc:docMk/>
            <pc:sldMk cId="1899130813" sldId="259"/>
            <ac:spMk id="7" creationId="{58A79F96-AF26-B275-7527-3C36EBE16A3D}"/>
          </ac:spMkLst>
        </pc:spChg>
        <pc:spChg chg="add mod">
          <ac:chgData name="Sam O'Neill" userId="cb323814-a42a-4cfe-bc74-03f595e56f6e" providerId="ADAL" clId="{867C504E-BFBE-4D85-BDFA-C0814B225F32}" dt="2023-04-20T13:25:58.138" v="184" actId="1037"/>
          <ac:spMkLst>
            <pc:docMk/>
            <pc:sldMk cId="1899130813" sldId="259"/>
            <ac:spMk id="8" creationId="{DDC2450C-4C8D-629E-8E61-BB050518C30A}"/>
          </ac:spMkLst>
        </pc:spChg>
        <pc:picChg chg="add del mod">
          <ac:chgData name="Sam O'Neill" userId="cb323814-a42a-4cfe-bc74-03f595e56f6e" providerId="ADAL" clId="{867C504E-BFBE-4D85-BDFA-C0814B225F32}" dt="2023-04-20T13:41:43.880" v="193"/>
          <ac:picMkLst>
            <pc:docMk/>
            <pc:sldMk cId="1899130813" sldId="259"/>
            <ac:picMk id="12" creationId="{8D0B8372-FF6B-8BEE-6729-C26569D1B9D7}"/>
          </ac:picMkLst>
        </pc:picChg>
        <pc:picChg chg="add del mod">
          <ac:chgData name="Sam O'Neill" userId="cb323814-a42a-4cfe-bc74-03f595e56f6e" providerId="ADAL" clId="{867C504E-BFBE-4D85-BDFA-C0814B225F32}" dt="2023-04-20T13:45:36.219" v="203" actId="478"/>
          <ac:picMkLst>
            <pc:docMk/>
            <pc:sldMk cId="1899130813" sldId="259"/>
            <ac:picMk id="13" creationId="{973154A8-979F-7664-4B16-9FB4858C2013}"/>
          </ac:picMkLst>
        </pc:picChg>
      </pc:sldChg>
      <pc:sldChg chg="addSp delSp modSp new mod">
        <pc:chgData name="Sam O'Neill" userId="cb323814-a42a-4cfe-bc74-03f595e56f6e" providerId="ADAL" clId="{867C504E-BFBE-4D85-BDFA-C0814B225F32}" dt="2023-04-20T14:02:49.137" v="337" actId="20577"/>
        <pc:sldMkLst>
          <pc:docMk/>
          <pc:sldMk cId="1449996291" sldId="260"/>
        </pc:sldMkLst>
        <pc:spChg chg="del">
          <ac:chgData name="Sam O'Neill" userId="cb323814-a42a-4cfe-bc74-03f595e56f6e" providerId="ADAL" clId="{867C504E-BFBE-4D85-BDFA-C0814B225F32}" dt="2023-04-20T13:49:46.346" v="207" actId="478"/>
          <ac:spMkLst>
            <pc:docMk/>
            <pc:sldMk cId="1449996291" sldId="260"/>
            <ac:spMk id="2" creationId="{8B003B62-BCD4-1ECC-A6ED-0505506165F8}"/>
          </ac:spMkLst>
        </pc:spChg>
        <pc:spChg chg="del">
          <ac:chgData name="Sam O'Neill" userId="cb323814-a42a-4cfe-bc74-03f595e56f6e" providerId="ADAL" clId="{867C504E-BFBE-4D85-BDFA-C0814B225F32}" dt="2023-04-20T13:49:46.346" v="207" actId="478"/>
          <ac:spMkLst>
            <pc:docMk/>
            <pc:sldMk cId="1449996291" sldId="260"/>
            <ac:spMk id="3" creationId="{14C353DB-B881-2DBA-A7BA-3CDDFC56EEDC}"/>
          </ac:spMkLst>
        </pc:spChg>
        <pc:spChg chg="add mod">
          <ac:chgData name="Sam O'Neill" userId="cb323814-a42a-4cfe-bc74-03f595e56f6e" providerId="ADAL" clId="{867C504E-BFBE-4D85-BDFA-C0814B225F32}" dt="2023-04-20T14:02:25.406" v="296" actId="1076"/>
          <ac:spMkLst>
            <pc:docMk/>
            <pc:sldMk cId="1449996291" sldId="260"/>
            <ac:spMk id="9" creationId="{F7501548-AFD0-EB73-7B89-2C0DA7DCCF5A}"/>
          </ac:spMkLst>
        </pc:spChg>
        <pc:spChg chg="add mod">
          <ac:chgData name="Sam O'Neill" userId="cb323814-a42a-4cfe-bc74-03f595e56f6e" providerId="ADAL" clId="{867C504E-BFBE-4D85-BDFA-C0814B225F32}" dt="2023-04-20T14:02:49.137" v="337" actId="20577"/>
          <ac:spMkLst>
            <pc:docMk/>
            <pc:sldMk cId="1449996291" sldId="260"/>
            <ac:spMk id="10" creationId="{5E808D00-B8D5-90C0-0B24-992BF4D89265}"/>
          </ac:spMkLst>
        </pc:spChg>
        <pc:picChg chg="add mod ord">
          <ac:chgData name="Sam O'Neill" userId="cb323814-a42a-4cfe-bc74-03f595e56f6e" providerId="ADAL" clId="{867C504E-BFBE-4D85-BDFA-C0814B225F32}" dt="2023-04-20T13:50:47.558" v="244" actId="1036"/>
          <ac:picMkLst>
            <pc:docMk/>
            <pc:sldMk cId="1449996291" sldId="260"/>
            <ac:picMk id="5" creationId="{2F506F88-7C85-3202-5CD4-0AF44598CC0E}"/>
          </ac:picMkLst>
        </pc:picChg>
        <pc:picChg chg="add mod">
          <ac:chgData name="Sam O'Neill" userId="cb323814-a42a-4cfe-bc74-03f595e56f6e" providerId="ADAL" clId="{867C504E-BFBE-4D85-BDFA-C0814B225F32}" dt="2023-04-20T13:51:12.966" v="245" actId="1076"/>
          <ac:picMkLst>
            <pc:docMk/>
            <pc:sldMk cId="1449996291" sldId="260"/>
            <ac:picMk id="7" creationId="{B40A302D-1A83-A5F4-93CE-39982DF5549C}"/>
          </ac:picMkLst>
        </pc:picChg>
        <pc:picChg chg="add mod">
          <ac:chgData name="Sam O'Neill" userId="cb323814-a42a-4cfe-bc74-03f595e56f6e" providerId="ADAL" clId="{867C504E-BFBE-4D85-BDFA-C0814B225F32}" dt="2023-04-20T13:50:02.198" v="214" actId="1076"/>
          <ac:picMkLst>
            <pc:docMk/>
            <pc:sldMk cId="1449996291" sldId="260"/>
            <ac:picMk id="8" creationId="{643FC5FD-6D28-041E-7894-CF40CEBC3B3A}"/>
          </ac:picMkLst>
        </pc:picChg>
      </pc:sldChg>
    </pc:docChg>
  </pc:docChgLst>
  <pc:docChgLst>
    <pc:chgData name="Sam O'Neill" userId="cb323814-a42a-4cfe-bc74-03f595e56f6e" providerId="ADAL" clId="{91D778C9-74E3-4CC4-9617-5FF49C6B54D8}"/>
    <pc:docChg chg="undo custSel addSld delSld modSld modMainMaster">
      <pc:chgData name="Sam O'Neill" userId="cb323814-a42a-4cfe-bc74-03f595e56f6e" providerId="ADAL" clId="{91D778C9-74E3-4CC4-9617-5FF49C6B54D8}" dt="2023-04-21T12:48:35.637" v="1133" actId="255"/>
      <pc:docMkLst>
        <pc:docMk/>
      </pc:docMkLst>
      <pc:sldChg chg="addSp delSp modSp mod">
        <pc:chgData name="Sam O'Neill" userId="cb323814-a42a-4cfe-bc74-03f595e56f6e" providerId="ADAL" clId="{91D778C9-74E3-4CC4-9617-5FF49C6B54D8}" dt="2023-04-21T09:57:43.738" v="667" actId="29295"/>
        <pc:sldMkLst>
          <pc:docMk/>
          <pc:sldMk cId="1449996291" sldId="260"/>
        </pc:sldMkLst>
        <pc:picChg chg="add mod">
          <ac:chgData name="Sam O'Neill" userId="cb323814-a42a-4cfe-bc74-03f595e56f6e" providerId="ADAL" clId="{91D778C9-74E3-4CC4-9617-5FF49C6B54D8}" dt="2023-04-21T09:56:29.976" v="656" actId="1076"/>
          <ac:picMkLst>
            <pc:docMk/>
            <pc:sldMk cId="1449996291" sldId="260"/>
            <ac:picMk id="2" creationId="{DEF9CAFE-2227-2B2E-E51E-A305B79220A8}"/>
          </ac:picMkLst>
        </pc:picChg>
        <pc:picChg chg="add mod">
          <ac:chgData name="Sam O'Neill" userId="cb323814-a42a-4cfe-bc74-03f595e56f6e" providerId="ADAL" clId="{91D778C9-74E3-4CC4-9617-5FF49C6B54D8}" dt="2023-04-21T09:57:43.738" v="667" actId="29295"/>
          <ac:picMkLst>
            <pc:docMk/>
            <pc:sldMk cId="1449996291" sldId="260"/>
            <ac:picMk id="4" creationId="{FD255281-D6B3-81BD-562C-A96EF79B2A19}"/>
          </ac:picMkLst>
        </pc:picChg>
        <pc:picChg chg="del">
          <ac:chgData name="Sam O'Neill" userId="cb323814-a42a-4cfe-bc74-03f595e56f6e" providerId="ADAL" clId="{91D778C9-74E3-4CC4-9617-5FF49C6B54D8}" dt="2023-04-21T09:56:21.226" v="654" actId="478"/>
          <ac:picMkLst>
            <pc:docMk/>
            <pc:sldMk cId="1449996291" sldId="260"/>
            <ac:picMk id="5" creationId="{2F506F88-7C85-3202-5CD4-0AF44598CC0E}"/>
          </ac:picMkLst>
        </pc:picChg>
        <pc:picChg chg="del">
          <ac:chgData name="Sam O'Neill" userId="cb323814-a42a-4cfe-bc74-03f595e56f6e" providerId="ADAL" clId="{91D778C9-74E3-4CC4-9617-5FF49C6B54D8}" dt="2023-04-21T09:56:14.962" v="652" actId="478"/>
          <ac:picMkLst>
            <pc:docMk/>
            <pc:sldMk cId="1449996291" sldId="260"/>
            <ac:picMk id="8" creationId="{643FC5FD-6D28-041E-7894-CF40CEBC3B3A}"/>
          </ac:picMkLst>
        </pc:picChg>
      </pc:sldChg>
      <pc:sldChg chg="addSp delSp modSp new mod">
        <pc:chgData name="Sam O'Neill" userId="cb323814-a42a-4cfe-bc74-03f595e56f6e" providerId="ADAL" clId="{91D778C9-74E3-4CC4-9617-5FF49C6B54D8}" dt="2023-04-21T09:31:05.268" v="587" actId="167"/>
        <pc:sldMkLst>
          <pc:docMk/>
          <pc:sldMk cId="1315823644" sldId="261"/>
        </pc:sldMkLst>
        <pc:spChg chg="del">
          <ac:chgData name="Sam O'Neill" userId="cb323814-a42a-4cfe-bc74-03f595e56f6e" providerId="ADAL" clId="{91D778C9-74E3-4CC4-9617-5FF49C6B54D8}" dt="2023-04-21T08:58:16.739" v="1" actId="478"/>
          <ac:spMkLst>
            <pc:docMk/>
            <pc:sldMk cId="1315823644" sldId="261"/>
            <ac:spMk id="2" creationId="{4211123D-BC51-1F2E-F679-9B048F725BA0}"/>
          </ac:spMkLst>
        </pc:spChg>
        <pc:spChg chg="del">
          <ac:chgData name="Sam O'Neill" userId="cb323814-a42a-4cfe-bc74-03f595e56f6e" providerId="ADAL" clId="{91D778C9-74E3-4CC4-9617-5FF49C6B54D8}" dt="2023-04-21T08:58:16.739" v="1" actId="478"/>
          <ac:spMkLst>
            <pc:docMk/>
            <pc:sldMk cId="1315823644" sldId="261"/>
            <ac:spMk id="3" creationId="{F14B05B9-8662-BB9D-6F25-A097A3AC3963}"/>
          </ac:spMkLst>
        </pc:spChg>
        <pc:spChg chg="add mod">
          <ac:chgData name="Sam O'Neill" userId="cb323814-a42a-4cfe-bc74-03f595e56f6e" providerId="ADAL" clId="{91D778C9-74E3-4CC4-9617-5FF49C6B54D8}" dt="2023-04-21T09:18:56.520" v="97" actId="1076"/>
          <ac:spMkLst>
            <pc:docMk/>
            <pc:sldMk cId="1315823644" sldId="261"/>
            <ac:spMk id="5" creationId="{3826874D-0576-7C3D-31BC-BA7F2954F74A}"/>
          </ac:spMkLst>
        </pc:spChg>
        <pc:spChg chg="add mod">
          <ac:chgData name="Sam O'Neill" userId="cb323814-a42a-4cfe-bc74-03f595e56f6e" providerId="ADAL" clId="{91D778C9-74E3-4CC4-9617-5FF49C6B54D8}" dt="2023-04-21T09:16:02.526" v="25" actId="20577"/>
          <ac:spMkLst>
            <pc:docMk/>
            <pc:sldMk cId="1315823644" sldId="261"/>
            <ac:spMk id="6" creationId="{DBBF76D4-AA7C-0706-3EAD-2B2820692302}"/>
          </ac:spMkLst>
        </pc:spChg>
        <pc:spChg chg="add mod">
          <ac:chgData name="Sam O'Neill" userId="cb323814-a42a-4cfe-bc74-03f595e56f6e" providerId="ADAL" clId="{91D778C9-74E3-4CC4-9617-5FF49C6B54D8}" dt="2023-04-21T09:16:08.700" v="29" actId="20577"/>
          <ac:spMkLst>
            <pc:docMk/>
            <pc:sldMk cId="1315823644" sldId="261"/>
            <ac:spMk id="7" creationId="{684B67F5-4DEC-E5C7-D331-BAA23E0F3DEA}"/>
          </ac:spMkLst>
        </pc:spChg>
        <pc:spChg chg="add mod">
          <ac:chgData name="Sam O'Neill" userId="cb323814-a42a-4cfe-bc74-03f595e56f6e" providerId="ADAL" clId="{91D778C9-74E3-4CC4-9617-5FF49C6B54D8}" dt="2023-04-21T09:16:19.549" v="34" actId="20577"/>
          <ac:spMkLst>
            <pc:docMk/>
            <pc:sldMk cId="1315823644" sldId="261"/>
            <ac:spMk id="8" creationId="{8D88F721-1654-C9D4-89BC-5829710A9750}"/>
          </ac:spMkLst>
        </pc:spChg>
        <pc:spChg chg="add mod">
          <ac:chgData name="Sam O'Neill" userId="cb323814-a42a-4cfe-bc74-03f595e56f6e" providerId="ADAL" clId="{91D778C9-74E3-4CC4-9617-5FF49C6B54D8}" dt="2023-04-21T09:16:28.862" v="39" actId="20577"/>
          <ac:spMkLst>
            <pc:docMk/>
            <pc:sldMk cId="1315823644" sldId="261"/>
            <ac:spMk id="9" creationId="{C7D307ED-283D-F0E1-9360-A5F7C33717D3}"/>
          </ac:spMkLst>
        </pc:spChg>
        <pc:spChg chg="add mod">
          <ac:chgData name="Sam O'Neill" userId="cb323814-a42a-4cfe-bc74-03f595e56f6e" providerId="ADAL" clId="{91D778C9-74E3-4CC4-9617-5FF49C6B54D8}" dt="2023-04-21T09:16:39.613" v="44" actId="20577"/>
          <ac:spMkLst>
            <pc:docMk/>
            <pc:sldMk cId="1315823644" sldId="261"/>
            <ac:spMk id="10" creationId="{63EA6BD0-8B05-9E58-F1FE-A7DC1894ADAF}"/>
          </ac:spMkLst>
        </pc:spChg>
        <pc:spChg chg="add mod">
          <ac:chgData name="Sam O'Neill" userId="cb323814-a42a-4cfe-bc74-03f595e56f6e" providerId="ADAL" clId="{91D778C9-74E3-4CC4-9617-5FF49C6B54D8}" dt="2023-04-21T09:16:50.549" v="48" actId="20577"/>
          <ac:spMkLst>
            <pc:docMk/>
            <pc:sldMk cId="1315823644" sldId="261"/>
            <ac:spMk id="11" creationId="{FA518009-509C-544B-F228-14676F15FF22}"/>
          </ac:spMkLst>
        </pc:spChg>
        <pc:spChg chg="add mod">
          <ac:chgData name="Sam O'Neill" userId="cb323814-a42a-4cfe-bc74-03f595e56f6e" providerId="ADAL" clId="{91D778C9-74E3-4CC4-9617-5FF49C6B54D8}" dt="2023-04-21T09:17:06.285" v="59" actId="20577"/>
          <ac:spMkLst>
            <pc:docMk/>
            <pc:sldMk cId="1315823644" sldId="261"/>
            <ac:spMk id="12" creationId="{D6A8EEA1-8D4C-5140-183F-7D658B8E9D07}"/>
          </ac:spMkLst>
        </pc:spChg>
        <pc:spChg chg="add mod">
          <ac:chgData name="Sam O'Neill" userId="cb323814-a42a-4cfe-bc74-03f595e56f6e" providerId="ADAL" clId="{91D778C9-74E3-4CC4-9617-5FF49C6B54D8}" dt="2023-04-21T09:17:14.938" v="64" actId="20577"/>
          <ac:spMkLst>
            <pc:docMk/>
            <pc:sldMk cId="1315823644" sldId="261"/>
            <ac:spMk id="13" creationId="{14070BFE-07B9-A5FD-4BE2-B50CC05FBAD1}"/>
          </ac:spMkLst>
        </pc:spChg>
        <pc:spChg chg="add mod">
          <ac:chgData name="Sam O'Neill" userId="cb323814-a42a-4cfe-bc74-03f595e56f6e" providerId="ADAL" clId="{91D778C9-74E3-4CC4-9617-5FF49C6B54D8}" dt="2023-04-21T09:17:21.877" v="68" actId="20577"/>
          <ac:spMkLst>
            <pc:docMk/>
            <pc:sldMk cId="1315823644" sldId="261"/>
            <ac:spMk id="14" creationId="{725701FA-26D4-B736-8335-F7AF1D409688}"/>
          </ac:spMkLst>
        </pc:spChg>
        <pc:spChg chg="add mod">
          <ac:chgData name="Sam O'Neill" userId="cb323814-a42a-4cfe-bc74-03f595e56f6e" providerId="ADAL" clId="{91D778C9-74E3-4CC4-9617-5FF49C6B54D8}" dt="2023-04-21T09:22:51.821" v="154" actId="208"/>
          <ac:spMkLst>
            <pc:docMk/>
            <pc:sldMk cId="1315823644" sldId="261"/>
            <ac:spMk id="40" creationId="{EA053938-3A7C-0A3F-0B23-36C2AE59C6CF}"/>
          </ac:spMkLst>
        </pc:spChg>
        <pc:spChg chg="add mod">
          <ac:chgData name="Sam O'Neill" userId="cb323814-a42a-4cfe-bc74-03f595e56f6e" providerId="ADAL" clId="{91D778C9-74E3-4CC4-9617-5FF49C6B54D8}" dt="2023-04-21T09:25:39.853" v="212" actId="1076"/>
          <ac:spMkLst>
            <pc:docMk/>
            <pc:sldMk cId="1315823644" sldId="261"/>
            <ac:spMk id="57" creationId="{A393ED45-F690-BC92-6513-F47BE8761582}"/>
          </ac:spMkLst>
        </pc:spChg>
        <pc:spChg chg="add mod">
          <ac:chgData name="Sam O'Neill" userId="cb323814-a42a-4cfe-bc74-03f595e56f6e" providerId="ADAL" clId="{91D778C9-74E3-4CC4-9617-5FF49C6B54D8}" dt="2023-04-21T09:28:17.157" v="389" actId="1037"/>
          <ac:spMkLst>
            <pc:docMk/>
            <pc:sldMk cId="1315823644" sldId="261"/>
            <ac:spMk id="58" creationId="{F59482F3-6AD9-889C-E83B-EAB0B7921546}"/>
          </ac:spMkLst>
        </pc:spChg>
        <pc:spChg chg="add mod">
          <ac:chgData name="Sam O'Neill" userId="cb323814-a42a-4cfe-bc74-03f595e56f6e" providerId="ADAL" clId="{91D778C9-74E3-4CC4-9617-5FF49C6B54D8}" dt="2023-04-21T09:26:10.197" v="239" actId="1076"/>
          <ac:spMkLst>
            <pc:docMk/>
            <pc:sldMk cId="1315823644" sldId="261"/>
            <ac:spMk id="59" creationId="{7A65049A-D759-D011-508E-B3CD86789CB1}"/>
          </ac:spMkLst>
        </pc:spChg>
        <pc:spChg chg="add mod">
          <ac:chgData name="Sam O'Neill" userId="cb323814-a42a-4cfe-bc74-03f595e56f6e" providerId="ADAL" clId="{91D778C9-74E3-4CC4-9617-5FF49C6B54D8}" dt="2023-04-21T09:26:33.220" v="298" actId="1035"/>
          <ac:spMkLst>
            <pc:docMk/>
            <pc:sldMk cId="1315823644" sldId="261"/>
            <ac:spMk id="60" creationId="{15301F1C-9E64-B98E-4136-3175187563DF}"/>
          </ac:spMkLst>
        </pc:spChg>
        <pc:spChg chg="add mod">
          <ac:chgData name="Sam O'Neill" userId="cb323814-a42a-4cfe-bc74-03f595e56f6e" providerId="ADAL" clId="{91D778C9-74E3-4CC4-9617-5FF49C6B54D8}" dt="2023-04-21T09:27:04.247" v="315" actId="1076"/>
          <ac:spMkLst>
            <pc:docMk/>
            <pc:sldMk cId="1315823644" sldId="261"/>
            <ac:spMk id="61" creationId="{BF0DC3F5-5D87-F775-D36B-BCBF2705119C}"/>
          </ac:spMkLst>
        </pc:spChg>
        <pc:spChg chg="add mod">
          <ac:chgData name="Sam O'Neill" userId="cb323814-a42a-4cfe-bc74-03f595e56f6e" providerId="ADAL" clId="{91D778C9-74E3-4CC4-9617-5FF49C6B54D8}" dt="2023-04-21T09:27:52.162" v="378" actId="1038"/>
          <ac:spMkLst>
            <pc:docMk/>
            <pc:sldMk cId="1315823644" sldId="261"/>
            <ac:spMk id="62" creationId="{2D9A0D88-F3A4-B192-E1AD-68C053F5203E}"/>
          </ac:spMkLst>
        </pc:spChg>
        <pc:spChg chg="add mod">
          <ac:chgData name="Sam O'Neill" userId="cb323814-a42a-4cfe-bc74-03f595e56f6e" providerId="ADAL" clId="{91D778C9-74E3-4CC4-9617-5FF49C6B54D8}" dt="2023-04-21T09:29:13.990" v="414" actId="1076"/>
          <ac:spMkLst>
            <pc:docMk/>
            <pc:sldMk cId="1315823644" sldId="261"/>
            <ac:spMk id="70" creationId="{89630CF2-4996-8C10-F470-4997126515B0}"/>
          </ac:spMkLst>
        </pc:spChg>
        <pc:spChg chg="add mod">
          <ac:chgData name="Sam O'Neill" userId="cb323814-a42a-4cfe-bc74-03f595e56f6e" providerId="ADAL" clId="{91D778C9-74E3-4CC4-9617-5FF49C6B54D8}" dt="2023-04-21T09:29:27.189" v="443" actId="1035"/>
          <ac:spMkLst>
            <pc:docMk/>
            <pc:sldMk cId="1315823644" sldId="261"/>
            <ac:spMk id="71" creationId="{E978BBCE-4D8A-4B51-BBC6-F01FC7EBE6F1}"/>
          </ac:spMkLst>
        </pc:spChg>
        <pc:spChg chg="add mod">
          <ac:chgData name="Sam O'Neill" userId="cb323814-a42a-4cfe-bc74-03f595e56f6e" providerId="ADAL" clId="{91D778C9-74E3-4CC4-9617-5FF49C6B54D8}" dt="2023-04-21T09:29:38.286" v="471" actId="20577"/>
          <ac:spMkLst>
            <pc:docMk/>
            <pc:sldMk cId="1315823644" sldId="261"/>
            <ac:spMk id="72" creationId="{80F8BFFC-FDE6-1EF7-3103-336D443576E3}"/>
          </ac:spMkLst>
        </pc:spChg>
        <pc:spChg chg="add mod">
          <ac:chgData name="Sam O'Neill" userId="cb323814-a42a-4cfe-bc74-03f595e56f6e" providerId="ADAL" clId="{91D778C9-74E3-4CC4-9617-5FF49C6B54D8}" dt="2023-04-21T09:29:49.412" v="477" actId="1036"/>
          <ac:spMkLst>
            <pc:docMk/>
            <pc:sldMk cId="1315823644" sldId="261"/>
            <ac:spMk id="73" creationId="{6CE019B8-8AA7-76F9-A223-350AE3DA82DF}"/>
          </ac:spMkLst>
        </pc:spChg>
        <pc:picChg chg="add del mod">
          <ac:chgData name="Sam O'Neill" userId="cb323814-a42a-4cfe-bc74-03f595e56f6e" providerId="ADAL" clId="{91D778C9-74E3-4CC4-9617-5FF49C6B54D8}" dt="2023-04-21T09:27:56.146" v="379" actId="478"/>
          <ac:picMkLst>
            <pc:docMk/>
            <pc:sldMk cId="1315823644" sldId="261"/>
            <ac:picMk id="4" creationId="{D8989AA5-1A31-4307-95AA-400C559A4F6C}"/>
          </ac:picMkLst>
        </pc:picChg>
        <pc:picChg chg="add del mod">
          <ac:chgData name="Sam O'Neill" userId="cb323814-a42a-4cfe-bc74-03f595e56f6e" providerId="ADAL" clId="{91D778C9-74E3-4CC4-9617-5FF49C6B54D8}" dt="2023-04-21T09:30:57.601" v="586" actId="478"/>
          <ac:picMkLst>
            <pc:docMk/>
            <pc:sldMk cId="1315823644" sldId="261"/>
            <ac:picMk id="67" creationId="{D8989AA5-1A31-4307-95AA-400C559A4F6C}"/>
          </ac:picMkLst>
        </pc:picChg>
        <pc:cxnChg chg="add mod ord">
          <ac:chgData name="Sam O'Neill" userId="cb323814-a42a-4cfe-bc74-03f595e56f6e" providerId="ADAL" clId="{91D778C9-74E3-4CC4-9617-5FF49C6B54D8}" dt="2023-04-21T09:18:53.668" v="96" actId="167"/>
          <ac:cxnSpMkLst>
            <pc:docMk/>
            <pc:sldMk cId="1315823644" sldId="261"/>
            <ac:cxnSpMk id="16" creationId="{228DA32A-A68F-37C4-AA04-A88CD3D82945}"/>
          </ac:cxnSpMkLst>
        </pc:cxnChg>
        <pc:cxnChg chg="add mod">
          <ac:chgData name="Sam O'Neill" userId="cb323814-a42a-4cfe-bc74-03f595e56f6e" providerId="ADAL" clId="{91D778C9-74E3-4CC4-9617-5FF49C6B54D8}" dt="2023-04-21T09:19:25.457" v="103" actId="1076"/>
          <ac:cxnSpMkLst>
            <pc:docMk/>
            <pc:sldMk cId="1315823644" sldId="261"/>
            <ac:cxnSpMk id="24" creationId="{60D99577-6DCD-7458-8F21-A89A902B4F0A}"/>
          </ac:cxnSpMkLst>
        </pc:cxnChg>
        <pc:cxnChg chg="add mod ord">
          <ac:chgData name="Sam O'Neill" userId="cb323814-a42a-4cfe-bc74-03f595e56f6e" providerId="ADAL" clId="{91D778C9-74E3-4CC4-9617-5FF49C6B54D8}" dt="2023-04-21T09:19:56.915" v="114" actId="167"/>
          <ac:cxnSpMkLst>
            <pc:docMk/>
            <pc:sldMk cId="1315823644" sldId="261"/>
            <ac:cxnSpMk id="25" creationId="{DCB24987-1D0D-B0B1-F544-D23CF8B4EBC6}"/>
          </ac:cxnSpMkLst>
        </pc:cxnChg>
        <pc:cxnChg chg="add mod ord">
          <ac:chgData name="Sam O'Neill" userId="cb323814-a42a-4cfe-bc74-03f595e56f6e" providerId="ADAL" clId="{91D778C9-74E3-4CC4-9617-5FF49C6B54D8}" dt="2023-04-21T09:20:40.260" v="125" actId="167"/>
          <ac:cxnSpMkLst>
            <pc:docMk/>
            <pc:sldMk cId="1315823644" sldId="261"/>
            <ac:cxnSpMk id="30" creationId="{A935E7E6-98F4-452E-F804-0A5BA8EE6990}"/>
          </ac:cxnSpMkLst>
        </pc:cxnChg>
        <pc:cxnChg chg="add mod ord">
          <ac:chgData name="Sam O'Neill" userId="cb323814-a42a-4cfe-bc74-03f595e56f6e" providerId="ADAL" clId="{91D778C9-74E3-4CC4-9617-5FF49C6B54D8}" dt="2023-04-21T09:20:40.260" v="125" actId="167"/>
          <ac:cxnSpMkLst>
            <pc:docMk/>
            <pc:sldMk cId="1315823644" sldId="261"/>
            <ac:cxnSpMk id="31" creationId="{A030477D-26AC-8BBE-CFDD-4D4F798D09BC}"/>
          </ac:cxnSpMkLst>
        </pc:cxnChg>
        <pc:cxnChg chg="add del mod">
          <ac:chgData name="Sam O'Neill" userId="cb323814-a42a-4cfe-bc74-03f595e56f6e" providerId="ADAL" clId="{91D778C9-74E3-4CC4-9617-5FF49C6B54D8}" dt="2023-04-21T09:20:29.566" v="122"/>
          <ac:cxnSpMkLst>
            <pc:docMk/>
            <pc:sldMk cId="1315823644" sldId="261"/>
            <ac:cxnSpMk id="32" creationId="{E4F01878-DFB2-09CE-ADB8-BF6297952396}"/>
          </ac:cxnSpMkLst>
        </pc:cxnChg>
        <pc:cxnChg chg="add mod ord">
          <ac:chgData name="Sam O'Neill" userId="cb323814-a42a-4cfe-bc74-03f595e56f6e" providerId="ADAL" clId="{91D778C9-74E3-4CC4-9617-5FF49C6B54D8}" dt="2023-04-21T09:20:40.260" v="125" actId="167"/>
          <ac:cxnSpMkLst>
            <pc:docMk/>
            <pc:sldMk cId="1315823644" sldId="261"/>
            <ac:cxnSpMk id="33" creationId="{DC8F3654-3FF9-6EB1-36A6-A3A5C129A1E5}"/>
          </ac:cxnSpMkLst>
        </pc:cxnChg>
        <pc:cxnChg chg="add mod ord">
          <ac:chgData name="Sam O'Neill" userId="cb323814-a42a-4cfe-bc74-03f595e56f6e" providerId="ADAL" clId="{91D778C9-74E3-4CC4-9617-5FF49C6B54D8}" dt="2023-04-21T09:21:30.968" v="140" actId="167"/>
          <ac:cxnSpMkLst>
            <pc:docMk/>
            <pc:sldMk cId="1315823644" sldId="261"/>
            <ac:cxnSpMk id="34" creationId="{D438FCB6-9AFD-BD7C-69DB-F4EB4F357B9A}"/>
          </ac:cxnSpMkLst>
        </pc:cxnChg>
        <pc:cxnChg chg="add mod ord">
          <ac:chgData name="Sam O'Neill" userId="cb323814-a42a-4cfe-bc74-03f595e56f6e" providerId="ADAL" clId="{91D778C9-74E3-4CC4-9617-5FF49C6B54D8}" dt="2023-04-21T09:21:30.968" v="140" actId="167"/>
          <ac:cxnSpMkLst>
            <pc:docMk/>
            <pc:sldMk cId="1315823644" sldId="261"/>
            <ac:cxnSpMk id="38" creationId="{0AAC3418-F688-9ACE-1C08-8056837FF52B}"/>
          </ac:cxnSpMkLst>
        </pc:cxnChg>
        <pc:cxnChg chg="add mod ord">
          <ac:chgData name="Sam O'Neill" userId="cb323814-a42a-4cfe-bc74-03f595e56f6e" providerId="ADAL" clId="{91D778C9-74E3-4CC4-9617-5FF49C6B54D8}" dt="2023-04-21T09:21:30.968" v="140" actId="167"/>
          <ac:cxnSpMkLst>
            <pc:docMk/>
            <pc:sldMk cId="1315823644" sldId="261"/>
            <ac:cxnSpMk id="39" creationId="{916CCB68-6CDD-9F32-C2BC-236C76472B2C}"/>
          </ac:cxnSpMkLst>
        </pc:cxnChg>
        <pc:cxnChg chg="add del mod">
          <ac:chgData name="Sam O'Neill" userId="cb323814-a42a-4cfe-bc74-03f595e56f6e" providerId="ADAL" clId="{91D778C9-74E3-4CC4-9617-5FF49C6B54D8}" dt="2023-04-21T09:24:11.734" v="174" actId="478"/>
          <ac:cxnSpMkLst>
            <pc:docMk/>
            <pc:sldMk cId="1315823644" sldId="261"/>
            <ac:cxnSpMk id="42" creationId="{28BA9074-30DB-3FCD-67D9-C3F9B9992A06}"/>
          </ac:cxnSpMkLst>
        </pc:cxnChg>
        <pc:cxnChg chg="add mod">
          <ac:chgData name="Sam O'Neill" userId="cb323814-a42a-4cfe-bc74-03f595e56f6e" providerId="ADAL" clId="{91D778C9-74E3-4CC4-9617-5FF49C6B54D8}" dt="2023-04-21T09:24:07.150" v="171" actId="14100"/>
          <ac:cxnSpMkLst>
            <pc:docMk/>
            <pc:sldMk cId="1315823644" sldId="261"/>
            <ac:cxnSpMk id="44" creationId="{6500AA25-80D4-3CD9-6534-F5D36521A11F}"/>
          </ac:cxnSpMkLst>
        </pc:cxnChg>
        <pc:cxnChg chg="add mod">
          <ac:chgData name="Sam O'Neill" userId="cb323814-a42a-4cfe-bc74-03f595e56f6e" providerId="ADAL" clId="{91D778C9-74E3-4CC4-9617-5FF49C6B54D8}" dt="2023-04-21T09:24:17.880" v="176" actId="1076"/>
          <ac:cxnSpMkLst>
            <pc:docMk/>
            <pc:sldMk cId="1315823644" sldId="261"/>
            <ac:cxnSpMk id="47" creationId="{4ED9F120-1FA6-7943-36CC-14A65CB46CBA}"/>
          </ac:cxnSpMkLst>
        </pc:cxnChg>
        <pc:cxnChg chg="add mod">
          <ac:chgData name="Sam O'Neill" userId="cb323814-a42a-4cfe-bc74-03f595e56f6e" providerId="ADAL" clId="{91D778C9-74E3-4CC4-9617-5FF49C6B54D8}" dt="2023-04-21T09:28:10.288" v="386" actId="1036"/>
          <ac:cxnSpMkLst>
            <pc:docMk/>
            <pc:sldMk cId="1315823644" sldId="261"/>
            <ac:cxnSpMk id="48" creationId="{88C33E79-3C9D-43DA-620A-E185508524CD}"/>
          </ac:cxnSpMkLst>
        </pc:cxnChg>
        <pc:cxnChg chg="add mod">
          <ac:chgData name="Sam O'Neill" userId="cb323814-a42a-4cfe-bc74-03f595e56f6e" providerId="ADAL" clId="{91D778C9-74E3-4CC4-9617-5FF49C6B54D8}" dt="2023-04-21T09:24:48.290" v="189" actId="1036"/>
          <ac:cxnSpMkLst>
            <pc:docMk/>
            <pc:sldMk cId="1315823644" sldId="261"/>
            <ac:cxnSpMk id="50" creationId="{83C62D7D-68E3-2492-0FA6-FCCFB2753F24}"/>
          </ac:cxnSpMkLst>
        </pc:cxnChg>
        <pc:cxnChg chg="add mod">
          <ac:chgData name="Sam O'Neill" userId="cb323814-a42a-4cfe-bc74-03f595e56f6e" providerId="ADAL" clId="{91D778C9-74E3-4CC4-9617-5FF49C6B54D8}" dt="2023-04-21T09:24:56.101" v="194" actId="14100"/>
          <ac:cxnSpMkLst>
            <pc:docMk/>
            <pc:sldMk cId="1315823644" sldId="261"/>
            <ac:cxnSpMk id="52" creationId="{F7CF4105-7BF5-08F6-C26B-6EF4551185A5}"/>
          </ac:cxnSpMkLst>
        </pc:cxnChg>
        <pc:cxnChg chg="add mod">
          <ac:chgData name="Sam O'Neill" userId="cb323814-a42a-4cfe-bc74-03f595e56f6e" providerId="ADAL" clId="{91D778C9-74E3-4CC4-9617-5FF49C6B54D8}" dt="2023-04-21T09:25:12.462" v="199" actId="14100"/>
          <ac:cxnSpMkLst>
            <pc:docMk/>
            <pc:sldMk cId="1315823644" sldId="261"/>
            <ac:cxnSpMk id="54" creationId="{E9C14D68-1528-D72A-85F7-557D0CEAE2E8}"/>
          </ac:cxnSpMkLst>
        </pc:cxnChg>
        <pc:cxnChg chg="add del mod">
          <ac:chgData name="Sam O'Neill" userId="cb323814-a42a-4cfe-bc74-03f595e56f6e" providerId="ADAL" clId="{91D778C9-74E3-4CC4-9617-5FF49C6B54D8}" dt="2023-04-21T09:28:45.040" v="392" actId="11529"/>
          <ac:cxnSpMkLst>
            <pc:docMk/>
            <pc:sldMk cId="1315823644" sldId="261"/>
            <ac:cxnSpMk id="69" creationId="{1B1E0D07-AF13-8935-794A-11299F750AD8}"/>
          </ac:cxnSpMkLst>
        </pc:cxnChg>
        <pc:cxnChg chg="add mod ord">
          <ac:chgData name="Sam O'Neill" userId="cb323814-a42a-4cfe-bc74-03f595e56f6e" providerId="ADAL" clId="{91D778C9-74E3-4CC4-9617-5FF49C6B54D8}" dt="2023-04-21T09:31:05.268" v="587" actId="167"/>
          <ac:cxnSpMkLst>
            <pc:docMk/>
            <pc:sldMk cId="1315823644" sldId="261"/>
            <ac:cxnSpMk id="75" creationId="{8BF79CEF-BF0D-2CD0-9A6C-EBE9BA4C5E4D}"/>
          </ac:cxnSpMkLst>
        </pc:cxnChg>
        <pc:cxnChg chg="add mod ord">
          <ac:chgData name="Sam O'Neill" userId="cb323814-a42a-4cfe-bc74-03f595e56f6e" providerId="ADAL" clId="{91D778C9-74E3-4CC4-9617-5FF49C6B54D8}" dt="2023-04-21T09:31:05.268" v="587" actId="167"/>
          <ac:cxnSpMkLst>
            <pc:docMk/>
            <pc:sldMk cId="1315823644" sldId="261"/>
            <ac:cxnSpMk id="77" creationId="{1858B148-D70C-B0AE-3542-628F2508687A}"/>
          </ac:cxnSpMkLst>
        </pc:cxnChg>
        <pc:cxnChg chg="add mod ord">
          <ac:chgData name="Sam O'Neill" userId="cb323814-a42a-4cfe-bc74-03f595e56f6e" providerId="ADAL" clId="{91D778C9-74E3-4CC4-9617-5FF49C6B54D8}" dt="2023-04-21T09:31:05.268" v="587" actId="167"/>
          <ac:cxnSpMkLst>
            <pc:docMk/>
            <pc:sldMk cId="1315823644" sldId="261"/>
            <ac:cxnSpMk id="78" creationId="{BA3FCBFB-B9C9-6025-9DD9-0E1089DDFE1F}"/>
          </ac:cxnSpMkLst>
        </pc:cxnChg>
        <pc:cxnChg chg="add mod ord">
          <ac:chgData name="Sam O'Neill" userId="cb323814-a42a-4cfe-bc74-03f595e56f6e" providerId="ADAL" clId="{91D778C9-74E3-4CC4-9617-5FF49C6B54D8}" dt="2023-04-21T09:31:05.268" v="587" actId="167"/>
          <ac:cxnSpMkLst>
            <pc:docMk/>
            <pc:sldMk cId="1315823644" sldId="261"/>
            <ac:cxnSpMk id="79" creationId="{6216393D-50F5-A417-6371-539710C88C58}"/>
          </ac:cxnSpMkLst>
        </pc:cxnChg>
      </pc:sldChg>
      <pc:sldChg chg="add del">
        <pc:chgData name="Sam O'Neill" userId="cb323814-a42a-4cfe-bc74-03f595e56f6e" providerId="ADAL" clId="{91D778C9-74E3-4CC4-9617-5FF49C6B54D8}" dt="2023-04-21T09:42:15.090" v="589"/>
        <pc:sldMkLst>
          <pc:docMk/>
          <pc:sldMk cId="451575403" sldId="262"/>
        </pc:sldMkLst>
      </pc:sldChg>
      <pc:sldChg chg="addSp delSp modSp add mod">
        <pc:chgData name="Sam O'Neill" userId="cb323814-a42a-4cfe-bc74-03f595e56f6e" providerId="ADAL" clId="{91D778C9-74E3-4CC4-9617-5FF49C6B54D8}" dt="2023-04-21T11:00:58.513" v="688" actId="478"/>
        <pc:sldMkLst>
          <pc:docMk/>
          <pc:sldMk cId="2340463930" sldId="262"/>
        </pc:sldMkLst>
        <pc:spChg chg="mod">
          <ac:chgData name="Sam O'Neill" userId="cb323814-a42a-4cfe-bc74-03f595e56f6e" providerId="ADAL" clId="{91D778C9-74E3-4CC4-9617-5FF49C6B54D8}" dt="2023-04-21T09:55:41.283" v="651" actId="20577"/>
          <ac:spMkLst>
            <pc:docMk/>
            <pc:sldMk cId="2340463930" sldId="262"/>
            <ac:spMk id="5" creationId="{3826874D-0576-7C3D-31BC-BA7F2954F74A}"/>
          </ac:spMkLst>
        </pc:spChg>
        <pc:spChg chg="mod">
          <ac:chgData name="Sam O'Neill" userId="cb323814-a42a-4cfe-bc74-03f595e56f6e" providerId="ADAL" clId="{91D778C9-74E3-4CC4-9617-5FF49C6B54D8}" dt="2023-04-21T11:00:32.107" v="671" actId="20577"/>
          <ac:spMkLst>
            <pc:docMk/>
            <pc:sldMk cId="2340463930" sldId="262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1:00:34.780" v="674" actId="20577"/>
          <ac:spMkLst>
            <pc:docMk/>
            <pc:sldMk cId="2340463930" sldId="262"/>
            <ac:spMk id="7" creationId="{684B67F5-4DEC-E5C7-D331-BAA23E0F3DEA}"/>
          </ac:spMkLst>
        </pc:spChg>
        <pc:spChg chg="mod">
          <ac:chgData name="Sam O'Neill" userId="cb323814-a42a-4cfe-bc74-03f595e56f6e" providerId="ADAL" clId="{91D778C9-74E3-4CC4-9617-5FF49C6B54D8}" dt="2023-04-21T11:00:38.555" v="677" actId="20577"/>
          <ac:spMkLst>
            <pc:docMk/>
            <pc:sldMk cId="2340463930" sldId="262"/>
            <ac:spMk id="8" creationId="{8D88F721-1654-C9D4-89BC-5829710A9750}"/>
          </ac:spMkLst>
        </pc:spChg>
        <pc:spChg chg="mod">
          <ac:chgData name="Sam O'Neill" userId="cb323814-a42a-4cfe-bc74-03f595e56f6e" providerId="ADAL" clId="{91D778C9-74E3-4CC4-9617-5FF49C6B54D8}" dt="2023-04-21T11:00:52.654" v="684" actId="20577"/>
          <ac:spMkLst>
            <pc:docMk/>
            <pc:sldMk cId="2340463930" sldId="262"/>
            <ac:spMk id="9" creationId="{C7D307ED-283D-F0E1-9360-A5F7C33717D3}"/>
          </ac:spMkLst>
        </pc:spChg>
        <pc:spChg chg="mod">
          <ac:chgData name="Sam O'Neill" userId="cb323814-a42a-4cfe-bc74-03f595e56f6e" providerId="ADAL" clId="{91D778C9-74E3-4CC4-9617-5FF49C6B54D8}" dt="2023-04-21T09:53:15.167" v="644" actId="1076"/>
          <ac:spMkLst>
            <pc:docMk/>
            <pc:sldMk cId="2340463930" sldId="262"/>
            <ac:spMk id="10" creationId="{63EA6BD0-8B05-9E58-F1FE-A7DC1894ADAF}"/>
          </ac:spMkLst>
        </pc:spChg>
        <pc:spChg chg="mod">
          <ac:chgData name="Sam O'Neill" userId="cb323814-a42a-4cfe-bc74-03f595e56f6e" providerId="ADAL" clId="{91D778C9-74E3-4CC4-9617-5FF49C6B54D8}" dt="2023-04-21T11:00:56.403" v="687" actId="20577"/>
          <ac:spMkLst>
            <pc:docMk/>
            <pc:sldMk cId="2340463930" sldId="262"/>
            <ac:spMk id="11" creationId="{FA518009-509C-544B-F228-14676F15FF22}"/>
          </ac:spMkLst>
        </pc:spChg>
        <pc:spChg chg="mod">
          <ac:chgData name="Sam O'Neill" userId="cb323814-a42a-4cfe-bc74-03f595e56f6e" providerId="ADAL" clId="{91D778C9-74E3-4CC4-9617-5FF49C6B54D8}" dt="2023-04-21T09:53:15.167" v="644" actId="1076"/>
          <ac:spMkLst>
            <pc:docMk/>
            <pc:sldMk cId="2340463930" sldId="262"/>
            <ac:spMk id="12" creationId="{D6A8EEA1-8D4C-5140-183F-7D658B8E9D07}"/>
          </ac:spMkLst>
        </pc:spChg>
        <pc:spChg chg="mod">
          <ac:chgData name="Sam O'Neill" userId="cb323814-a42a-4cfe-bc74-03f595e56f6e" providerId="ADAL" clId="{91D778C9-74E3-4CC4-9617-5FF49C6B54D8}" dt="2023-04-21T11:00:43.425" v="679" actId="20577"/>
          <ac:spMkLst>
            <pc:docMk/>
            <pc:sldMk cId="2340463930" sldId="262"/>
            <ac:spMk id="13" creationId="{14070BFE-07B9-A5FD-4BE2-B50CC05FBAD1}"/>
          </ac:spMkLst>
        </pc:spChg>
        <pc:spChg chg="mod">
          <ac:chgData name="Sam O'Neill" userId="cb323814-a42a-4cfe-bc74-03f595e56f6e" providerId="ADAL" clId="{91D778C9-74E3-4CC4-9617-5FF49C6B54D8}" dt="2023-04-21T11:00:46.571" v="681" actId="20577"/>
          <ac:spMkLst>
            <pc:docMk/>
            <pc:sldMk cId="2340463930" sldId="262"/>
            <ac:spMk id="14" creationId="{725701FA-26D4-B736-8335-F7AF1D409688}"/>
          </ac:spMkLst>
        </pc:spChg>
        <pc:spChg chg="del">
          <ac:chgData name="Sam O'Neill" userId="cb323814-a42a-4cfe-bc74-03f595e56f6e" providerId="ADAL" clId="{91D778C9-74E3-4CC4-9617-5FF49C6B54D8}" dt="2023-04-21T09:51:37.750" v="593" actId="478"/>
          <ac:spMkLst>
            <pc:docMk/>
            <pc:sldMk cId="2340463930" sldId="262"/>
            <ac:spMk id="40" creationId="{EA053938-3A7C-0A3F-0B23-36C2AE59C6CF}"/>
          </ac:spMkLst>
        </pc:spChg>
        <pc:spChg chg="del mod">
          <ac:chgData name="Sam O'Neill" userId="cb323814-a42a-4cfe-bc74-03f595e56f6e" providerId="ADAL" clId="{91D778C9-74E3-4CC4-9617-5FF49C6B54D8}" dt="2023-04-21T09:51:57.166" v="613" actId="478"/>
          <ac:spMkLst>
            <pc:docMk/>
            <pc:sldMk cId="2340463930" sldId="262"/>
            <ac:spMk id="57" creationId="{A393ED45-F690-BC92-6513-F47BE8761582}"/>
          </ac:spMkLst>
        </pc:spChg>
        <pc:spChg chg="del">
          <ac:chgData name="Sam O'Neill" userId="cb323814-a42a-4cfe-bc74-03f595e56f6e" providerId="ADAL" clId="{91D778C9-74E3-4CC4-9617-5FF49C6B54D8}" dt="2023-04-21T09:51:54.158" v="609" actId="478"/>
          <ac:spMkLst>
            <pc:docMk/>
            <pc:sldMk cId="2340463930" sldId="262"/>
            <ac:spMk id="58" creationId="{F59482F3-6AD9-889C-E83B-EAB0B7921546}"/>
          </ac:spMkLst>
        </pc:spChg>
        <pc:spChg chg="del">
          <ac:chgData name="Sam O'Neill" userId="cb323814-a42a-4cfe-bc74-03f595e56f6e" providerId="ADAL" clId="{91D778C9-74E3-4CC4-9617-5FF49C6B54D8}" dt="2023-04-21T09:51:35.190" v="591" actId="478"/>
          <ac:spMkLst>
            <pc:docMk/>
            <pc:sldMk cId="2340463930" sldId="262"/>
            <ac:spMk id="59" creationId="{7A65049A-D759-D011-508E-B3CD86789CB1}"/>
          </ac:spMkLst>
        </pc:spChg>
        <pc:spChg chg="del">
          <ac:chgData name="Sam O'Neill" userId="cb323814-a42a-4cfe-bc74-03f595e56f6e" providerId="ADAL" clId="{91D778C9-74E3-4CC4-9617-5FF49C6B54D8}" dt="2023-04-21T09:51:36.638" v="592" actId="478"/>
          <ac:spMkLst>
            <pc:docMk/>
            <pc:sldMk cId="2340463930" sldId="262"/>
            <ac:spMk id="60" creationId="{15301F1C-9E64-B98E-4136-3175187563DF}"/>
          </ac:spMkLst>
        </pc:spChg>
        <pc:spChg chg="del mod">
          <ac:chgData name="Sam O'Neill" userId="cb323814-a42a-4cfe-bc74-03f595e56f6e" providerId="ADAL" clId="{91D778C9-74E3-4CC4-9617-5FF49C6B54D8}" dt="2023-04-21T09:51:46.134" v="604" actId="478"/>
          <ac:spMkLst>
            <pc:docMk/>
            <pc:sldMk cId="2340463930" sldId="262"/>
            <ac:spMk id="61" creationId="{BF0DC3F5-5D87-F775-D36B-BCBF2705119C}"/>
          </ac:spMkLst>
        </pc:spChg>
        <pc:spChg chg="del">
          <ac:chgData name="Sam O'Neill" userId="cb323814-a42a-4cfe-bc74-03f595e56f6e" providerId="ADAL" clId="{91D778C9-74E3-4CC4-9617-5FF49C6B54D8}" dt="2023-04-21T09:51:46.774" v="605" actId="478"/>
          <ac:spMkLst>
            <pc:docMk/>
            <pc:sldMk cId="2340463930" sldId="262"/>
            <ac:spMk id="62" creationId="{2D9A0D88-F3A4-B192-E1AD-68C053F5203E}"/>
          </ac:spMkLst>
        </pc:spChg>
        <pc:spChg chg="del">
          <ac:chgData name="Sam O'Neill" userId="cb323814-a42a-4cfe-bc74-03f595e56f6e" providerId="ADAL" clId="{91D778C9-74E3-4CC4-9617-5FF49C6B54D8}" dt="2023-04-21T09:51:51.148" v="608" actId="478"/>
          <ac:spMkLst>
            <pc:docMk/>
            <pc:sldMk cId="2340463930" sldId="262"/>
            <ac:spMk id="70" creationId="{89630CF2-4996-8C10-F470-4997126515B0}"/>
          </ac:spMkLst>
        </pc:spChg>
        <pc:spChg chg="del">
          <ac:chgData name="Sam O'Neill" userId="cb323814-a42a-4cfe-bc74-03f595e56f6e" providerId="ADAL" clId="{91D778C9-74E3-4CC4-9617-5FF49C6B54D8}" dt="2023-04-21T09:51:51.148" v="608" actId="478"/>
          <ac:spMkLst>
            <pc:docMk/>
            <pc:sldMk cId="2340463930" sldId="262"/>
            <ac:spMk id="71" creationId="{E978BBCE-4D8A-4B51-BBC6-F01FC7EBE6F1}"/>
          </ac:spMkLst>
        </pc:spChg>
        <pc:spChg chg="del">
          <ac:chgData name="Sam O'Neill" userId="cb323814-a42a-4cfe-bc74-03f595e56f6e" providerId="ADAL" clId="{91D778C9-74E3-4CC4-9617-5FF49C6B54D8}" dt="2023-04-21T09:51:51.148" v="608" actId="478"/>
          <ac:spMkLst>
            <pc:docMk/>
            <pc:sldMk cId="2340463930" sldId="262"/>
            <ac:spMk id="72" creationId="{80F8BFFC-FDE6-1EF7-3103-336D443576E3}"/>
          </ac:spMkLst>
        </pc:spChg>
        <pc:spChg chg="del">
          <ac:chgData name="Sam O'Neill" userId="cb323814-a42a-4cfe-bc74-03f595e56f6e" providerId="ADAL" clId="{91D778C9-74E3-4CC4-9617-5FF49C6B54D8}" dt="2023-04-21T09:51:50.099" v="607" actId="478"/>
          <ac:spMkLst>
            <pc:docMk/>
            <pc:sldMk cId="2340463930" sldId="262"/>
            <ac:spMk id="73" creationId="{6CE019B8-8AA7-76F9-A223-350AE3DA82DF}"/>
          </ac:spMkLst>
        </pc:spChg>
        <pc:picChg chg="add del mod">
          <ac:chgData name="Sam O'Neill" userId="cb323814-a42a-4cfe-bc74-03f595e56f6e" providerId="ADAL" clId="{91D778C9-74E3-4CC4-9617-5FF49C6B54D8}" dt="2023-04-21T11:00:58.513" v="688" actId="478"/>
          <ac:picMkLst>
            <pc:docMk/>
            <pc:sldMk cId="2340463930" sldId="262"/>
            <ac:picMk id="4" creationId="{200E1420-C819-EE94-622E-9C2EE7A4A787}"/>
          </ac:picMkLst>
        </pc:picChg>
        <pc:cxnChg chg="add mod or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2" creationId="{0BA7D1F2-3028-4B7D-E487-AB3443B92BB5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16" creationId="{228DA32A-A68F-37C4-AA04-A88CD3D82945}"/>
          </ac:cxnSpMkLst>
        </pc:cxnChg>
        <pc:cxnChg chg="mod">
          <ac:chgData name="Sam O'Neill" userId="cb323814-a42a-4cfe-bc74-03f595e56f6e" providerId="ADAL" clId="{91D778C9-74E3-4CC4-9617-5FF49C6B54D8}" dt="2023-04-21T09:53:22.510" v="648" actId="1035"/>
          <ac:cxnSpMkLst>
            <pc:docMk/>
            <pc:sldMk cId="2340463930" sldId="262"/>
            <ac:cxnSpMk id="24" creationId="{60D99577-6DCD-7458-8F21-A89A902B4F0A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25" creationId="{DCB24987-1D0D-B0B1-F544-D23CF8B4EBC6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30" creationId="{A935E7E6-98F4-452E-F804-0A5BA8EE6990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31" creationId="{A030477D-26AC-8BBE-CFDD-4D4F798D09BC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33" creationId="{DC8F3654-3FF9-6EB1-36A6-A3A5C129A1E5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34" creationId="{D438FCB6-9AFD-BD7C-69DB-F4EB4F357B9A}"/>
          </ac:cxnSpMkLst>
        </pc:cxnChg>
        <pc:cxnChg chg="del">
          <ac:chgData name="Sam O'Neill" userId="cb323814-a42a-4cfe-bc74-03f595e56f6e" providerId="ADAL" clId="{91D778C9-74E3-4CC4-9617-5FF49C6B54D8}" dt="2023-04-21T09:51:44.398" v="603" actId="478"/>
          <ac:cxnSpMkLst>
            <pc:docMk/>
            <pc:sldMk cId="2340463930" sldId="262"/>
            <ac:cxnSpMk id="38" creationId="{0AAC3418-F688-9ACE-1C08-8056837FF52B}"/>
          </ac:cxnSpMkLst>
        </pc:cxnChg>
        <pc:cxnChg chg="mod">
          <ac:chgData name="Sam O'Neill" userId="cb323814-a42a-4cfe-bc74-03f595e56f6e" providerId="ADAL" clId="{91D778C9-74E3-4CC4-9617-5FF49C6B54D8}" dt="2023-04-21T09:53:15.167" v="644" actId="1076"/>
          <ac:cxnSpMkLst>
            <pc:docMk/>
            <pc:sldMk cId="2340463930" sldId="262"/>
            <ac:cxnSpMk id="39" creationId="{916CCB68-6CDD-9F32-C2BC-236C76472B2C}"/>
          </ac:cxnSpMkLst>
        </pc:cxnChg>
        <pc:cxnChg chg="del">
          <ac:chgData name="Sam O'Neill" userId="cb323814-a42a-4cfe-bc74-03f595e56f6e" providerId="ADAL" clId="{91D778C9-74E3-4CC4-9617-5FF49C6B54D8}" dt="2023-04-21T09:51:42.733" v="600" actId="478"/>
          <ac:cxnSpMkLst>
            <pc:docMk/>
            <pc:sldMk cId="2340463930" sldId="262"/>
            <ac:cxnSpMk id="44" creationId="{6500AA25-80D4-3CD9-6534-F5D36521A11F}"/>
          </ac:cxnSpMkLst>
        </pc:cxnChg>
        <pc:cxnChg chg="del">
          <ac:chgData name="Sam O'Neill" userId="cb323814-a42a-4cfe-bc74-03f595e56f6e" providerId="ADAL" clId="{91D778C9-74E3-4CC4-9617-5FF49C6B54D8}" dt="2023-04-21T09:51:56.101" v="611" actId="478"/>
          <ac:cxnSpMkLst>
            <pc:docMk/>
            <pc:sldMk cId="2340463930" sldId="262"/>
            <ac:cxnSpMk id="47" creationId="{4ED9F120-1FA6-7943-36CC-14A65CB46CBA}"/>
          </ac:cxnSpMkLst>
        </pc:cxnChg>
        <pc:cxnChg chg="del">
          <ac:chgData name="Sam O'Neill" userId="cb323814-a42a-4cfe-bc74-03f595e56f6e" providerId="ADAL" clId="{91D778C9-74E3-4CC4-9617-5FF49C6B54D8}" dt="2023-04-21T09:51:47.965" v="606" actId="478"/>
          <ac:cxnSpMkLst>
            <pc:docMk/>
            <pc:sldMk cId="2340463930" sldId="262"/>
            <ac:cxnSpMk id="48" creationId="{88C33E79-3C9D-43DA-620A-E185508524CD}"/>
          </ac:cxnSpMkLst>
        </pc:cxnChg>
        <pc:cxnChg chg="del">
          <ac:chgData name="Sam O'Neill" userId="cb323814-a42a-4cfe-bc74-03f595e56f6e" providerId="ADAL" clId="{91D778C9-74E3-4CC4-9617-5FF49C6B54D8}" dt="2023-04-21T09:51:38.309" v="594" actId="478"/>
          <ac:cxnSpMkLst>
            <pc:docMk/>
            <pc:sldMk cId="2340463930" sldId="262"/>
            <ac:cxnSpMk id="50" creationId="{83C62D7D-68E3-2492-0FA6-FCCFB2753F24}"/>
          </ac:cxnSpMkLst>
        </pc:cxnChg>
        <pc:cxnChg chg="del">
          <ac:chgData name="Sam O'Neill" userId="cb323814-a42a-4cfe-bc74-03f595e56f6e" providerId="ADAL" clId="{91D778C9-74E3-4CC4-9617-5FF49C6B54D8}" dt="2023-04-21T09:51:39.523" v="595" actId="478"/>
          <ac:cxnSpMkLst>
            <pc:docMk/>
            <pc:sldMk cId="2340463930" sldId="262"/>
            <ac:cxnSpMk id="52" creationId="{F7CF4105-7BF5-08F6-C26B-6EF4551185A5}"/>
          </ac:cxnSpMkLst>
        </pc:cxnChg>
        <pc:cxnChg chg="del">
          <ac:chgData name="Sam O'Neill" userId="cb323814-a42a-4cfe-bc74-03f595e56f6e" providerId="ADAL" clId="{91D778C9-74E3-4CC4-9617-5FF49C6B54D8}" dt="2023-04-21T09:51:55.213" v="610" actId="478"/>
          <ac:cxnSpMkLst>
            <pc:docMk/>
            <pc:sldMk cId="2340463930" sldId="262"/>
            <ac:cxnSpMk id="54" creationId="{E9C14D68-1528-D72A-85F7-557D0CEAE2E8}"/>
          </ac:cxnSpMkLst>
        </pc:cxnChg>
        <pc:cxnChg chg="del mod">
          <ac:chgData name="Sam O'Neill" userId="cb323814-a42a-4cfe-bc74-03f595e56f6e" providerId="ADAL" clId="{91D778C9-74E3-4CC4-9617-5FF49C6B54D8}" dt="2023-04-21T09:51:41.402" v="598" actId="478"/>
          <ac:cxnSpMkLst>
            <pc:docMk/>
            <pc:sldMk cId="2340463930" sldId="262"/>
            <ac:cxnSpMk id="75" creationId="{8BF79CEF-BF0D-2CD0-9A6C-EBE9BA4C5E4D}"/>
          </ac:cxnSpMkLst>
        </pc:cxnChg>
        <pc:cxnChg chg="del">
          <ac:chgData name="Sam O'Neill" userId="cb323814-a42a-4cfe-bc74-03f595e56f6e" providerId="ADAL" clId="{91D778C9-74E3-4CC4-9617-5FF49C6B54D8}" dt="2023-04-21T09:51:40.700" v="597" actId="478"/>
          <ac:cxnSpMkLst>
            <pc:docMk/>
            <pc:sldMk cId="2340463930" sldId="262"/>
            <ac:cxnSpMk id="77" creationId="{1858B148-D70C-B0AE-3542-628F2508687A}"/>
          </ac:cxnSpMkLst>
        </pc:cxnChg>
        <pc:cxnChg chg="del">
          <ac:chgData name="Sam O'Neill" userId="cb323814-a42a-4cfe-bc74-03f595e56f6e" providerId="ADAL" clId="{91D778C9-74E3-4CC4-9617-5FF49C6B54D8}" dt="2023-04-21T09:51:40.147" v="596" actId="478"/>
          <ac:cxnSpMkLst>
            <pc:docMk/>
            <pc:sldMk cId="2340463930" sldId="262"/>
            <ac:cxnSpMk id="78" creationId="{BA3FCBFB-B9C9-6025-9DD9-0E1089DDFE1F}"/>
          </ac:cxnSpMkLst>
        </pc:cxnChg>
        <pc:cxnChg chg="del">
          <ac:chgData name="Sam O'Neill" userId="cb323814-a42a-4cfe-bc74-03f595e56f6e" providerId="ADAL" clId="{91D778C9-74E3-4CC4-9617-5FF49C6B54D8}" dt="2023-04-21T09:51:42.181" v="599" actId="478"/>
          <ac:cxnSpMkLst>
            <pc:docMk/>
            <pc:sldMk cId="2340463930" sldId="262"/>
            <ac:cxnSpMk id="79" creationId="{6216393D-50F5-A417-6371-539710C88C58}"/>
          </ac:cxnSpMkLst>
        </pc:cxnChg>
      </pc:sldChg>
      <pc:sldChg chg="addSp delSp modSp add del mod">
        <pc:chgData name="Sam O'Neill" userId="cb323814-a42a-4cfe-bc74-03f595e56f6e" providerId="ADAL" clId="{91D778C9-74E3-4CC4-9617-5FF49C6B54D8}" dt="2023-04-21T12:04:17.246" v="886" actId="1076"/>
        <pc:sldMkLst>
          <pc:docMk/>
          <pc:sldMk cId="369562831" sldId="263"/>
        </pc:sldMkLst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5" creationId="{3826874D-0576-7C3D-31BC-BA7F2954F74A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6" creationId="{DBBF76D4-AA7C-0706-3EAD-2B2820692302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7" creationId="{684B67F5-4DEC-E5C7-D331-BAA23E0F3DEA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8" creationId="{8D88F721-1654-C9D4-89BC-5829710A9750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9" creationId="{C7D307ED-283D-F0E1-9360-A5F7C33717D3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10" creationId="{63EA6BD0-8B05-9E58-F1FE-A7DC1894ADAF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11" creationId="{FA518009-509C-544B-F228-14676F15FF22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12" creationId="{D6A8EEA1-8D4C-5140-183F-7D658B8E9D07}"/>
          </ac:spMkLst>
        </pc:spChg>
        <pc:spChg chg="mod topLvl">
          <ac:chgData name="Sam O'Neill" userId="cb323814-a42a-4cfe-bc74-03f595e56f6e" providerId="ADAL" clId="{91D778C9-74E3-4CC4-9617-5FF49C6B54D8}" dt="2023-04-21T11:13:16.106" v="823" actId="403"/>
          <ac:spMkLst>
            <pc:docMk/>
            <pc:sldMk cId="369562831" sldId="263"/>
            <ac:spMk id="13" creationId="{14070BFE-07B9-A5FD-4BE2-B50CC05FBAD1}"/>
          </ac:spMkLst>
        </pc:spChg>
        <pc:spChg chg="del">
          <ac:chgData name="Sam O'Neill" userId="cb323814-a42a-4cfe-bc74-03f595e56f6e" providerId="ADAL" clId="{91D778C9-74E3-4CC4-9617-5FF49C6B54D8}" dt="2023-04-21T11:01:55.826" v="691" actId="21"/>
          <ac:spMkLst>
            <pc:docMk/>
            <pc:sldMk cId="369562831" sldId="263"/>
            <ac:spMk id="14" creationId="{725701FA-26D4-B736-8335-F7AF1D409688}"/>
          </ac:spMkLst>
        </pc:spChg>
        <pc:spChg chg="add mod">
          <ac:chgData name="Sam O'Neill" userId="cb323814-a42a-4cfe-bc74-03f595e56f6e" providerId="ADAL" clId="{91D778C9-74E3-4CC4-9617-5FF49C6B54D8}" dt="2023-04-21T12:02:57.670" v="851" actId="1076"/>
          <ac:spMkLst>
            <pc:docMk/>
            <pc:sldMk cId="369562831" sldId="263"/>
            <ac:spMk id="19" creationId="{723B0C13-A557-0C7D-D84E-B57B644014B6}"/>
          </ac:spMkLst>
        </pc:spChg>
        <pc:spChg chg="add mod">
          <ac:chgData name="Sam O'Neill" userId="cb323814-a42a-4cfe-bc74-03f595e56f6e" providerId="ADAL" clId="{91D778C9-74E3-4CC4-9617-5FF49C6B54D8}" dt="2023-04-21T12:04:02.528" v="884" actId="20577"/>
          <ac:spMkLst>
            <pc:docMk/>
            <pc:sldMk cId="369562831" sldId="263"/>
            <ac:spMk id="20" creationId="{C34DF8B0-F239-7F44-2CFF-93D7C2BD21F3}"/>
          </ac:spMkLst>
        </pc:spChg>
        <pc:spChg chg="add mod">
          <ac:chgData name="Sam O'Neill" userId="cb323814-a42a-4cfe-bc74-03f595e56f6e" providerId="ADAL" clId="{91D778C9-74E3-4CC4-9617-5FF49C6B54D8}" dt="2023-04-21T12:03:15.437" v="859" actId="20577"/>
          <ac:spMkLst>
            <pc:docMk/>
            <pc:sldMk cId="369562831" sldId="263"/>
            <ac:spMk id="21" creationId="{89186406-3453-BEC7-8E5B-6FBF214F2205}"/>
          </ac:spMkLst>
        </pc:spChg>
        <pc:spChg chg="add mod">
          <ac:chgData name="Sam O'Neill" userId="cb323814-a42a-4cfe-bc74-03f595e56f6e" providerId="ADAL" clId="{91D778C9-74E3-4CC4-9617-5FF49C6B54D8}" dt="2023-04-21T12:03:24.497" v="863" actId="20577"/>
          <ac:spMkLst>
            <pc:docMk/>
            <pc:sldMk cId="369562831" sldId="263"/>
            <ac:spMk id="22" creationId="{2D25961B-7BE2-95A8-2152-BDA9E2AD3315}"/>
          </ac:spMkLst>
        </pc:spChg>
        <pc:spChg chg="add mod">
          <ac:chgData name="Sam O'Neill" userId="cb323814-a42a-4cfe-bc74-03f595e56f6e" providerId="ADAL" clId="{91D778C9-74E3-4CC4-9617-5FF49C6B54D8}" dt="2023-04-21T12:03:32.091" v="867" actId="20577"/>
          <ac:spMkLst>
            <pc:docMk/>
            <pc:sldMk cId="369562831" sldId="263"/>
            <ac:spMk id="23" creationId="{5B0C7411-A22E-C4D5-33B4-4E27E167BA6D}"/>
          </ac:spMkLst>
        </pc:spChg>
        <pc:spChg chg="add mod">
          <ac:chgData name="Sam O'Neill" userId="cb323814-a42a-4cfe-bc74-03f595e56f6e" providerId="ADAL" clId="{91D778C9-74E3-4CC4-9617-5FF49C6B54D8}" dt="2023-04-21T12:04:17.246" v="886" actId="1076"/>
          <ac:spMkLst>
            <pc:docMk/>
            <pc:sldMk cId="369562831" sldId="263"/>
            <ac:spMk id="26" creationId="{864EEC13-F879-B2BF-BE04-A59CEF826CA9}"/>
          </ac:spMkLst>
        </pc:spChg>
        <pc:spChg chg="add mod">
          <ac:chgData name="Sam O'Neill" userId="cb323814-a42a-4cfe-bc74-03f595e56f6e" providerId="ADAL" clId="{91D778C9-74E3-4CC4-9617-5FF49C6B54D8}" dt="2023-04-21T12:03:45.899" v="875" actId="20577"/>
          <ac:spMkLst>
            <pc:docMk/>
            <pc:sldMk cId="369562831" sldId="263"/>
            <ac:spMk id="27" creationId="{7E224DC7-6586-EA51-3CE5-C5824DE310F1}"/>
          </ac:spMkLst>
        </pc:spChg>
        <pc:spChg chg="add mod">
          <ac:chgData name="Sam O'Neill" userId="cb323814-a42a-4cfe-bc74-03f595e56f6e" providerId="ADAL" clId="{91D778C9-74E3-4CC4-9617-5FF49C6B54D8}" dt="2023-04-21T12:03:56.501" v="880" actId="1076"/>
          <ac:spMkLst>
            <pc:docMk/>
            <pc:sldMk cId="369562831" sldId="263"/>
            <ac:spMk id="28" creationId="{6A0BAA59-5BD2-F4B6-1A7E-0F2A6FF56DA0}"/>
          </ac:spMkLst>
        </pc:spChg>
        <pc:spChg chg="add mod">
          <ac:chgData name="Sam O'Neill" userId="cb323814-a42a-4cfe-bc74-03f595e56f6e" providerId="ADAL" clId="{91D778C9-74E3-4CC4-9617-5FF49C6B54D8}" dt="2023-04-21T12:04:09.620" v="885" actId="1076"/>
          <ac:spMkLst>
            <pc:docMk/>
            <pc:sldMk cId="369562831" sldId="263"/>
            <ac:spMk id="29" creationId="{C06850E8-9255-4927-7C75-6BA1C2EB3951}"/>
          </ac:spMkLst>
        </pc:spChg>
        <pc:grpChg chg="add del mod">
          <ac:chgData name="Sam O'Neill" userId="cb323814-a42a-4cfe-bc74-03f595e56f6e" providerId="ADAL" clId="{91D778C9-74E3-4CC4-9617-5FF49C6B54D8}" dt="2023-04-21T11:07:35.252" v="723" actId="165"/>
          <ac:grpSpMkLst>
            <pc:docMk/>
            <pc:sldMk cId="369562831" sldId="263"/>
            <ac:grpSpMk id="3" creationId="{F53E119B-D8C8-F617-BFFF-F13DDE6348AD}"/>
          </ac:grpSpMkLst>
        </pc:grpChg>
        <pc:grpChg chg="add del mod">
          <ac:chgData name="Sam O'Neill" userId="cb323814-a42a-4cfe-bc74-03f595e56f6e" providerId="ADAL" clId="{91D778C9-74E3-4CC4-9617-5FF49C6B54D8}" dt="2023-04-21T11:11:04.228" v="785" actId="165"/>
          <ac:grpSpMkLst>
            <pc:docMk/>
            <pc:sldMk cId="369562831" sldId="263"/>
            <ac:grpSpMk id="4" creationId="{06968E8C-7B2C-E89E-8E28-4FE54F9BEC54}"/>
          </ac:grpSpMkLst>
        </pc:grpChg>
        <pc:cxnChg chg="del">
          <ac:chgData name="Sam O'Neill" userId="cb323814-a42a-4cfe-bc74-03f595e56f6e" providerId="ADAL" clId="{91D778C9-74E3-4CC4-9617-5FF49C6B54D8}" dt="2023-04-21T11:01:56.970" v="692" actId="478"/>
          <ac:cxnSpMkLst>
            <pc:docMk/>
            <pc:sldMk cId="369562831" sldId="263"/>
            <ac:cxnSpMk id="2" creationId="{0BA7D1F2-3028-4B7D-E487-AB3443B92BB5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16" creationId="{228DA32A-A68F-37C4-AA04-A88CD3D82945}"/>
          </ac:cxnSpMkLst>
        </pc:cxnChg>
        <pc:cxnChg chg="add mod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17" creationId="{ED4D4EC1-765D-82B3-D191-9B172CCCF06F}"/>
          </ac:cxnSpMkLst>
        </pc:cxnChg>
        <pc:cxnChg chg="add del mod">
          <ac:chgData name="Sam O'Neill" userId="cb323814-a42a-4cfe-bc74-03f595e56f6e" providerId="ADAL" clId="{91D778C9-74E3-4CC4-9617-5FF49C6B54D8}" dt="2023-04-21T11:12:29.992" v="806"/>
          <ac:cxnSpMkLst>
            <pc:docMk/>
            <pc:sldMk cId="369562831" sldId="263"/>
            <ac:cxnSpMk id="18" creationId="{852E3E56-5EF5-E74C-68C9-4AA22AD7BB70}"/>
          </ac:cxnSpMkLst>
        </pc:cxnChg>
        <pc:cxnChg chg="del mod ord topLvl">
          <ac:chgData name="Sam O'Neill" userId="cb323814-a42a-4cfe-bc74-03f595e56f6e" providerId="ADAL" clId="{91D778C9-74E3-4CC4-9617-5FF49C6B54D8}" dt="2023-04-21T11:11:34.593" v="790" actId="478"/>
          <ac:cxnSpMkLst>
            <pc:docMk/>
            <pc:sldMk cId="369562831" sldId="263"/>
            <ac:cxnSpMk id="24" creationId="{60D99577-6DCD-7458-8F21-A89A902B4F0A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25" creationId="{DCB24987-1D0D-B0B1-F544-D23CF8B4EBC6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30" creationId="{A935E7E6-98F4-452E-F804-0A5BA8EE6990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31" creationId="{A030477D-26AC-8BBE-CFDD-4D4F798D09BC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33" creationId="{DC8F3654-3FF9-6EB1-36A6-A3A5C129A1E5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34" creationId="{D438FCB6-9AFD-BD7C-69DB-F4EB4F357B9A}"/>
          </ac:cxnSpMkLst>
        </pc:cxnChg>
        <pc:cxnChg chg="mod topLvl">
          <ac:chgData name="Sam O'Neill" userId="cb323814-a42a-4cfe-bc74-03f595e56f6e" providerId="ADAL" clId="{91D778C9-74E3-4CC4-9617-5FF49C6B54D8}" dt="2023-04-21T11:12:25.049" v="804" actId="1582"/>
          <ac:cxnSpMkLst>
            <pc:docMk/>
            <pc:sldMk cId="369562831" sldId="263"/>
            <ac:cxnSpMk id="39" creationId="{916CCB68-6CDD-9F32-C2BC-236C76472B2C}"/>
          </ac:cxnSpMkLst>
        </pc:cxnChg>
      </pc:sldChg>
      <pc:sldChg chg="add del">
        <pc:chgData name="Sam O'Neill" userId="cb323814-a42a-4cfe-bc74-03f595e56f6e" providerId="ADAL" clId="{91D778C9-74E3-4CC4-9617-5FF49C6B54D8}" dt="2023-04-21T11:01:01.043" v="689" actId="47"/>
        <pc:sldMkLst>
          <pc:docMk/>
          <pc:sldMk cId="3876363172" sldId="263"/>
        </pc:sldMkLst>
      </pc:sldChg>
      <pc:sldChg chg="modSp add del mod">
        <pc:chgData name="Sam O'Neill" userId="cb323814-a42a-4cfe-bc74-03f595e56f6e" providerId="ADAL" clId="{91D778C9-74E3-4CC4-9617-5FF49C6B54D8}" dt="2023-04-21T11:10:55.951" v="784" actId="47"/>
        <pc:sldMkLst>
          <pc:docMk/>
          <pc:sldMk cId="599756802" sldId="264"/>
        </pc:sldMkLst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5" creationId="{3826874D-0576-7C3D-31BC-BA7F2954F74A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7" creationId="{684B67F5-4DEC-E5C7-D331-BAA23E0F3DEA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8" creationId="{8D88F721-1654-C9D4-89BC-5829710A9750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9" creationId="{C7D307ED-283D-F0E1-9360-A5F7C33717D3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10" creationId="{63EA6BD0-8B05-9E58-F1FE-A7DC1894ADAF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11" creationId="{FA518009-509C-544B-F228-14676F15FF22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12" creationId="{D6A8EEA1-8D4C-5140-183F-7D658B8E9D07}"/>
          </ac:spMkLst>
        </pc:spChg>
        <pc:spChg chg="mod">
          <ac:chgData name="Sam O'Neill" userId="cb323814-a42a-4cfe-bc74-03f595e56f6e" providerId="ADAL" clId="{91D778C9-74E3-4CC4-9617-5FF49C6B54D8}" dt="2023-04-21T11:10:47.586" v="783" actId="208"/>
          <ac:spMkLst>
            <pc:docMk/>
            <pc:sldMk cId="599756802" sldId="264"/>
            <ac:spMk id="13" creationId="{14070BFE-07B9-A5FD-4BE2-B50CC05FBAD1}"/>
          </ac:spMkLst>
        </pc:sp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16" creationId="{228DA32A-A68F-37C4-AA04-A88CD3D82945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24" creationId="{60D99577-6DCD-7458-8F21-A89A902B4F0A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25" creationId="{DCB24987-1D0D-B0B1-F544-D23CF8B4EBC6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30" creationId="{A935E7E6-98F4-452E-F804-0A5BA8EE6990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31" creationId="{A030477D-26AC-8BBE-CFDD-4D4F798D09BC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33" creationId="{DC8F3654-3FF9-6EB1-36A6-A3A5C129A1E5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34" creationId="{D438FCB6-9AFD-BD7C-69DB-F4EB4F357B9A}"/>
          </ac:cxnSpMkLst>
        </pc:cxnChg>
        <pc:cxnChg chg="mod">
          <ac:chgData name="Sam O'Neill" userId="cb323814-a42a-4cfe-bc74-03f595e56f6e" providerId="ADAL" clId="{91D778C9-74E3-4CC4-9617-5FF49C6B54D8}" dt="2023-04-21T11:10:47.586" v="783" actId="208"/>
          <ac:cxnSpMkLst>
            <pc:docMk/>
            <pc:sldMk cId="599756802" sldId="264"/>
            <ac:cxnSpMk id="39" creationId="{916CCB68-6CDD-9F32-C2BC-236C76472B2C}"/>
          </ac:cxnSpMkLst>
        </pc:cxnChg>
      </pc:sldChg>
      <pc:sldChg chg="addSp modSp add mod">
        <pc:chgData name="Sam O'Neill" userId="cb323814-a42a-4cfe-bc74-03f595e56f6e" providerId="ADAL" clId="{91D778C9-74E3-4CC4-9617-5FF49C6B54D8}" dt="2023-04-21T12:04:27.605" v="887"/>
        <pc:sldMkLst>
          <pc:docMk/>
          <pc:sldMk cId="1462395671" sldId="264"/>
        </pc:sldMkLst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2" creationId="{2298B1FA-FE00-51E6-DCF2-C4DE9536DFDB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3" creationId="{B1C71604-D98F-29A9-28F2-C494981CB114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4" creationId="{57C0E97A-50C6-E343-5EB1-A7E26F43DF40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5" creationId="{3826874D-0576-7C3D-31BC-BA7F2954F74A}"/>
          </ac:spMkLst>
        </pc:spChg>
        <pc:spChg chg="mod">
          <ac:chgData name="Sam O'Neill" userId="cb323814-a42a-4cfe-bc74-03f595e56f6e" providerId="ADAL" clId="{91D778C9-74E3-4CC4-9617-5FF49C6B54D8}" dt="2023-04-21T11:13:23.881" v="825" actId="207"/>
          <ac:spMkLst>
            <pc:docMk/>
            <pc:sldMk cId="1462395671" sldId="264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7" creationId="{684B67F5-4DEC-E5C7-D331-BAA23E0F3DEA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8" creationId="{8D88F721-1654-C9D4-89BC-5829710A9750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9" creationId="{C7D307ED-283D-F0E1-9360-A5F7C33717D3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10" creationId="{63EA6BD0-8B05-9E58-F1FE-A7DC1894ADAF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11" creationId="{FA518009-509C-544B-F228-14676F15FF22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12" creationId="{D6A8EEA1-8D4C-5140-183F-7D658B8E9D07}"/>
          </ac:spMkLst>
        </pc:spChg>
        <pc:spChg chg="mod">
          <ac:chgData name="Sam O'Neill" userId="cb323814-a42a-4cfe-bc74-03f595e56f6e" providerId="ADAL" clId="{91D778C9-74E3-4CC4-9617-5FF49C6B54D8}" dt="2023-04-21T11:12:58.356" v="817" actId="403"/>
          <ac:spMkLst>
            <pc:docMk/>
            <pc:sldMk cId="1462395671" sldId="264"/>
            <ac:spMk id="13" creationId="{14070BFE-07B9-A5FD-4BE2-B50CC05FBAD1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14" creationId="{C6684BF2-1B06-1EE1-ABDE-4F3EE0C19AD7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15" creationId="{81E2E1E6-F94A-D440-4C33-F7F9E848C110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18" creationId="{8E7F6791-1DE5-C747-DD6A-A4160A962C0B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19" creationId="{8EF7CBED-2371-E0E6-A1D2-F9F73F4CFA8D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20" creationId="{491DB25D-49A9-77B0-0A88-D96CFDDDF649}"/>
          </ac:spMkLst>
        </pc:spChg>
        <pc:spChg chg="add mod">
          <ac:chgData name="Sam O'Neill" userId="cb323814-a42a-4cfe-bc74-03f595e56f6e" providerId="ADAL" clId="{91D778C9-74E3-4CC4-9617-5FF49C6B54D8}" dt="2023-04-21T12:04:27.605" v="887"/>
          <ac:spMkLst>
            <pc:docMk/>
            <pc:sldMk cId="1462395671" sldId="264"/>
            <ac:spMk id="21" creationId="{7D95C356-4B16-BA71-7900-2E527F31B378}"/>
          </ac:spMkLst>
        </pc:spChg>
      </pc:sldChg>
      <pc:sldChg chg="addSp delSp modSp add del mod">
        <pc:chgData name="Sam O'Neill" userId="cb323814-a42a-4cfe-bc74-03f595e56f6e" providerId="ADAL" clId="{91D778C9-74E3-4CC4-9617-5FF49C6B54D8}" dt="2023-04-21T11:10:34.521" v="780" actId="47"/>
        <pc:sldMkLst>
          <pc:docMk/>
          <pc:sldMk cId="3694701837" sldId="264"/>
        </pc:sldMkLst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5" creationId="{3826874D-0576-7C3D-31BC-BA7F2954F74A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6" creationId="{DBBF76D4-AA7C-0706-3EAD-2B2820692302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7" creationId="{684B67F5-4DEC-E5C7-D331-BAA23E0F3DEA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8" creationId="{8D88F721-1654-C9D4-89BC-5829710A9750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9" creationId="{C7D307ED-283D-F0E1-9360-A5F7C33717D3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10" creationId="{63EA6BD0-8B05-9E58-F1FE-A7DC1894ADAF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11" creationId="{FA518009-509C-544B-F228-14676F15FF22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12" creationId="{D6A8EEA1-8D4C-5140-183F-7D658B8E9D07}"/>
          </ac:spMkLst>
        </pc:spChg>
        <pc:spChg chg="mod topLvl">
          <ac:chgData name="Sam O'Neill" userId="cb323814-a42a-4cfe-bc74-03f595e56f6e" providerId="ADAL" clId="{91D778C9-74E3-4CC4-9617-5FF49C6B54D8}" dt="2023-04-21T11:09:59.212" v="772" actId="165"/>
          <ac:spMkLst>
            <pc:docMk/>
            <pc:sldMk cId="3694701837" sldId="264"/>
            <ac:spMk id="13" creationId="{14070BFE-07B9-A5FD-4BE2-B50CC05FBAD1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1" creationId="{F04D01B4-3F1E-06CF-A713-4A8B2AAB9622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2" creationId="{58A1D68C-7572-1C66-BDBF-7360B074ADDD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3" creationId="{28408B55-3B2A-6D98-8F6A-4DC01D135DE1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6" creationId="{D7719FD3-3D62-FB04-47C6-5825CBCB78BD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7" creationId="{7D0C75BD-1B8F-34E0-562C-CE3608B2F3C1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8" creationId="{A72DF562-9611-19FF-65AF-94A9A3DE9F34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29" creationId="{D58772FE-3645-A004-AACC-1C0E7796DFE2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32" creationId="{9F38D6CB-16FD-897D-5C25-3A8E34677A15}"/>
          </ac:spMkLst>
        </pc:spChg>
        <pc:spChg chg="mod">
          <ac:chgData name="Sam O'Neill" userId="cb323814-a42a-4cfe-bc74-03f595e56f6e" providerId="ADAL" clId="{91D778C9-74E3-4CC4-9617-5FF49C6B54D8}" dt="2023-04-21T11:08:06.484" v="726"/>
          <ac:spMkLst>
            <pc:docMk/>
            <pc:sldMk cId="3694701837" sldId="264"/>
            <ac:spMk id="35" creationId="{0782D806-F74B-E848-0667-9E55F8D03EA3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47" creationId="{BC42EBF9-F5A2-9DEC-CB40-0CA92DAB0471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48" creationId="{79405CE1-875C-0C08-404F-47F4C44C51B3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49" creationId="{B433FF2D-7270-7410-7821-592971DCFFD5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0" creationId="{AF879052-ACC0-A80F-A189-DEC16ACABBFC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1" creationId="{896B48C9-829E-ADB4-00D7-D80B141E1874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2" creationId="{F5697613-D364-011F-69C2-7FDF56C6A169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3" creationId="{D76F016A-9A48-70A4-0459-1EFE8EA45246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4" creationId="{A09C15EE-C35C-2204-765D-D072DA452D73}"/>
          </ac:spMkLst>
        </pc:spChg>
        <pc:spChg chg="mod">
          <ac:chgData name="Sam O'Neill" userId="cb323814-a42a-4cfe-bc74-03f595e56f6e" providerId="ADAL" clId="{91D778C9-74E3-4CC4-9617-5FF49C6B54D8}" dt="2023-04-21T11:09:18.043" v="739"/>
          <ac:spMkLst>
            <pc:docMk/>
            <pc:sldMk cId="3694701837" sldId="264"/>
            <ac:spMk id="55" creationId="{59F25354-0707-45E4-A3A6-5EB271472939}"/>
          </ac:spMkLst>
        </pc:spChg>
        <pc:grpChg chg="add del mod">
          <ac:chgData name="Sam O'Neill" userId="cb323814-a42a-4cfe-bc74-03f595e56f6e" providerId="ADAL" clId="{91D778C9-74E3-4CC4-9617-5FF49C6B54D8}" dt="2023-04-21T11:09:21.427" v="740" actId="478"/>
          <ac:grpSpMkLst>
            <pc:docMk/>
            <pc:sldMk cId="3694701837" sldId="264"/>
            <ac:grpSpMk id="2" creationId="{6105C62F-ED07-4928-2F0B-A0358D0C7D66}"/>
          </ac:grpSpMkLst>
        </pc:grpChg>
        <pc:grpChg chg="add del mod">
          <ac:chgData name="Sam O'Neill" userId="cb323814-a42a-4cfe-bc74-03f595e56f6e" providerId="ADAL" clId="{91D778C9-74E3-4CC4-9617-5FF49C6B54D8}" dt="2023-04-21T11:09:59.212" v="772" actId="165"/>
          <ac:grpSpMkLst>
            <pc:docMk/>
            <pc:sldMk cId="3694701837" sldId="264"/>
            <ac:grpSpMk id="36" creationId="{C165645D-7D15-5616-128D-CCC9B1C1D8A4}"/>
          </ac:grpSpMkLst>
        </pc:grpChg>
        <pc:grpChg chg="add del mod">
          <ac:chgData name="Sam O'Neill" userId="cb323814-a42a-4cfe-bc74-03f595e56f6e" providerId="ADAL" clId="{91D778C9-74E3-4CC4-9617-5FF49C6B54D8}" dt="2023-04-21T11:09:52.861" v="771" actId="478"/>
          <ac:grpSpMkLst>
            <pc:docMk/>
            <pc:sldMk cId="3694701837" sldId="264"/>
            <ac:grpSpMk id="37" creationId="{69A2FE03-9DAC-2F3B-2F9B-5BA10B1928B3}"/>
          </ac:grpSpMkLst>
        </pc:grp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3" creationId="{2F3BFCB2-C65A-0775-5937-23E80C5B7640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4" creationId="{51229B56-0A42-7F8C-9854-D84D6F8155CC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14" creationId="{1309C3F5-3A47-AC55-E786-DB686DA5D983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15" creationId="{AEEA5759-1ECC-E300-F36F-D7D099226762}"/>
          </ac:cxnSpMkLst>
        </pc:cxnChg>
        <pc:cxnChg chg="del mod topLvl">
          <ac:chgData name="Sam O'Neill" userId="cb323814-a42a-4cfe-bc74-03f595e56f6e" providerId="ADAL" clId="{91D778C9-74E3-4CC4-9617-5FF49C6B54D8}" dt="2023-04-21T11:10:13.318" v="775" actId="478"/>
          <ac:cxnSpMkLst>
            <pc:docMk/>
            <pc:sldMk cId="3694701837" sldId="264"/>
            <ac:cxnSpMk id="16" creationId="{228DA32A-A68F-37C4-AA04-A88CD3D82945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17" creationId="{F0BB225D-F3C5-07C7-117E-38A19612DAD0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18" creationId="{A8B9CCE4-555D-F7F3-4FD4-7DE368A232B7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19" creationId="{BB8C1A57-791C-44A2-524C-FD1B1A478A09}"/>
          </ac:cxnSpMkLst>
        </pc:cxnChg>
        <pc:cxnChg chg="mod">
          <ac:chgData name="Sam O'Neill" userId="cb323814-a42a-4cfe-bc74-03f595e56f6e" providerId="ADAL" clId="{91D778C9-74E3-4CC4-9617-5FF49C6B54D8}" dt="2023-04-21T11:08:06.484" v="726"/>
          <ac:cxnSpMkLst>
            <pc:docMk/>
            <pc:sldMk cId="3694701837" sldId="264"/>
            <ac:cxnSpMk id="20" creationId="{89E017D6-B923-EDDF-0829-546C715EA9C4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24" creationId="{60D99577-6DCD-7458-8F21-A89A902B4F0A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25" creationId="{DCB24987-1D0D-B0B1-F544-D23CF8B4EBC6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30" creationId="{A935E7E6-98F4-452E-F804-0A5BA8EE6990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31" creationId="{A030477D-26AC-8BBE-CFDD-4D4F798D09BC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33" creationId="{DC8F3654-3FF9-6EB1-36A6-A3A5C129A1E5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34" creationId="{D438FCB6-9AFD-BD7C-69DB-F4EB4F357B9A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38" creationId="{6A549DD4-D744-C16F-7719-114F97B74504}"/>
          </ac:cxnSpMkLst>
        </pc:cxnChg>
        <pc:cxnChg chg="mod topLvl">
          <ac:chgData name="Sam O'Neill" userId="cb323814-a42a-4cfe-bc74-03f595e56f6e" providerId="ADAL" clId="{91D778C9-74E3-4CC4-9617-5FF49C6B54D8}" dt="2023-04-21T11:09:59.212" v="772" actId="165"/>
          <ac:cxnSpMkLst>
            <pc:docMk/>
            <pc:sldMk cId="3694701837" sldId="264"/>
            <ac:cxnSpMk id="39" creationId="{916CCB68-6CDD-9F32-C2BC-236C76472B2C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0" creationId="{2C458BDE-C77E-F887-D117-A09368324EA5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1" creationId="{D74EA4BD-8BB7-204D-4A11-67B22E5FE8EA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2" creationId="{1C2614CB-8FBB-F24F-015E-966DBEFD5A25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3" creationId="{AA5FB97D-6C96-F359-89D0-63CA0947D242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4" creationId="{6461B4D4-373E-AC7B-24B4-1368095F4EFC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5" creationId="{3F64CC9E-74BD-BB41-1D40-1EE90B659846}"/>
          </ac:cxnSpMkLst>
        </pc:cxnChg>
        <pc:cxnChg chg="mod">
          <ac:chgData name="Sam O'Neill" userId="cb323814-a42a-4cfe-bc74-03f595e56f6e" providerId="ADAL" clId="{91D778C9-74E3-4CC4-9617-5FF49C6B54D8}" dt="2023-04-21T11:09:18.043" v="739"/>
          <ac:cxnSpMkLst>
            <pc:docMk/>
            <pc:sldMk cId="3694701837" sldId="264"/>
            <ac:cxnSpMk id="46" creationId="{EE3EE4DC-DD95-21F3-C31C-D0A286621779}"/>
          </ac:cxnSpMkLst>
        </pc:cxnChg>
        <pc:cxnChg chg="add mod ord">
          <ac:chgData name="Sam O'Neill" userId="cb323814-a42a-4cfe-bc74-03f595e56f6e" providerId="ADAL" clId="{91D778C9-74E3-4CC4-9617-5FF49C6B54D8}" dt="2023-04-21T11:10:17.075" v="777" actId="167"/>
          <ac:cxnSpMkLst>
            <pc:docMk/>
            <pc:sldMk cId="3694701837" sldId="264"/>
            <ac:cxnSpMk id="56" creationId="{D694078A-8476-FE46-30EA-76021B915AC5}"/>
          </ac:cxnSpMkLst>
        </pc:cxnChg>
      </pc:sldChg>
      <pc:sldChg chg="modSp add del mod">
        <pc:chgData name="Sam O'Neill" userId="cb323814-a42a-4cfe-bc74-03f595e56f6e" providerId="ADAL" clId="{91D778C9-74E3-4CC4-9617-5FF49C6B54D8}" dt="2023-04-21T11:10:34.521" v="780" actId="47"/>
        <pc:sldMkLst>
          <pc:docMk/>
          <pc:sldMk cId="1326641684" sldId="265"/>
        </pc:sldMkLst>
        <pc:spChg chg="mod">
          <ac:chgData name="Sam O'Neill" userId="cb323814-a42a-4cfe-bc74-03f595e56f6e" providerId="ADAL" clId="{91D778C9-74E3-4CC4-9617-5FF49C6B54D8}" dt="2023-04-21T11:02:28.924" v="702" actId="20577"/>
          <ac:spMkLst>
            <pc:docMk/>
            <pc:sldMk cId="1326641684" sldId="265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1:06:12.650" v="714" actId="208"/>
          <ac:spMkLst>
            <pc:docMk/>
            <pc:sldMk cId="1326641684" sldId="265"/>
            <ac:spMk id="8" creationId="{8D88F721-1654-C9D4-89BC-5829710A9750}"/>
          </ac:spMkLst>
        </pc:spChg>
      </pc:sldChg>
      <pc:sldChg chg="add del">
        <pc:chgData name="Sam O'Neill" userId="cb323814-a42a-4cfe-bc74-03f595e56f6e" providerId="ADAL" clId="{91D778C9-74E3-4CC4-9617-5FF49C6B54D8}" dt="2023-04-21T11:13:08.595" v="818" actId="47"/>
        <pc:sldMkLst>
          <pc:docMk/>
          <pc:sldMk cId="1651879623" sldId="265"/>
        </pc:sldMkLst>
      </pc:sldChg>
      <pc:sldChg chg="addSp modSp add mod">
        <pc:chgData name="Sam O'Neill" userId="cb323814-a42a-4cfe-bc74-03f595e56f6e" providerId="ADAL" clId="{91D778C9-74E3-4CC4-9617-5FF49C6B54D8}" dt="2023-04-21T12:04:28.750" v="888"/>
        <pc:sldMkLst>
          <pc:docMk/>
          <pc:sldMk cId="3735719473" sldId="265"/>
        </pc:sldMkLst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2" creationId="{169A654A-27BF-6CBE-36E1-FCE29EF36484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3" creationId="{2705CFEF-BB89-9035-09C3-FC999E106EFC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4" creationId="{086ADD61-4FD6-0EFA-B795-925F4B3309EE}"/>
          </ac:spMkLst>
        </pc:spChg>
        <pc:spChg chg="mod">
          <ac:chgData name="Sam O'Neill" userId="cb323814-a42a-4cfe-bc74-03f595e56f6e" providerId="ADAL" clId="{91D778C9-74E3-4CC4-9617-5FF49C6B54D8}" dt="2023-04-21T11:13:38.660" v="834" actId="207"/>
          <ac:spMkLst>
            <pc:docMk/>
            <pc:sldMk cId="3735719473" sldId="265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1:13:32.986" v="830" actId="20577"/>
          <ac:spMkLst>
            <pc:docMk/>
            <pc:sldMk cId="3735719473" sldId="265"/>
            <ac:spMk id="8" creationId="{8D88F721-1654-C9D4-89BC-5829710A9750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14" creationId="{4B4D983E-7533-3048-0073-A306D591F8BC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15" creationId="{BE536B5B-E564-E7E1-FC60-679FD2163795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18" creationId="{F76C540B-7712-F284-9589-2566BD8343B1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19" creationId="{AE70F9AB-EC06-B915-706A-62F16F6EB04E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20" creationId="{659EB618-DEC6-9E23-AD6B-0B30DE4B7C9D}"/>
          </ac:spMkLst>
        </pc:spChg>
        <pc:spChg chg="add mod">
          <ac:chgData name="Sam O'Neill" userId="cb323814-a42a-4cfe-bc74-03f595e56f6e" providerId="ADAL" clId="{91D778C9-74E3-4CC4-9617-5FF49C6B54D8}" dt="2023-04-21T12:04:28.750" v="888"/>
          <ac:spMkLst>
            <pc:docMk/>
            <pc:sldMk cId="3735719473" sldId="265"/>
            <ac:spMk id="21" creationId="{9A417C41-9622-7AB0-0206-638951978EF4}"/>
          </ac:spMkLst>
        </pc:spChg>
      </pc:sldChg>
      <pc:sldChg chg="addSp modSp add mod">
        <pc:chgData name="Sam O'Neill" userId="cb323814-a42a-4cfe-bc74-03f595e56f6e" providerId="ADAL" clId="{91D778C9-74E3-4CC4-9617-5FF49C6B54D8}" dt="2023-04-21T12:04:29.695" v="889"/>
        <pc:sldMkLst>
          <pc:docMk/>
          <pc:sldMk cId="1895275561" sldId="266"/>
        </pc:sldMkLst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2" creationId="{F0AD7E7B-C9CE-DF22-FDE3-D98D7FF25CF1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3" creationId="{FA4A8C90-AA38-1261-7562-667B4BD96E4E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4" creationId="{650DCC15-3DE2-E5B6-3094-2ABB1DD35C29}"/>
          </ac:spMkLst>
        </pc:spChg>
        <pc:spChg chg="mod">
          <ac:chgData name="Sam O'Neill" userId="cb323814-a42a-4cfe-bc74-03f595e56f6e" providerId="ADAL" clId="{91D778C9-74E3-4CC4-9617-5FF49C6B54D8}" dt="2023-04-21T11:13:56.272" v="843" actId="208"/>
          <ac:spMkLst>
            <pc:docMk/>
            <pc:sldMk cId="1895275561" sldId="266"/>
            <ac:spMk id="8" creationId="{8D88F721-1654-C9D4-89BC-5829710A9750}"/>
          </ac:spMkLst>
        </pc:spChg>
        <pc:spChg chg="mod">
          <ac:chgData name="Sam O'Neill" userId="cb323814-a42a-4cfe-bc74-03f595e56f6e" providerId="ADAL" clId="{91D778C9-74E3-4CC4-9617-5FF49C6B54D8}" dt="2023-04-21T11:14:00.977" v="845" actId="207"/>
          <ac:spMkLst>
            <pc:docMk/>
            <pc:sldMk cId="1895275561" sldId="266"/>
            <ac:spMk id="13" creationId="{14070BFE-07B9-A5FD-4BE2-B50CC05FBAD1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14" creationId="{F61914CF-6A3D-6F87-6776-45E299735139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15" creationId="{E461DB96-EC46-27AA-FAA9-2759B0858E97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18" creationId="{5EF8A211-B937-B423-A613-289B830C5E8F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19" creationId="{16F7253F-32A2-888B-6C25-B311C14CFD06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20" creationId="{5296EA1E-F9CC-B11E-8E61-00B367446B59}"/>
          </ac:spMkLst>
        </pc:spChg>
        <pc:spChg chg="add mod">
          <ac:chgData name="Sam O'Neill" userId="cb323814-a42a-4cfe-bc74-03f595e56f6e" providerId="ADAL" clId="{91D778C9-74E3-4CC4-9617-5FF49C6B54D8}" dt="2023-04-21T12:04:29.695" v="889"/>
          <ac:spMkLst>
            <pc:docMk/>
            <pc:sldMk cId="1895275561" sldId="266"/>
            <ac:spMk id="21" creationId="{E4464836-5B67-ED82-514B-BB31CABB6327}"/>
          </ac:spMkLst>
        </pc:spChg>
      </pc:sldChg>
      <pc:sldChg chg="modSp add del mod">
        <pc:chgData name="Sam O'Neill" userId="cb323814-a42a-4cfe-bc74-03f595e56f6e" providerId="ADAL" clId="{91D778C9-74E3-4CC4-9617-5FF49C6B54D8}" dt="2023-04-21T11:10:34.521" v="780" actId="47"/>
        <pc:sldMkLst>
          <pc:docMk/>
          <pc:sldMk cId="4073023319" sldId="266"/>
        </pc:sldMkLst>
        <pc:spChg chg="mod">
          <ac:chgData name="Sam O'Neill" userId="cb323814-a42a-4cfe-bc74-03f595e56f6e" providerId="ADAL" clId="{91D778C9-74E3-4CC4-9617-5FF49C6B54D8}" dt="2023-04-21T11:02:36.699" v="705" actId="20577"/>
          <ac:spMkLst>
            <pc:docMk/>
            <pc:sldMk cId="4073023319" sldId="266"/>
            <ac:spMk id="8" creationId="{8D88F721-1654-C9D4-89BC-5829710A9750}"/>
          </ac:spMkLst>
        </pc:spChg>
        <pc:spChg chg="mod">
          <ac:chgData name="Sam O'Neill" userId="cb323814-a42a-4cfe-bc74-03f595e56f6e" providerId="ADAL" clId="{91D778C9-74E3-4CC4-9617-5FF49C6B54D8}" dt="2023-04-21T11:06:15.632" v="716" actId="207"/>
          <ac:spMkLst>
            <pc:docMk/>
            <pc:sldMk cId="4073023319" sldId="266"/>
            <ac:spMk id="13" creationId="{14070BFE-07B9-A5FD-4BE2-B50CC05FBAD1}"/>
          </ac:spMkLst>
        </pc:spChg>
      </pc:sldChg>
      <pc:sldChg chg="addSp modSp add mod">
        <pc:chgData name="Sam O'Neill" userId="cb323814-a42a-4cfe-bc74-03f595e56f6e" providerId="ADAL" clId="{91D778C9-74E3-4CC4-9617-5FF49C6B54D8}" dt="2023-04-21T12:12:59.948" v="935" actId="207"/>
        <pc:sldMkLst>
          <pc:docMk/>
          <pc:sldMk cId="4269364993" sldId="267"/>
        </pc:sldMkLst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2" creationId="{AD9A0211-808B-BEDD-36E9-8348A0BC01B1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3" creationId="{E0081A09-3C6F-B376-532C-21EDB9737AE8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4" creationId="{B6901B4F-DFE2-6A9F-5916-5353DF3D4139}"/>
          </ac:spMkLst>
        </pc:spChg>
        <pc:spChg chg="mod">
          <ac:chgData name="Sam O'Neill" userId="cb323814-a42a-4cfe-bc74-03f595e56f6e" providerId="ADAL" clId="{91D778C9-74E3-4CC4-9617-5FF49C6B54D8}" dt="2023-04-21T11:59:26.053" v="848" actId="207"/>
          <ac:spMkLst>
            <pc:docMk/>
            <pc:sldMk cId="4269364993" sldId="267"/>
            <ac:spMk id="13" creationId="{14070BFE-07B9-A5FD-4BE2-B50CC05FBAD1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14" creationId="{977BD9B1-38EB-CC68-9493-F1329A5A5C6A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15" creationId="{124CA95C-1595-BA6A-7700-1D956B1509F4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18" creationId="{A65CBC6E-5CFC-2C3B-8F79-72B7E8D975CF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19" creationId="{EA6C973E-CA6D-1038-E182-72F592FB2CF8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20" creationId="{839D3B3D-FECA-82F2-90C4-DC68ADA69B1F}"/>
          </ac:spMkLst>
        </pc:spChg>
        <pc:spChg chg="add mod">
          <ac:chgData name="Sam O'Neill" userId="cb323814-a42a-4cfe-bc74-03f595e56f6e" providerId="ADAL" clId="{91D778C9-74E3-4CC4-9617-5FF49C6B54D8}" dt="2023-04-21T12:04:31.518" v="890"/>
          <ac:spMkLst>
            <pc:docMk/>
            <pc:sldMk cId="4269364993" sldId="267"/>
            <ac:spMk id="21" creationId="{EBAD24A1-8CBA-E321-B025-4C93E8AA0906}"/>
          </ac:spMkLst>
        </pc:spChg>
        <pc:spChg chg="add mod">
          <ac:chgData name="Sam O'Neill" userId="cb323814-a42a-4cfe-bc74-03f595e56f6e" providerId="ADAL" clId="{91D778C9-74E3-4CC4-9617-5FF49C6B54D8}" dt="2023-04-21T12:12:59.948" v="935" actId="207"/>
          <ac:spMkLst>
            <pc:docMk/>
            <pc:sldMk cId="4269364993" sldId="267"/>
            <ac:spMk id="23" creationId="{950D1AF5-3A36-37DB-4D3D-960EE1DDF468}"/>
          </ac:spMkLst>
        </pc:spChg>
        <pc:spChg chg="add mod">
          <ac:chgData name="Sam O'Neill" userId="cb323814-a42a-4cfe-bc74-03f595e56f6e" providerId="ADAL" clId="{91D778C9-74E3-4CC4-9617-5FF49C6B54D8}" dt="2023-04-21T12:12:36.485" v="927" actId="1076"/>
          <ac:spMkLst>
            <pc:docMk/>
            <pc:sldMk cId="4269364993" sldId="267"/>
            <ac:spMk id="24" creationId="{59FF6298-C8C1-B7DF-23CA-C5AB41D243E1}"/>
          </ac:spMkLst>
        </pc:spChg>
        <pc:cxnChg chg="add mod ord">
          <ac:chgData name="Sam O'Neill" userId="cb323814-a42a-4cfe-bc74-03f595e56f6e" providerId="ADAL" clId="{91D778C9-74E3-4CC4-9617-5FF49C6B54D8}" dt="2023-04-21T12:12:41.177" v="928" actId="167"/>
          <ac:cxnSpMkLst>
            <pc:docMk/>
            <pc:sldMk cId="4269364993" sldId="267"/>
            <ac:cxnSpMk id="22" creationId="{D583A817-A6EC-4350-FE62-68C98BDC207E}"/>
          </ac:cxnSpMkLst>
        </pc:cxnChg>
      </pc:sldChg>
      <pc:sldChg chg="modSp add mod">
        <pc:chgData name="Sam O'Neill" userId="cb323814-a42a-4cfe-bc74-03f595e56f6e" providerId="ADAL" clId="{91D778C9-74E3-4CC4-9617-5FF49C6B54D8}" dt="2023-04-21T12:13:22.539" v="946" actId="207"/>
        <pc:sldMkLst>
          <pc:docMk/>
          <pc:sldMk cId="918746595" sldId="268"/>
        </pc:sldMkLst>
        <pc:spChg chg="mod">
          <ac:chgData name="Sam O'Neill" userId="cb323814-a42a-4cfe-bc74-03f595e56f6e" providerId="ADAL" clId="{91D778C9-74E3-4CC4-9617-5FF49C6B54D8}" dt="2023-04-21T12:13:18.072" v="944" actId="207"/>
          <ac:spMkLst>
            <pc:docMk/>
            <pc:sldMk cId="918746595" sldId="268"/>
            <ac:spMk id="9" creationId="{C7D307ED-283D-F0E1-9360-A5F7C33717D3}"/>
          </ac:spMkLst>
        </pc:spChg>
        <pc:spChg chg="mod">
          <ac:chgData name="Sam O'Neill" userId="cb323814-a42a-4cfe-bc74-03f595e56f6e" providerId="ADAL" clId="{91D778C9-74E3-4CC4-9617-5FF49C6B54D8}" dt="2023-04-21T12:13:22.539" v="946" actId="207"/>
          <ac:spMkLst>
            <pc:docMk/>
            <pc:sldMk cId="918746595" sldId="268"/>
            <ac:spMk id="23" creationId="{950D1AF5-3A36-37DB-4D3D-960EE1DDF468}"/>
          </ac:spMkLst>
        </pc:spChg>
      </pc:sldChg>
      <pc:sldChg chg="modSp add mod">
        <pc:chgData name="Sam O'Neill" userId="cb323814-a42a-4cfe-bc74-03f595e56f6e" providerId="ADAL" clId="{91D778C9-74E3-4CC4-9617-5FF49C6B54D8}" dt="2023-04-21T12:13:38.535" v="957" actId="207"/>
        <pc:sldMkLst>
          <pc:docMk/>
          <pc:sldMk cId="1850316562" sldId="269"/>
        </pc:sldMkLst>
        <pc:spChg chg="mod">
          <ac:chgData name="Sam O'Neill" userId="cb323814-a42a-4cfe-bc74-03f595e56f6e" providerId="ADAL" clId="{91D778C9-74E3-4CC4-9617-5FF49C6B54D8}" dt="2023-04-21T12:13:38.535" v="957" actId="207"/>
          <ac:spMkLst>
            <pc:docMk/>
            <pc:sldMk cId="1850316562" sldId="269"/>
            <ac:spMk id="6" creationId="{DBBF76D4-AA7C-0706-3EAD-2B2820692302}"/>
          </ac:spMkLst>
        </pc:spChg>
        <pc:spChg chg="mod">
          <ac:chgData name="Sam O'Neill" userId="cb323814-a42a-4cfe-bc74-03f595e56f6e" providerId="ADAL" clId="{91D778C9-74E3-4CC4-9617-5FF49C6B54D8}" dt="2023-04-21T12:13:34.685" v="955" actId="207"/>
          <ac:spMkLst>
            <pc:docMk/>
            <pc:sldMk cId="1850316562" sldId="269"/>
            <ac:spMk id="9" creationId="{C7D307ED-283D-F0E1-9360-A5F7C33717D3}"/>
          </ac:spMkLst>
        </pc:spChg>
      </pc:sldChg>
      <pc:sldChg chg="addSp delSp modSp add mod">
        <pc:chgData name="Sam O'Neill" userId="cb323814-a42a-4cfe-bc74-03f595e56f6e" providerId="ADAL" clId="{91D778C9-74E3-4CC4-9617-5FF49C6B54D8}" dt="2023-04-21T12:39:40.359" v="969" actId="20577"/>
        <pc:sldMkLst>
          <pc:docMk/>
          <pc:sldMk cId="1163440490" sldId="391"/>
        </pc:sldMkLst>
        <pc:spChg chg="del">
          <ac:chgData name="Sam O'Neill" userId="cb323814-a42a-4cfe-bc74-03f595e56f6e" providerId="ADAL" clId="{91D778C9-74E3-4CC4-9617-5FF49C6B54D8}" dt="2023-04-21T12:39:11.114" v="959" actId="478"/>
          <ac:spMkLst>
            <pc:docMk/>
            <pc:sldMk cId="1163440490" sldId="391"/>
            <ac:spMk id="3" creationId="{9416A485-9EF6-C872-E3E0-EB554FEDDD59}"/>
          </ac:spMkLst>
        </pc:spChg>
        <pc:spChg chg="mod">
          <ac:chgData name="Sam O'Neill" userId="cb323814-a42a-4cfe-bc74-03f595e56f6e" providerId="ADAL" clId="{91D778C9-74E3-4CC4-9617-5FF49C6B54D8}" dt="2023-04-21T12:39:40.359" v="969" actId="20577"/>
          <ac:spMkLst>
            <pc:docMk/>
            <pc:sldMk cId="1163440490" sldId="391"/>
            <ac:spMk id="4" creationId="{DBDAD889-1E4D-39E2-EFD3-B87E67D244BB}"/>
          </ac:spMkLst>
        </pc:spChg>
        <pc:spChg chg="mod">
          <ac:chgData name="Sam O'Neill" userId="cb323814-a42a-4cfe-bc74-03f595e56f6e" providerId="ADAL" clId="{91D778C9-74E3-4CC4-9617-5FF49C6B54D8}" dt="2023-04-21T12:39:38.153" v="967" actId="20577"/>
          <ac:spMkLst>
            <pc:docMk/>
            <pc:sldMk cId="1163440490" sldId="391"/>
            <ac:spMk id="5" creationId="{20209CB6-AF76-0CAB-F0C6-9086565BC604}"/>
          </ac:spMkLst>
        </pc:spChg>
        <pc:spChg chg="add del mod">
          <ac:chgData name="Sam O'Neill" userId="cb323814-a42a-4cfe-bc74-03f595e56f6e" providerId="ADAL" clId="{91D778C9-74E3-4CC4-9617-5FF49C6B54D8}" dt="2023-04-21T12:39:34.159" v="965" actId="478"/>
          <ac:spMkLst>
            <pc:docMk/>
            <pc:sldMk cId="1163440490" sldId="391"/>
            <ac:spMk id="7" creationId="{C92806B1-FB2F-2CAC-ACEB-D71A65AB4702}"/>
          </ac:spMkLst>
        </pc:spChg>
      </pc:sldChg>
      <pc:sldChg chg="addSp delSp modSp add mod">
        <pc:chgData name="Sam O'Neill" userId="cb323814-a42a-4cfe-bc74-03f595e56f6e" providerId="ADAL" clId="{91D778C9-74E3-4CC4-9617-5FF49C6B54D8}" dt="2023-04-21T12:41:53.227" v="1004" actId="207"/>
        <pc:sldMkLst>
          <pc:docMk/>
          <pc:sldMk cId="3809095503" sldId="393"/>
        </pc:sldMkLst>
        <pc:spChg chg="mod">
          <ac:chgData name="Sam O'Neill" userId="cb323814-a42a-4cfe-bc74-03f595e56f6e" providerId="ADAL" clId="{91D778C9-74E3-4CC4-9617-5FF49C6B54D8}" dt="2023-04-21T12:41:53.227" v="1004" actId="207"/>
          <ac:spMkLst>
            <pc:docMk/>
            <pc:sldMk cId="3809095503" sldId="393"/>
            <ac:spMk id="2" creationId="{9900C608-990A-2182-B10F-8D43CB3F8146}"/>
          </ac:spMkLst>
        </pc:spChg>
        <pc:spChg chg="del">
          <ac:chgData name="Sam O'Neill" userId="cb323814-a42a-4cfe-bc74-03f595e56f6e" providerId="ADAL" clId="{91D778C9-74E3-4CC4-9617-5FF49C6B54D8}" dt="2023-04-21T12:39:14.148" v="960" actId="478"/>
          <ac:spMkLst>
            <pc:docMk/>
            <pc:sldMk cId="3809095503" sldId="393"/>
            <ac:spMk id="3" creationId="{9416A485-9EF6-C872-E3E0-EB554FEDDD59}"/>
          </ac:spMkLst>
        </pc:spChg>
        <pc:spChg chg="mod">
          <ac:chgData name="Sam O'Neill" userId="cb323814-a42a-4cfe-bc74-03f595e56f6e" providerId="ADAL" clId="{91D778C9-74E3-4CC4-9617-5FF49C6B54D8}" dt="2023-04-21T12:39:59.358" v="974" actId="20577"/>
          <ac:spMkLst>
            <pc:docMk/>
            <pc:sldMk cId="3809095503" sldId="393"/>
            <ac:spMk id="4" creationId="{DBDAD889-1E4D-39E2-EFD3-B87E67D244BB}"/>
          </ac:spMkLst>
        </pc:spChg>
        <pc:spChg chg="mod">
          <ac:chgData name="Sam O'Neill" userId="cb323814-a42a-4cfe-bc74-03f595e56f6e" providerId="ADAL" clId="{91D778C9-74E3-4CC4-9617-5FF49C6B54D8}" dt="2023-04-21T12:40:05.596" v="980" actId="20577"/>
          <ac:spMkLst>
            <pc:docMk/>
            <pc:sldMk cId="3809095503" sldId="393"/>
            <ac:spMk id="5" creationId="{20209CB6-AF76-0CAB-F0C6-9086565BC604}"/>
          </ac:spMkLst>
        </pc:spChg>
        <pc:spChg chg="add del mod">
          <ac:chgData name="Sam O'Neill" userId="cb323814-a42a-4cfe-bc74-03f595e56f6e" providerId="ADAL" clId="{91D778C9-74E3-4CC4-9617-5FF49C6B54D8}" dt="2023-04-21T12:39:52.054" v="970" actId="478"/>
          <ac:spMkLst>
            <pc:docMk/>
            <pc:sldMk cId="3809095503" sldId="393"/>
            <ac:spMk id="8" creationId="{C2EC932B-8F11-FC18-C4A1-4216AAFC63CA}"/>
          </ac:spMkLst>
        </pc:spChg>
      </pc:sldChg>
      <pc:sldChg chg="addSp delSp modSp add mod">
        <pc:chgData name="Sam O'Neill" userId="cb323814-a42a-4cfe-bc74-03f595e56f6e" providerId="ADAL" clId="{91D778C9-74E3-4CC4-9617-5FF49C6B54D8}" dt="2023-04-21T12:42:01.372" v="1007" actId="208"/>
        <pc:sldMkLst>
          <pc:docMk/>
          <pc:sldMk cId="2276671037" sldId="394"/>
        </pc:sldMkLst>
        <pc:spChg chg="mod">
          <ac:chgData name="Sam O'Neill" userId="cb323814-a42a-4cfe-bc74-03f595e56f6e" providerId="ADAL" clId="{91D778C9-74E3-4CC4-9617-5FF49C6B54D8}" dt="2023-04-21T12:42:01.372" v="1007" actId="208"/>
          <ac:spMkLst>
            <pc:docMk/>
            <pc:sldMk cId="2276671037" sldId="394"/>
            <ac:spMk id="2" creationId="{9900C608-990A-2182-B10F-8D43CB3F8146}"/>
          </ac:spMkLst>
        </pc:spChg>
        <pc:spChg chg="del">
          <ac:chgData name="Sam O'Neill" userId="cb323814-a42a-4cfe-bc74-03f595e56f6e" providerId="ADAL" clId="{91D778C9-74E3-4CC4-9617-5FF49C6B54D8}" dt="2023-04-21T12:39:16.311" v="961" actId="478"/>
          <ac:spMkLst>
            <pc:docMk/>
            <pc:sldMk cId="2276671037" sldId="394"/>
            <ac:spMk id="3" creationId="{9416A485-9EF6-C872-E3E0-EB554FEDDD59}"/>
          </ac:spMkLst>
        </pc:spChg>
        <pc:spChg chg="mod">
          <ac:chgData name="Sam O'Neill" userId="cb323814-a42a-4cfe-bc74-03f595e56f6e" providerId="ADAL" clId="{91D778C9-74E3-4CC4-9617-5FF49C6B54D8}" dt="2023-04-21T12:40:17.639" v="985" actId="20577"/>
          <ac:spMkLst>
            <pc:docMk/>
            <pc:sldMk cId="2276671037" sldId="394"/>
            <ac:spMk id="4" creationId="{DBDAD889-1E4D-39E2-EFD3-B87E67D244BB}"/>
          </ac:spMkLst>
        </pc:spChg>
        <pc:spChg chg="mod">
          <ac:chgData name="Sam O'Neill" userId="cb323814-a42a-4cfe-bc74-03f595e56f6e" providerId="ADAL" clId="{91D778C9-74E3-4CC4-9617-5FF49C6B54D8}" dt="2023-04-21T12:40:15.041" v="983" actId="20577"/>
          <ac:spMkLst>
            <pc:docMk/>
            <pc:sldMk cId="2276671037" sldId="394"/>
            <ac:spMk id="5" creationId="{20209CB6-AF76-0CAB-F0C6-9086565BC604}"/>
          </ac:spMkLst>
        </pc:spChg>
        <pc:spChg chg="mod">
          <ac:chgData name="Sam O'Neill" userId="cb323814-a42a-4cfe-bc74-03f595e56f6e" providerId="ADAL" clId="{91D778C9-74E3-4CC4-9617-5FF49C6B54D8}" dt="2023-04-21T12:40:22.223" v="989" actId="20577"/>
          <ac:spMkLst>
            <pc:docMk/>
            <pc:sldMk cId="2276671037" sldId="394"/>
            <ac:spMk id="7" creationId="{3F874202-06A4-2F95-1C73-C257B0493374}"/>
          </ac:spMkLst>
        </pc:spChg>
        <pc:spChg chg="add del mod">
          <ac:chgData name="Sam O'Neill" userId="cb323814-a42a-4cfe-bc74-03f595e56f6e" providerId="ADAL" clId="{91D778C9-74E3-4CC4-9617-5FF49C6B54D8}" dt="2023-04-21T12:40:12.836" v="981" actId="478"/>
          <ac:spMkLst>
            <pc:docMk/>
            <pc:sldMk cId="2276671037" sldId="394"/>
            <ac:spMk id="10" creationId="{0763AF44-3E9C-46A7-918C-3408C19A506B}"/>
          </ac:spMkLst>
        </pc:spChg>
      </pc:sldChg>
      <pc:sldChg chg="addSp delSp modSp add mod">
        <pc:chgData name="Sam O'Neill" userId="cb323814-a42a-4cfe-bc74-03f595e56f6e" providerId="ADAL" clId="{91D778C9-74E3-4CC4-9617-5FF49C6B54D8}" dt="2023-04-21T12:42:30.456" v="1017" actId="20577"/>
        <pc:sldMkLst>
          <pc:docMk/>
          <pc:sldMk cId="4065923517" sldId="395"/>
        </pc:sldMkLst>
        <pc:spChg chg="del">
          <ac:chgData name="Sam O'Neill" userId="cb323814-a42a-4cfe-bc74-03f595e56f6e" providerId="ADAL" clId="{91D778C9-74E3-4CC4-9617-5FF49C6B54D8}" dt="2023-04-21T12:42:17.903" v="1011" actId="478"/>
          <ac:spMkLst>
            <pc:docMk/>
            <pc:sldMk cId="4065923517" sldId="395"/>
            <ac:spMk id="2" creationId="{9900C608-990A-2182-B10F-8D43CB3F8146}"/>
          </ac:spMkLst>
        </pc:spChg>
        <pc:spChg chg="del">
          <ac:chgData name="Sam O'Neill" userId="cb323814-a42a-4cfe-bc74-03f595e56f6e" providerId="ADAL" clId="{91D778C9-74E3-4CC4-9617-5FF49C6B54D8}" dt="2023-04-21T12:39:19.556" v="962" actId="478"/>
          <ac:spMkLst>
            <pc:docMk/>
            <pc:sldMk cId="4065923517" sldId="395"/>
            <ac:spMk id="3" creationId="{9416A485-9EF6-C872-E3E0-EB554FEDDD59}"/>
          </ac:spMkLst>
        </pc:spChg>
        <pc:spChg chg="add del mod">
          <ac:chgData name="Sam O'Neill" userId="cb323814-a42a-4cfe-bc74-03f595e56f6e" providerId="ADAL" clId="{91D778C9-74E3-4CC4-9617-5FF49C6B54D8}" dt="2023-04-21T12:42:28.134" v="1015" actId="478"/>
          <ac:spMkLst>
            <pc:docMk/>
            <pc:sldMk cId="4065923517" sldId="395"/>
            <ac:spMk id="5" creationId="{6879C42E-6827-CE5D-F2D1-0173BE598048}"/>
          </ac:spMkLst>
        </pc:spChg>
        <pc:spChg chg="del">
          <ac:chgData name="Sam O'Neill" userId="cb323814-a42a-4cfe-bc74-03f595e56f6e" providerId="ADAL" clId="{91D778C9-74E3-4CC4-9617-5FF49C6B54D8}" dt="2023-04-21T12:42:17.903" v="1011" actId="478"/>
          <ac:spMkLst>
            <pc:docMk/>
            <pc:sldMk cId="4065923517" sldId="395"/>
            <ac:spMk id="7" creationId="{3F874202-06A4-2F95-1C73-C257B0493374}"/>
          </ac:spMkLst>
        </pc:spChg>
        <pc:spChg chg="mod">
          <ac:chgData name="Sam O'Neill" userId="cb323814-a42a-4cfe-bc74-03f595e56f6e" providerId="ADAL" clId="{91D778C9-74E3-4CC4-9617-5FF49C6B54D8}" dt="2023-04-21T12:42:30.456" v="1017" actId="20577"/>
          <ac:spMkLst>
            <pc:docMk/>
            <pc:sldMk cId="4065923517" sldId="395"/>
            <ac:spMk id="8" creationId="{BA1ABF91-EB3F-B3B7-E47B-ACA94233F0AD}"/>
          </ac:spMkLst>
        </pc:spChg>
        <pc:spChg chg="add mod">
          <ac:chgData name="Sam O'Neill" userId="cb323814-a42a-4cfe-bc74-03f595e56f6e" providerId="ADAL" clId="{91D778C9-74E3-4CC4-9617-5FF49C6B54D8}" dt="2023-04-21T12:42:25.240" v="1014" actId="207"/>
          <ac:spMkLst>
            <pc:docMk/>
            <pc:sldMk cId="4065923517" sldId="395"/>
            <ac:spMk id="10" creationId="{8AD555DE-E8AD-EE5D-6151-DDBBAF56C3BE}"/>
          </ac:spMkLst>
        </pc:spChg>
        <pc:spChg chg="add mod">
          <ac:chgData name="Sam O'Neill" userId="cb323814-a42a-4cfe-bc74-03f595e56f6e" providerId="ADAL" clId="{91D778C9-74E3-4CC4-9617-5FF49C6B54D8}" dt="2023-04-21T12:42:18.148" v="1012"/>
          <ac:spMkLst>
            <pc:docMk/>
            <pc:sldMk cId="4065923517" sldId="395"/>
            <ac:spMk id="11" creationId="{E5F70F47-47B2-2D28-7B0A-59A51D44C2B9}"/>
          </ac:spMkLst>
        </pc:spChg>
        <pc:spChg chg="add mod">
          <ac:chgData name="Sam O'Neill" userId="cb323814-a42a-4cfe-bc74-03f595e56f6e" providerId="ADAL" clId="{91D778C9-74E3-4CC4-9617-5FF49C6B54D8}" dt="2023-04-21T12:42:18.148" v="1012"/>
          <ac:spMkLst>
            <pc:docMk/>
            <pc:sldMk cId="4065923517" sldId="395"/>
            <ac:spMk id="12" creationId="{965E852C-BEEE-BE61-9858-1799E6A81B6E}"/>
          </ac:spMkLst>
        </pc:spChg>
        <pc:spChg chg="add mod">
          <ac:chgData name="Sam O'Neill" userId="cb323814-a42a-4cfe-bc74-03f595e56f6e" providerId="ADAL" clId="{91D778C9-74E3-4CC4-9617-5FF49C6B54D8}" dt="2023-04-21T12:42:18.148" v="1012"/>
          <ac:spMkLst>
            <pc:docMk/>
            <pc:sldMk cId="4065923517" sldId="395"/>
            <ac:spMk id="13" creationId="{DFAD5546-3F44-98EC-B24B-5634AAF24F93}"/>
          </ac:spMkLst>
        </pc:spChg>
      </pc:sldChg>
      <pc:sldChg chg="addSp delSp modSp add del mod">
        <pc:chgData name="Sam O'Neill" userId="cb323814-a42a-4cfe-bc74-03f595e56f6e" providerId="ADAL" clId="{91D778C9-74E3-4CC4-9617-5FF49C6B54D8}" dt="2023-04-21T12:42:52.144" v="1018" actId="47"/>
        <pc:sldMkLst>
          <pc:docMk/>
          <pc:sldMk cId="3049910573" sldId="397"/>
        </pc:sldMkLst>
        <pc:spChg chg="del">
          <ac:chgData name="Sam O'Neill" userId="cb323814-a42a-4cfe-bc74-03f595e56f6e" providerId="ADAL" clId="{91D778C9-74E3-4CC4-9617-5FF49C6B54D8}" dt="2023-04-21T12:39:22.382" v="963" actId="478"/>
          <ac:spMkLst>
            <pc:docMk/>
            <pc:sldMk cId="3049910573" sldId="397"/>
            <ac:spMk id="3" creationId="{9416A485-9EF6-C872-E3E0-EB554FEDDD59}"/>
          </ac:spMkLst>
        </pc:spChg>
        <pc:spChg chg="add mod">
          <ac:chgData name="Sam O'Neill" userId="cb323814-a42a-4cfe-bc74-03f595e56f6e" providerId="ADAL" clId="{91D778C9-74E3-4CC4-9617-5FF49C6B54D8}" dt="2023-04-21T12:39:22.382" v="963" actId="478"/>
          <ac:spMkLst>
            <pc:docMk/>
            <pc:sldMk cId="3049910573" sldId="397"/>
            <ac:spMk id="10" creationId="{2E6AAE9C-EEBD-439B-4DDF-801176D88894}"/>
          </ac:spMkLst>
        </pc:spChg>
      </pc:sldChg>
      <pc:sldChg chg="addSp delSp modSp add del mod">
        <pc:chgData name="Sam O'Neill" userId="cb323814-a42a-4cfe-bc74-03f595e56f6e" providerId="ADAL" clId="{91D778C9-74E3-4CC4-9617-5FF49C6B54D8}" dt="2023-04-21T12:42:52.144" v="1018" actId="47"/>
        <pc:sldMkLst>
          <pc:docMk/>
          <pc:sldMk cId="1496695064" sldId="398"/>
        </pc:sldMkLst>
        <pc:spChg chg="del">
          <ac:chgData name="Sam O'Neill" userId="cb323814-a42a-4cfe-bc74-03f595e56f6e" providerId="ADAL" clId="{91D778C9-74E3-4CC4-9617-5FF49C6B54D8}" dt="2023-04-21T12:39:27.293" v="964" actId="478"/>
          <ac:spMkLst>
            <pc:docMk/>
            <pc:sldMk cId="1496695064" sldId="398"/>
            <ac:spMk id="3" creationId="{9416A485-9EF6-C872-E3E0-EB554FEDDD59}"/>
          </ac:spMkLst>
        </pc:spChg>
        <pc:spChg chg="add mod">
          <ac:chgData name="Sam O'Neill" userId="cb323814-a42a-4cfe-bc74-03f595e56f6e" providerId="ADAL" clId="{91D778C9-74E3-4CC4-9617-5FF49C6B54D8}" dt="2023-04-21T12:39:27.293" v="964" actId="478"/>
          <ac:spMkLst>
            <pc:docMk/>
            <pc:sldMk cId="1496695064" sldId="398"/>
            <ac:spMk id="5" creationId="{FAEBE4BC-EF7F-2AC6-0EBE-992D43926714}"/>
          </ac:spMkLst>
        </pc:spChg>
      </pc:sldChg>
      <pc:sldChg chg="addSp modSp add mod">
        <pc:chgData name="Sam O'Neill" userId="cb323814-a42a-4cfe-bc74-03f595e56f6e" providerId="ADAL" clId="{91D778C9-74E3-4CC4-9617-5FF49C6B54D8}" dt="2023-04-21T12:42:08.244" v="1010" actId="208"/>
        <pc:sldMkLst>
          <pc:docMk/>
          <pc:sldMk cId="713057662" sldId="399"/>
        </pc:sldMkLst>
        <pc:spChg chg="mod">
          <ac:chgData name="Sam O'Neill" userId="cb323814-a42a-4cfe-bc74-03f595e56f6e" providerId="ADAL" clId="{91D778C9-74E3-4CC4-9617-5FF49C6B54D8}" dt="2023-04-21T12:41:37.127" v="1000" actId="20577"/>
          <ac:spMkLst>
            <pc:docMk/>
            <pc:sldMk cId="713057662" sldId="399"/>
            <ac:spMk id="2" creationId="{9900C608-990A-2182-B10F-8D43CB3F8146}"/>
          </ac:spMkLst>
        </pc:spChg>
        <pc:spChg chg="add mod">
          <ac:chgData name="Sam O'Neill" userId="cb323814-a42a-4cfe-bc74-03f595e56f6e" providerId="ADAL" clId="{91D778C9-74E3-4CC4-9617-5FF49C6B54D8}" dt="2023-04-21T12:41:29.092" v="994" actId="1076"/>
          <ac:spMkLst>
            <pc:docMk/>
            <pc:sldMk cId="713057662" sldId="399"/>
            <ac:spMk id="3" creationId="{9427AE1C-565F-F207-02F2-9E4418229964}"/>
          </ac:spMkLst>
        </pc:spChg>
        <pc:spChg chg="mod">
          <ac:chgData name="Sam O'Neill" userId="cb323814-a42a-4cfe-bc74-03f595e56f6e" providerId="ADAL" clId="{91D778C9-74E3-4CC4-9617-5FF49C6B54D8}" dt="2023-04-21T12:42:08.244" v="1010" actId="208"/>
          <ac:spMkLst>
            <pc:docMk/>
            <pc:sldMk cId="713057662" sldId="399"/>
            <ac:spMk id="4" creationId="{DBDAD889-1E4D-39E2-EFD3-B87E67D244BB}"/>
          </ac:spMkLst>
        </pc:spChg>
        <pc:spChg chg="mod">
          <ac:chgData name="Sam O'Neill" userId="cb323814-a42a-4cfe-bc74-03f595e56f6e" providerId="ADAL" clId="{91D778C9-74E3-4CC4-9617-5FF49C6B54D8}" dt="2023-04-21T12:41:22.494" v="992" actId="20577"/>
          <ac:spMkLst>
            <pc:docMk/>
            <pc:sldMk cId="713057662" sldId="399"/>
            <ac:spMk id="5" creationId="{20209CB6-AF76-0CAB-F0C6-9086565BC604}"/>
          </ac:spMkLst>
        </pc:spChg>
        <pc:spChg chg="mod">
          <ac:chgData name="Sam O'Neill" userId="cb323814-a42a-4cfe-bc74-03f595e56f6e" providerId="ADAL" clId="{91D778C9-74E3-4CC4-9617-5FF49C6B54D8}" dt="2023-04-21T12:41:32.454" v="996" actId="20577"/>
          <ac:spMkLst>
            <pc:docMk/>
            <pc:sldMk cId="713057662" sldId="399"/>
            <ac:spMk id="7" creationId="{3F874202-06A4-2F95-1C73-C257B0493374}"/>
          </ac:spMkLst>
        </pc:spChg>
      </pc:sldChg>
      <pc:sldChg chg="addSp delSp modSp add mod">
        <pc:chgData name="Sam O'Neill" userId="cb323814-a42a-4cfe-bc74-03f595e56f6e" providerId="ADAL" clId="{91D778C9-74E3-4CC4-9617-5FF49C6B54D8}" dt="2023-04-21T12:48:35.637" v="1133" actId="255"/>
        <pc:sldMkLst>
          <pc:docMk/>
          <pc:sldMk cId="2481232738" sldId="400"/>
        </pc:sldMkLst>
        <pc:spChg chg="mod">
          <ac:chgData name="Sam O'Neill" userId="cb323814-a42a-4cfe-bc74-03f595e56f6e" providerId="ADAL" clId="{91D778C9-74E3-4CC4-9617-5FF49C6B54D8}" dt="2023-04-21T12:48:35.637" v="1133" actId="255"/>
          <ac:spMkLst>
            <pc:docMk/>
            <pc:sldMk cId="2481232738" sldId="400"/>
            <ac:spMk id="12" creationId="{5965E2D6-B7E3-26AB-8792-040A68B99452}"/>
          </ac:spMkLst>
        </pc:spChg>
        <pc:spChg chg="mod">
          <ac:chgData name="Sam O'Neill" userId="cb323814-a42a-4cfe-bc74-03f595e56f6e" providerId="ADAL" clId="{91D778C9-74E3-4CC4-9617-5FF49C6B54D8}" dt="2023-04-21T12:46:43.793" v="1073" actId="20577"/>
          <ac:spMkLst>
            <pc:docMk/>
            <pc:sldMk cId="2481232738" sldId="400"/>
            <ac:spMk id="13" creationId="{B97FD619-ADD5-F5C3-D77A-8B53C8694889}"/>
          </ac:spMkLst>
        </pc:spChg>
        <pc:spChg chg="mod">
          <ac:chgData name="Sam O'Neill" userId="cb323814-a42a-4cfe-bc74-03f595e56f6e" providerId="ADAL" clId="{91D778C9-74E3-4CC4-9617-5FF49C6B54D8}" dt="2023-04-21T12:46:51.262" v="1075" actId="20577"/>
          <ac:spMkLst>
            <pc:docMk/>
            <pc:sldMk cId="2481232738" sldId="400"/>
            <ac:spMk id="14" creationId="{9FDBFCB6-0509-CA98-2DAE-CDEB22F9206A}"/>
          </ac:spMkLst>
        </pc:spChg>
        <pc:spChg chg="mod">
          <ac:chgData name="Sam O'Neill" userId="cb323814-a42a-4cfe-bc74-03f595e56f6e" providerId="ADAL" clId="{91D778C9-74E3-4CC4-9617-5FF49C6B54D8}" dt="2023-04-21T12:46:54.357" v="1077" actId="20577"/>
          <ac:spMkLst>
            <pc:docMk/>
            <pc:sldMk cId="2481232738" sldId="400"/>
            <ac:spMk id="15" creationId="{EADE4E44-9D3E-411D-1C46-1F44B4B5D11D}"/>
          </ac:spMkLst>
        </pc:spChg>
        <pc:spChg chg="add mod">
          <ac:chgData name="Sam O'Neill" userId="cb323814-a42a-4cfe-bc74-03f595e56f6e" providerId="ADAL" clId="{91D778C9-74E3-4CC4-9617-5FF49C6B54D8}" dt="2023-04-21T12:48:28.986" v="1130" actId="1076"/>
          <ac:spMkLst>
            <pc:docMk/>
            <pc:sldMk cId="2481232738" sldId="400"/>
            <ac:spMk id="20" creationId="{62679A60-BCF3-C10B-D0C0-6E82FC071105}"/>
          </ac:spMkLst>
        </pc:spChg>
        <pc:picChg chg="add mod ord">
          <ac:chgData name="Sam O'Neill" userId="cb323814-a42a-4cfe-bc74-03f595e56f6e" providerId="ADAL" clId="{91D778C9-74E3-4CC4-9617-5FF49C6B54D8}" dt="2023-04-21T12:46:11.312" v="1068" actId="1076"/>
          <ac:picMkLst>
            <pc:docMk/>
            <pc:sldMk cId="2481232738" sldId="400"/>
            <ac:picMk id="3" creationId="{F190B7FC-480D-4B7F-C269-E3AC803EF6BD}"/>
          </ac:picMkLst>
        </pc:picChg>
        <pc:picChg chg="del">
          <ac:chgData name="Sam O'Neill" userId="cb323814-a42a-4cfe-bc74-03f595e56f6e" providerId="ADAL" clId="{91D778C9-74E3-4CC4-9617-5FF49C6B54D8}" dt="2023-04-21T12:44:11.717" v="1029" actId="478"/>
          <ac:picMkLst>
            <pc:docMk/>
            <pc:sldMk cId="2481232738" sldId="400"/>
            <ac:picMk id="5" creationId="{CEBC1220-BB21-ED7D-B6A1-A38B7B44F943}"/>
          </ac:picMkLst>
        </pc:picChg>
        <pc:picChg chg="add del mod ord">
          <ac:chgData name="Sam O'Neill" userId="cb323814-a42a-4cfe-bc74-03f595e56f6e" providerId="ADAL" clId="{91D778C9-74E3-4CC4-9617-5FF49C6B54D8}" dt="2023-04-21T12:46:11.312" v="1068" actId="1076"/>
          <ac:picMkLst>
            <pc:docMk/>
            <pc:sldMk cId="2481232738" sldId="400"/>
            <ac:picMk id="6" creationId="{FC063B22-8C29-3BE6-C6C4-57B4145AB9CF}"/>
          </ac:picMkLst>
        </pc:picChg>
        <pc:picChg chg="del">
          <ac:chgData name="Sam O'Neill" userId="cb323814-a42a-4cfe-bc74-03f595e56f6e" providerId="ADAL" clId="{91D778C9-74E3-4CC4-9617-5FF49C6B54D8}" dt="2023-04-21T12:45:03.755" v="1048" actId="478"/>
          <ac:picMkLst>
            <pc:docMk/>
            <pc:sldMk cId="2481232738" sldId="400"/>
            <ac:picMk id="7" creationId="{6E219F44-DE86-69E1-5F03-DE9EE8515564}"/>
          </ac:picMkLst>
        </pc:picChg>
        <pc:picChg chg="del">
          <ac:chgData name="Sam O'Neill" userId="cb323814-a42a-4cfe-bc74-03f595e56f6e" providerId="ADAL" clId="{91D778C9-74E3-4CC4-9617-5FF49C6B54D8}" dt="2023-04-21T12:45:32.338" v="1061" actId="478"/>
          <ac:picMkLst>
            <pc:docMk/>
            <pc:sldMk cId="2481232738" sldId="400"/>
            <ac:picMk id="9" creationId="{689FCBD5-A5CB-659F-30F5-FFEE14B45695}"/>
          </ac:picMkLst>
        </pc:picChg>
        <pc:picChg chg="add mod ord">
          <ac:chgData name="Sam O'Neill" userId="cb323814-a42a-4cfe-bc74-03f595e56f6e" providerId="ADAL" clId="{91D778C9-74E3-4CC4-9617-5FF49C6B54D8}" dt="2023-04-21T12:46:11.312" v="1068" actId="1076"/>
          <ac:picMkLst>
            <pc:docMk/>
            <pc:sldMk cId="2481232738" sldId="400"/>
            <ac:picMk id="10" creationId="{1292E221-2B5D-F259-CE55-F9F72DC83513}"/>
          </ac:picMkLst>
        </pc:picChg>
        <pc:picChg chg="del">
          <ac:chgData name="Sam O'Neill" userId="cb323814-a42a-4cfe-bc74-03f595e56f6e" providerId="ADAL" clId="{91D778C9-74E3-4CC4-9617-5FF49C6B54D8}" dt="2023-04-21T12:46:05.811" v="1067" actId="478"/>
          <ac:picMkLst>
            <pc:docMk/>
            <pc:sldMk cId="2481232738" sldId="400"/>
            <ac:picMk id="11" creationId="{3929AFCC-6C7C-1CA7-C3F5-39AAE869E040}"/>
          </ac:picMkLst>
        </pc:picChg>
        <pc:picChg chg="add mod ord">
          <ac:chgData name="Sam O'Neill" userId="cb323814-a42a-4cfe-bc74-03f595e56f6e" providerId="ADAL" clId="{91D778C9-74E3-4CC4-9617-5FF49C6B54D8}" dt="2023-04-21T12:46:11.312" v="1068" actId="1076"/>
          <ac:picMkLst>
            <pc:docMk/>
            <pc:sldMk cId="2481232738" sldId="400"/>
            <ac:picMk id="17" creationId="{A78496B5-0123-3403-7F5B-74A6A3122503}"/>
          </ac:picMkLst>
        </pc:picChg>
        <pc:picChg chg="add mod">
          <ac:chgData name="Sam O'Neill" userId="cb323814-a42a-4cfe-bc74-03f595e56f6e" providerId="ADAL" clId="{91D778C9-74E3-4CC4-9617-5FF49C6B54D8}" dt="2023-04-21T12:47:19.723" v="1082" actId="1076"/>
          <ac:picMkLst>
            <pc:docMk/>
            <pc:sldMk cId="2481232738" sldId="400"/>
            <ac:picMk id="19" creationId="{59670B27-41FF-0236-3B1B-9D1DEA1A2FC1}"/>
          </ac:picMkLst>
        </pc:picChg>
      </pc:sldChg>
      <pc:sldMasterChg chg="addSp modSp mod">
        <pc:chgData name="Sam O'Neill" userId="cb323814-a42a-4cfe-bc74-03f595e56f6e" providerId="ADAL" clId="{91D778C9-74E3-4CC4-9617-5FF49C6B54D8}" dt="2023-04-21T12:07:39.832" v="921"/>
        <pc:sldMasterMkLst>
          <pc:docMk/>
          <pc:sldMasterMk cId="789315419" sldId="2147483648"/>
        </pc:sldMasterMkLst>
        <pc:spChg chg="add mod ord modVis">
          <ac:chgData name="Sam O'Neill" userId="cb323814-a42a-4cfe-bc74-03f595e56f6e" providerId="ADAL" clId="{91D778C9-74E3-4CC4-9617-5FF49C6B54D8}" dt="2023-04-21T12:07:39.832" v="921"/>
          <ac:spMkLst>
            <pc:docMk/>
            <pc:sldMasterMk cId="789315419" sldId="2147483648"/>
            <ac:spMk id="7" creationId="{0F19525D-3463-C716-9E55-13A81D50BDFD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0805-FAE2-3A16-B5E4-2A37240FB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49D34-AF27-C913-F88C-F74825ECA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38DC0-DDD2-D326-AB92-5ADC5970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5680-9E60-1646-94DE-39188247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4DD56-DA7D-931C-AF30-92A58525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4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EDA7-A110-458B-303D-E818A0B1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E30A-245C-E292-F617-BF7D09A4D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48364-4A14-A124-E0EA-FC223E0D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D0945-8AFE-E848-4847-0D80500A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2DD1C-5E98-93D0-6E09-D80E302D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79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8478-9FD9-3EB8-4DF1-C3478EA1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0CD8D-5119-1615-6021-CC13D1202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2E968-A770-B304-2F96-912E903A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32000-9B53-8E55-5EB1-49612931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CE95-9C63-96DB-AC07-062B76DE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15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CD05-9D41-A07E-D8C6-887868DA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1C03C-EF82-AABC-109D-FF5CBE8F0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A1187-391E-7C67-CAAD-DC731AB6B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293F9-5064-5928-7453-FBC1AC01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64C4B-57B0-961E-1DE3-0F245926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9E168-30A4-E19F-AD01-241D43B3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80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6135-761E-DFBD-AD1A-7B7C883B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2AF83-44B3-33C5-6E2F-E6505C604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9997C-A8F5-E839-4A8F-18384C63D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35EC9-304C-0BAE-35D5-EBFB1E110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FEBD8-0F58-D7F9-8A8E-9C80AC396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7D9A6-3240-CF05-0F17-6B28FFD2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DDEDA-62C3-0F9B-5A61-8B667563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2BFA9-D57F-DCA7-3A7F-1BD4E55A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9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8F2D-5673-15ED-2697-9428EDDB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807BE-9241-692A-03B3-DABC16DC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1BE01-3526-41CE-4B1E-263B5EDF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9A793-1C3D-DF92-72E7-47303A9E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69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5A14F-7143-90E2-8AA3-A66FEA6A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A1B5B-DE5C-D89E-8ABE-AC6F60E2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7DF8C-EEE6-BE09-6B7C-B723AF37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39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7439-9E43-4FC9-D30B-FB578CEC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3B95C-D01A-10A3-CFF4-9B91B8FCE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65ED7-A133-12D7-5FC0-E9DBE0F87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61D6F-001D-A226-C0B3-5F0819CF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FC549-8796-996C-4437-0D785340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27D12-5BD8-C101-4619-44B21453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46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0C3C-F82A-4A28-2E1B-E700204F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AAFA1-18BD-5013-C508-F678670DC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7DD94-9733-1122-B71D-1CC081FCD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E2120-BB08-D244-71A1-330291F7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45A54-930F-3D63-7FEF-B950A50B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04E71-D926-4B87-73BA-DA4DD7DA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91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EC9DF-C1D3-6FE5-5C48-B5213CFA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C7B2F-B757-34CD-BB5D-6801406B1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5C599-3953-A9A8-A61D-3D50DC76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79C89-4C26-D8FA-4A30-45147575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D5095-C5E7-E278-DB19-3D9B595E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14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6AB57-45E1-5E10-5D7F-4468F1CDD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173DB-14B5-8AF0-897E-4E1BFA3B4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A288D-3B2E-ECC0-6D1B-2370803E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7A46-68BA-5988-5848-CE56B2AB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D24A9-E361-E68F-7A6C-C01441F8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75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3278-C4BF-1C3B-013B-0C2C344F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03E65-D135-22CE-CB35-34432CD33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91939-8261-F95E-C7B7-7627459D2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A297A-E8F2-48B0-B03D-1D035A6A6E29}" type="datetimeFigureOut">
              <a:rPr lang="en-GB" smtClean="0"/>
              <a:t>21/04/2023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241BD-DFD6-FDD8-9D1D-56C3CFE22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D386E-6E00-A697-C1BD-2C1561960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A6BB3-8BAA-4A13-89A2-95F79CC6EE2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0F19525D-3463-C716-9E55-13A81D50BDFD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78931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3EF88-1DE5-CAF4-BFD8-79636637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950" y="1757129"/>
            <a:ext cx="5191850" cy="334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6EF06-DE54-4E54-B5C3-F3A6B7A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50" y="1757129"/>
            <a:ext cx="2360933" cy="318611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F4FB4E8-D1A6-D5C8-9BB7-033FA770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319"/>
            <a:ext cx="750674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3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3EF88-1DE5-CAF4-BFD8-79636637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950" y="1757129"/>
            <a:ext cx="5191850" cy="334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6EF06-DE54-4E54-B5C3-F3A6B7A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50" y="1757129"/>
            <a:ext cx="2360933" cy="31861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FED6D7-30C9-0D26-36E8-F301DE60BE8F}"/>
              </a:ext>
            </a:extLst>
          </p:cNvPr>
          <p:cNvSpPr/>
          <p:nvPr/>
        </p:nvSpPr>
        <p:spPr>
          <a:xfrm>
            <a:off x="6810378" y="2619374"/>
            <a:ext cx="657222" cy="923925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703A18-A830-44E5-E0C6-735BF93A9774}"/>
                  </a:ext>
                </a:extLst>
              </p:cNvPr>
              <p:cNvSpPr txBox="1"/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>
                    <a:latin typeface="Consolas" panose="020B0609020204030204" pitchFamily="49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703A18-A830-44E5-E0C6-735BF93A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blipFill>
                <a:blip r:embed="rId4"/>
                <a:stretch>
                  <a:fillRect l="-2459" t="-3922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94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3EF88-1DE5-CAF4-BFD8-79636637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950" y="1757129"/>
            <a:ext cx="5191850" cy="334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6EF06-DE54-4E54-B5C3-F3A6B7A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50" y="1757129"/>
            <a:ext cx="2360933" cy="31861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AECC36B-B0AE-B1EC-2D22-1793EFD4F266}"/>
              </a:ext>
            </a:extLst>
          </p:cNvPr>
          <p:cNvSpPr/>
          <p:nvPr/>
        </p:nvSpPr>
        <p:spPr>
          <a:xfrm>
            <a:off x="6810378" y="2619374"/>
            <a:ext cx="657222" cy="923925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E5BE9-5470-0C7B-82DC-36992E2A2697}"/>
                  </a:ext>
                </a:extLst>
              </p:cNvPr>
              <p:cNvSpPr txBox="1"/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>
                    <a:latin typeface="Consolas" panose="020B0609020204030204" pitchFamily="49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E5BE9-5470-0C7B-82DC-36992E2A2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blipFill>
                <a:blip r:embed="rId4"/>
                <a:stretch>
                  <a:fillRect l="-2459" t="-3922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949B9F-4D28-64AB-74D7-A56B41EFE7D3}"/>
              </a:ext>
            </a:extLst>
          </p:cNvPr>
          <p:cNvSpPr/>
          <p:nvPr/>
        </p:nvSpPr>
        <p:spPr>
          <a:xfrm>
            <a:off x="5994217" y="3399169"/>
            <a:ext cx="657222" cy="9239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25BCC-9C60-D1A1-3A65-3B7DA48822FB}"/>
              </a:ext>
            </a:extLst>
          </p:cNvPr>
          <p:cNvSpPr txBox="1"/>
          <p:nvPr/>
        </p:nvSpPr>
        <p:spPr>
          <a:xfrm>
            <a:off x="5869589" y="3029837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LEFT(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FC7A-0F1A-5218-A917-FC6433C33A84}"/>
              </a:ext>
            </a:extLst>
          </p:cNvPr>
          <p:cNvSpPr/>
          <p:nvPr/>
        </p:nvSpPr>
        <p:spPr>
          <a:xfrm>
            <a:off x="7626539" y="3399170"/>
            <a:ext cx="657222" cy="9239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3DBC9-989B-F40D-DB6C-E884A1B9DD9E}"/>
              </a:ext>
            </a:extLst>
          </p:cNvPr>
          <p:cNvSpPr txBox="1"/>
          <p:nvPr/>
        </p:nvSpPr>
        <p:spPr>
          <a:xfrm>
            <a:off x="7505700" y="3029838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RIGHT(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917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3EF88-1DE5-CAF4-BFD8-79636637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950" y="1757129"/>
            <a:ext cx="5191850" cy="334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6EF06-DE54-4E54-B5C3-F3A6B7A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50" y="1757129"/>
            <a:ext cx="2360933" cy="31861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AECC36B-B0AE-B1EC-2D22-1793EFD4F266}"/>
              </a:ext>
            </a:extLst>
          </p:cNvPr>
          <p:cNvSpPr/>
          <p:nvPr/>
        </p:nvSpPr>
        <p:spPr>
          <a:xfrm>
            <a:off x="6810378" y="2619374"/>
            <a:ext cx="657222" cy="923925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E5BE9-5470-0C7B-82DC-36992E2A2697}"/>
                  </a:ext>
                </a:extLst>
              </p:cNvPr>
              <p:cNvSpPr txBox="1"/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>
                    <a:latin typeface="Consolas" panose="020B0609020204030204" pitchFamily="49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E5BE9-5470-0C7B-82DC-36992E2A2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467" y="2250042"/>
                <a:ext cx="743409" cy="307777"/>
              </a:xfrm>
              <a:prstGeom prst="rect">
                <a:avLst/>
              </a:prstGeom>
              <a:blipFill>
                <a:blip r:embed="rId4"/>
                <a:stretch>
                  <a:fillRect l="-2459" t="-3922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949B9F-4D28-64AB-74D7-A56B41EFE7D3}"/>
              </a:ext>
            </a:extLst>
          </p:cNvPr>
          <p:cNvSpPr/>
          <p:nvPr/>
        </p:nvSpPr>
        <p:spPr>
          <a:xfrm>
            <a:off x="5994217" y="3399169"/>
            <a:ext cx="657222" cy="9239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25BCC-9C60-D1A1-3A65-3B7DA48822FB}"/>
              </a:ext>
            </a:extLst>
          </p:cNvPr>
          <p:cNvSpPr txBox="1"/>
          <p:nvPr/>
        </p:nvSpPr>
        <p:spPr>
          <a:xfrm>
            <a:off x="5869589" y="3029837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LEFT(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FC7A-0F1A-5218-A917-FC6433C33A84}"/>
              </a:ext>
            </a:extLst>
          </p:cNvPr>
          <p:cNvSpPr/>
          <p:nvPr/>
        </p:nvSpPr>
        <p:spPr>
          <a:xfrm>
            <a:off x="7626539" y="3399170"/>
            <a:ext cx="657222" cy="9239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3DBC9-989B-F40D-DB6C-E884A1B9DD9E}"/>
              </a:ext>
            </a:extLst>
          </p:cNvPr>
          <p:cNvSpPr txBox="1"/>
          <p:nvPr/>
        </p:nvSpPr>
        <p:spPr>
          <a:xfrm>
            <a:off x="7505700" y="3029838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RIGHT(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79F96-AF26-B275-7527-3C36EBE16A3D}"/>
              </a:ext>
            </a:extLst>
          </p:cNvPr>
          <p:cNvSpPr/>
          <p:nvPr/>
        </p:nvSpPr>
        <p:spPr>
          <a:xfrm>
            <a:off x="8025646" y="1788079"/>
            <a:ext cx="657222" cy="92392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2450C-4C8D-629E-8E61-BB050518C30A}"/>
              </a:ext>
            </a:extLst>
          </p:cNvPr>
          <p:cNvSpPr txBox="1"/>
          <p:nvPr/>
        </p:nvSpPr>
        <p:spPr>
          <a:xfrm>
            <a:off x="7906585" y="1418747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PARENT(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913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0A302D-1A83-A5F4-93CE-39982DF55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31533"/>
            <a:ext cx="4181475" cy="2638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501548-AFD0-EB73-7B89-2C0DA7DCCF5A}"/>
              </a:ext>
            </a:extLst>
          </p:cNvPr>
          <p:cNvSpPr txBox="1"/>
          <p:nvPr/>
        </p:nvSpPr>
        <p:spPr>
          <a:xfrm>
            <a:off x="1495425" y="3676650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Satisfies max-heap property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08D00-B8D5-90C0-0B24-992BF4D89265}"/>
              </a:ext>
            </a:extLst>
          </p:cNvPr>
          <p:cNvSpPr txBox="1"/>
          <p:nvPr/>
        </p:nvSpPr>
        <p:spPr>
          <a:xfrm>
            <a:off x="6206243" y="3676650"/>
            <a:ext cx="4490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Does </a:t>
            </a:r>
            <a:r>
              <a:rPr lang="en-GB">
                <a:latin typeface="Consolas" panose="020B0609020204030204" pitchFamily="49" charset="0"/>
              </a:rPr>
              <a:t>not satisfy </a:t>
            </a:r>
            <a:r>
              <a:rPr lang="en-GB" dirty="0">
                <a:latin typeface="Consolas" panose="020B0609020204030204" pitchFamily="49" charset="0"/>
              </a:rPr>
              <a:t>max-heap property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F9CAFE-2227-2B2E-E51E-A305B7922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10" y="831532"/>
            <a:ext cx="4096700" cy="2638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55281-D6B3-81BD-562C-A96EF79B2A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9127" y="2150744"/>
            <a:ext cx="1623395" cy="135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9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BF79CEF-BF0D-2CD0-9A6C-EBE9BA4C5E4D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580447" y="1847057"/>
            <a:ext cx="4951941" cy="429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858B148-D70C-B0AE-3542-628F2508687A}"/>
              </a:ext>
            </a:extLst>
          </p:cNvPr>
          <p:cNvCxnSpPr>
            <a:cxnSpLocks/>
          </p:cNvCxnSpPr>
          <p:nvPr/>
        </p:nvCxnSpPr>
        <p:spPr>
          <a:xfrm>
            <a:off x="3580447" y="2525285"/>
            <a:ext cx="4951941" cy="429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A3FCBFB-B9C9-6025-9DD9-0E1089DDFE1F}"/>
              </a:ext>
            </a:extLst>
          </p:cNvPr>
          <p:cNvCxnSpPr>
            <a:cxnSpLocks/>
          </p:cNvCxnSpPr>
          <p:nvPr/>
        </p:nvCxnSpPr>
        <p:spPr>
          <a:xfrm>
            <a:off x="3580447" y="3196129"/>
            <a:ext cx="4951941" cy="429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216393D-50F5-A417-6371-539710C88C58}"/>
              </a:ext>
            </a:extLst>
          </p:cNvPr>
          <p:cNvCxnSpPr>
            <a:cxnSpLocks/>
          </p:cNvCxnSpPr>
          <p:nvPr/>
        </p:nvCxnSpPr>
        <p:spPr>
          <a:xfrm>
            <a:off x="3580447" y="4040577"/>
            <a:ext cx="4951941" cy="429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3870996" y="3353068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AC3418-F688-9ACE-1C08-8056837FF52B}"/>
              </a:ext>
            </a:extLst>
          </p:cNvPr>
          <p:cNvCxnSpPr>
            <a:cxnSpLocks/>
          </p:cNvCxnSpPr>
          <p:nvPr/>
        </p:nvCxnSpPr>
        <p:spPr>
          <a:xfrm flipH="1">
            <a:off x="5461671" y="3348902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4329712" y="3348901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6858410" y="2640750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7649272" y="2640750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5202443" y="2646675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4395992" y="2650454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5248425" y="1957386"/>
            <a:ext cx="802333" cy="4429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5991225" y="16038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800600" y="224790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7248525" y="224790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3990975" y="29435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610225" y="29435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477000" y="29435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8067675" y="29435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3524250" y="3796071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4476750" y="379607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5701FA-26D4-B736-8335-F7AF1D409688}"/>
              </a:ext>
            </a:extLst>
          </p:cNvPr>
          <p:cNvSpPr/>
          <p:nvPr/>
        </p:nvSpPr>
        <p:spPr>
          <a:xfrm>
            <a:off x="5124450" y="3792027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D99577-6DCD-7458-8F21-A89A902B4F0A}"/>
              </a:ext>
            </a:extLst>
          </p:cNvPr>
          <p:cNvCxnSpPr>
            <a:cxnSpLocks/>
          </p:cNvCxnSpPr>
          <p:nvPr/>
        </p:nvCxnSpPr>
        <p:spPr>
          <a:xfrm flipH="1" flipV="1">
            <a:off x="6460072" y="1957386"/>
            <a:ext cx="802333" cy="4429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EA053938-3A7C-0A3F-0B23-36C2AE59C6CF}"/>
              </a:ext>
            </a:extLst>
          </p:cNvPr>
          <p:cNvSpPr/>
          <p:nvPr/>
        </p:nvSpPr>
        <p:spPr>
          <a:xfrm>
            <a:off x="3284220" y="2476500"/>
            <a:ext cx="1941830" cy="1905000"/>
          </a:xfrm>
          <a:prstGeom prst="triangle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00AA25-80D4-3CD9-6534-F5D36521A11F}"/>
              </a:ext>
            </a:extLst>
          </p:cNvPr>
          <p:cNvCxnSpPr>
            <a:cxnSpLocks/>
          </p:cNvCxnSpPr>
          <p:nvPr/>
        </p:nvCxnSpPr>
        <p:spPr>
          <a:xfrm flipV="1">
            <a:off x="4260814" y="4381500"/>
            <a:ext cx="0" cy="426720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ED9F120-1FA6-7943-36CC-14A65CB46CBA}"/>
              </a:ext>
            </a:extLst>
          </p:cNvPr>
          <p:cNvCxnSpPr>
            <a:cxnSpLocks/>
          </p:cNvCxnSpPr>
          <p:nvPr/>
        </p:nvCxnSpPr>
        <p:spPr>
          <a:xfrm>
            <a:off x="6234112" y="1177164"/>
            <a:ext cx="0" cy="426720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C33E79-3C9D-43DA-620A-E185508524CD}"/>
              </a:ext>
            </a:extLst>
          </p:cNvPr>
          <p:cNvCxnSpPr>
            <a:cxnSpLocks/>
          </p:cNvCxnSpPr>
          <p:nvPr/>
        </p:nvCxnSpPr>
        <p:spPr>
          <a:xfrm flipV="1">
            <a:off x="6710772" y="3449807"/>
            <a:ext cx="0" cy="1309688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C62D7D-68E3-2492-0FA6-FCCFB2753F24}"/>
              </a:ext>
            </a:extLst>
          </p:cNvPr>
          <p:cNvCxnSpPr>
            <a:cxnSpLocks/>
          </p:cNvCxnSpPr>
          <p:nvPr/>
        </p:nvCxnSpPr>
        <p:spPr>
          <a:xfrm>
            <a:off x="3185160" y="4062357"/>
            <a:ext cx="312420" cy="0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CF4105-7BF5-08F6-C26B-6EF4551185A5}"/>
              </a:ext>
            </a:extLst>
          </p:cNvPr>
          <p:cNvCxnSpPr>
            <a:cxnSpLocks/>
          </p:cNvCxnSpPr>
          <p:nvPr/>
        </p:nvCxnSpPr>
        <p:spPr>
          <a:xfrm>
            <a:off x="3185160" y="3191054"/>
            <a:ext cx="790575" cy="0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C14D68-1528-D72A-85F7-557D0CEAE2E8}"/>
              </a:ext>
            </a:extLst>
          </p:cNvPr>
          <p:cNvCxnSpPr>
            <a:cxnSpLocks/>
          </p:cNvCxnSpPr>
          <p:nvPr/>
        </p:nvCxnSpPr>
        <p:spPr>
          <a:xfrm>
            <a:off x="6962775" y="3191054"/>
            <a:ext cx="1066800" cy="0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393ED45-F690-BC92-6513-F47BE8761582}"/>
              </a:ext>
            </a:extLst>
          </p:cNvPr>
          <p:cNvSpPr txBox="1"/>
          <p:nvPr/>
        </p:nvSpPr>
        <p:spPr>
          <a:xfrm>
            <a:off x="5888504" y="86897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Root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9482F3-6AD9-889C-E83B-EAB0B7921546}"/>
              </a:ext>
            </a:extLst>
          </p:cNvPr>
          <p:cNvSpPr txBox="1"/>
          <p:nvPr/>
        </p:nvSpPr>
        <p:spPr>
          <a:xfrm>
            <a:off x="7026960" y="3030277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Siblings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65049A-D759-D011-508E-B3CD86789CB1}"/>
              </a:ext>
            </a:extLst>
          </p:cNvPr>
          <p:cNvSpPr txBox="1"/>
          <p:nvPr/>
        </p:nvSpPr>
        <p:spPr>
          <a:xfrm>
            <a:off x="1698924" y="3030277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Parent Node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301F1C-9E64-B98E-4136-3175187563DF}"/>
              </a:ext>
            </a:extLst>
          </p:cNvPr>
          <p:cNvSpPr txBox="1"/>
          <p:nvPr/>
        </p:nvSpPr>
        <p:spPr>
          <a:xfrm>
            <a:off x="1820728" y="3910459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Child Node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0DC3F5-5D87-F775-D36B-BCBF2705119C}"/>
              </a:ext>
            </a:extLst>
          </p:cNvPr>
          <p:cNvSpPr txBox="1"/>
          <p:nvPr/>
        </p:nvSpPr>
        <p:spPr>
          <a:xfrm>
            <a:off x="3656253" y="479218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Sub-tree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9A0D88-F3A4-B192-E1AD-68C053F5203E}"/>
              </a:ext>
            </a:extLst>
          </p:cNvPr>
          <p:cNvSpPr txBox="1"/>
          <p:nvPr/>
        </p:nvSpPr>
        <p:spPr>
          <a:xfrm>
            <a:off x="6122676" y="478681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Leaf Node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630CF2-4996-8C10-F470-4997126515B0}"/>
              </a:ext>
            </a:extLst>
          </p:cNvPr>
          <p:cNvSpPr txBox="1"/>
          <p:nvPr/>
        </p:nvSpPr>
        <p:spPr>
          <a:xfrm>
            <a:off x="8532388" y="1697465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Level 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78BBCE-4D8A-4B51-BBC6-F01FC7EBE6F1}"/>
              </a:ext>
            </a:extLst>
          </p:cNvPr>
          <p:cNvSpPr txBox="1"/>
          <p:nvPr/>
        </p:nvSpPr>
        <p:spPr>
          <a:xfrm>
            <a:off x="8529933" y="2373986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Level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F8BFFC-FDE6-1EF7-3103-336D443576E3}"/>
              </a:ext>
            </a:extLst>
          </p:cNvPr>
          <p:cNvSpPr txBox="1"/>
          <p:nvPr/>
        </p:nvSpPr>
        <p:spPr>
          <a:xfrm>
            <a:off x="8536700" y="3029465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Level 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E019B8-8AA7-76F9-A223-350AE3DA82DF}"/>
              </a:ext>
            </a:extLst>
          </p:cNvPr>
          <p:cNvSpPr txBox="1"/>
          <p:nvPr/>
        </p:nvSpPr>
        <p:spPr>
          <a:xfrm>
            <a:off x="8524933" y="3879344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</a:rPr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1582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A7D1F2-3028-4B7D-E487-AB3443B92BB5}"/>
              </a:ext>
            </a:extLst>
          </p:cNvPr>
          <p:cNvCxnSpPr>
            <a:cxnSpLocks/>
          </p:cNvCxnSpPr>
          <p:nvPr/>
        </p:nvCxnSpPr>
        <p:spPr>
          <a:xfrm flipH="1">
            <a:off x="5164491" y="3120302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3573816" y="3124468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4032532" y="3120301"/>
            <a:ext cx="297108" cy="5284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6561230" y="2412150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7352092" y="2412150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905263" y="2418075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4098812" y="2421854"/>
            <a:ext cx="488540" cy="437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951245" y="1728786"/>
            <a:ext cx="802333" cy="4429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5694045" y="13752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503420" y="201930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6951345" y="201930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3693795" y="27149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313045" y="27149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179820" y="27149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7770495" y="2714984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3227070" y="3567471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4179570" y="3567470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5701FA-26D4-B736-8335-F7AF1D409688}"/>
              </a:ext>
            </a:extLst>
          </p:cNvPr>
          <p:cNvSpPr/>
          <p:nvPr/>
        </p:nvSpPr>
        <p:spPr>
          <a:xfrm>
            <a:off x="4827270" y="3563427"/>
            <a:ext cx="485775" cy="494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D99577-6DCD-7458-8F21-A89A902B4F0A}"/>
              </a:ext>
            </a:extLst>
          </p:cNvPr>
          <p:cNvCxnSpPr>
            <a:cxnSpLocks/>
          </p:cNvCxnSpPr>
          <p:nvPr/>
        </p:nvCxnSpPr>
        <p:spPr>
          <a:xfrm flipH="1" flipV="1">
            <a:off x="6155272" y="1721166"/>
            <a:ext cx="802333" cy="4429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6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3B0C13-A557-0C7D-D84E-B57B644014B6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4DF8B0-F239-7F44-2CFF-93D7C2BD21F3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86406-3453-BEC7-8E5B-6FBF214F2205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25961B-7BE2-95A8-2152-BDA9E2AD3315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0C7411-A22E-C4D5-33B4-4E27E167BA6D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4EEC13-F879-B2BF-BE04-A59CEF826CA9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224DC7-6586-EA51-3CE5-C5824DE310F1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BAA59-5BD2-F4B6-1A7E-0F2A6FF56DA0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6850E8-9255-4927-7C75-6BA1C2EB3951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56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298B1FA-FE00-51E6-DCF2-C4DE9536DFDB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71604-D98F-29A9-28F2-C494981CB114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0E97A-50C6-E343-5EB1-A7E26F43DF40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684BF2-1B06-1EE1-ABDE-4F3EE0C19AD7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E2E1E6-F94A-D440-4C33-F7F9E848C110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7F6791-1DE5-C747-DD6A-A4160A962C0B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7CBED-2371-E0E6-A1D2-F9F73F4CFA8D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1DB25D-49A9-77B0-0A88-D96CFDDDF649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95C356-4B16-BA71-7900-2E527F31B378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239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9A654A-27BF-6CBE-36E1-FCE29EF36484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5CFEF-BB89-9035-09C3-FC999E106EFC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ADD61-4FD6-0EFA-B795-925F4B3309EE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D983E-7533-3048-0073-A306D591F8BC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536B5B-E564-E7E1-FC60-679FD2163795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6C540B-7712-F284-9589-2566BD8343B1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0F9AB-EC06-B915-706A-62F16F6EB04E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9EB618-DEC6-9E23-AD6B-0B30DE4B7C9D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17C41-9622-7AB0-0206-638951978EF4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571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0AD7E7B-C9CE-DF22-FDE3-D98D7FF25CF1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A8C90-AA38-1261-7562-667B4BD96E4E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DCC15-3DE2-E5B6-3094-2ABB1DD35C29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1914CF-6A3D-6F87-6776-45E299735139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1DB96-EC46-27AA-FAA9-2759B0858E97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F8A211-B937-B423-A613-289B830C5E8F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253F-32A2-888B-6C25-B311C14CFD06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6EA1E-F9CC-B11E-8E61-00B367446B59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464836-5B67-ED82-514B-BB31CABB6327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527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83A817-A6EC-4350-FE62-68C98BDC207E}"/>
              </a:ext>
            </a:extLst>
          </p:cNvPr>
          <p:cNvCxnSpPr>
            <a:cxnSpLocks/>
          </p:cNvCxnSpPr>
          <p:nvPr/>
        </p:nvCxnSpPr>
        <p:spPr>
          <a:xfrm flipH="1">
            <a:off x="5261670" y="3839727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9A0211-808B-BEDD-36E9-8348A0BC01B1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81A09-3C6F-B376-532C-21EDB9737AE8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01B4F-DFE2-6A9F-5916-5353DF3D4139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BD9B1-38EB-CC68-9493-F1329A5A5C6A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CA95C-1595-BA6A-7700-1D956B1509F4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CBC6E-5CFC-2C3B-8F79-72B7E8D975CF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C973E-CA6D-1038-E182-72F592FB2CF8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D3B3D-FECA-82F2-90C4-DC68ADA69B1F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D24A1-8CBA-E321-B025-4C93E8AA0906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0D1AF5-3A36-37DB-4D3D-960EE1DDF468}"/>
              </a:ext>
            </a:extLst>
          </p:cNvPr>
          <p:cNvSpPr/>
          <p:nvPr/>
        </p:nvSpPr>
        <p:spPr>
          <a:xfrm>
            <a:off x="4710278" y="4544185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FF6298-C8C1-B7DF-23CA-C5AB41D243E1}"/>
              </a:ext>
            </a:extLst>
          </p:cNvPr>
          <p:cNvSpPr txBox="1"/>
          <p:nvPr/>
        </p:nvSpPr>
        <p:spPr>
          <a:xfrm>
            <a:off x="4899423" y="41748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6936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83A817-A6EC-4350-FE62-68C98BDC207E}"/>
              </a:ext>
            </a:extLst>
          </p:cNvPr>
          <p:cNvCxnSpPr>
            <a:cxnSpLocks/>
          </p:cNvCxnSpPr>
          <p:nvPr/>
        </p:nvCxnSpPr>
        <p:spPr>
          <a:xfrm flipH="1">
            <a:off x="5261670" y="3839727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9A0211-808B-BEDD-36E9-8348A0BC01B1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81A09-3C6F-B376-532C-21EDB9737AE8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01B4F-DFE2-6A9F-5916-5353DF3D4139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BD9B1-38EB-CC68-9493-F1329A5A5C6A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CA95C-1595-BA6A-7700-1D956B1509F4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CBC6E-5CFC-2C3B-8F79-72B7E8D975CF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C973E-CA6D-1038-E182-72F592FB2CF8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D3B3D-FECA-82F2-90C4-DC68ADA69B1F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D24A1-8CBA-E321-B025-4C93E8AA0906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0D1AF5-3A36-37DB-4D3D-960EE1DDF468}"/>
              </a:ext>
            </a:extLst>
          </p:cNvPr>
          <p:cNvSpPr/>
          <p:nvPr/>
        </p:nvSpPr>
        <p:spPr>
          <a:xfrm>
            <a:off x="4710278" y="4544185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FF6298-C8C1-B7DF-23CA-C5AB41D243E1}"/>
              </a:ext>
            </a:extLst>
          </p:cNvPr>
          <p:cNvSpPr txBox="1"/>
          <p:nvPr/>
        </p:nvSpPr>
        <p:spPr>
          <a:xfrm>
            <a:off x="4899423" y="41748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874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83A817-A6EC-4350-FE62-68C98BDC207E}"/>
              </a:ext>
            </a:extLst>
          </p:cNvPr>
          <p:cNvCxnSpPr>
            <a:cxnSpLocks/>
          </p:cNvCxnSpPr>
          <p:nvPr/>
        </p:nvCxnSpPr>
        <p:spPr>
          <a:xfrm flipH="1">
            <a:off x="5261670" y="3839727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38FCB6-9AFD-BD7C-69DB-F4EB4F357B9A}"/>
              </a:ext>
            </a:extLst>
          </p:cNvPr>
          <p:cNvCxnSpPr>
            <a:cxnSpLocks/>
          </p:cNvCxnSpPr>
          <p:nvPr/>
        </p:nvCxnSpPr>
        <p:spPr>
          <a:xfrm flipH="1">
            <a:off x="2648703" y="3852016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6CCB68-6CDD-9F32-C2BC-236C76472B2C}"/>
              </a:ext>
            </a:extLst>
          </p:cNvPr>
          <p:cNvCxnSpPr>
            <a:cxnSpLocks/>
          </p:cNvCxnSpPr>
          <p:nvPr/>
        </p:nvCxnSpPr>
        <p:spPr>
          <a:xfrm flipH="1" flipV="1">
            <a:off x="3378148" y="3845390"/>
            <a:ext cx="472458" cy="840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35E7E6-98F4-452E-F804-0A5BA8EE6990}"/>
              </a:ext>
            </a:extLst>
          </p:cNvPr>
          <p:cNvCxnSpPr>
            <a:cxnSpLocks/>
          </p:cNvCxnSpPr>
          <p:nvPr/>
        </p:nvCxnSpPr>
        <p:spPr>
          <a:xfrm flipH="1">
            <a:off x="738474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0477D-26AC-8BBE-CFDD-4D4F798D09BC}"/>
              </a:ext>
            </a:extLst>
          </p:cNvPr>
          <p:cNvCxnSpPr>
            <a:cxnSpLocks/>
          </p:cNvCxnSpPr>
          <p:nvPr/>
        </p:nvCxnSpPr>
        <p:spPr>
          <a:xfrm flipH="1" flipV="1">
            <a:off x="8642361" y="2719296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8F3654-3FF9-6EB1-36A6-A3A5C129A1E5}"/>
              </a:ext>
            </a:extLst>
          </p:cNvPr>
          <p:cNvCxnSpPr>
            <a:cxnSpLocks/>
          </p:cNvCxnSpPr>
          <p:nvPr/>
        </p:nvCxnSpPr>
        <p:spPr>
          <a:xfrm flipH="1" flipV="1">
            <a:off x="4765955" y="2728718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B24987-1D0D-B0B1-F544-D23CF8B4EBC6}"/>
              </a:ext>
            </a:extLst>
          </p:cNvPr>
          <p:cNvCxnSpPr>
            <a:cxnSpLocks/>
          </p:cNvCxnSpPr>
          <p:nvPr/>
        </p:nvCxnSpPr>
        <p:spPr>
          <a:xfrm flipH="1">
            <a:off x="3483545" y="2734727"/>
            <a:ext cx="776871" cy="6950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DA32A-A68F-37C4-AA04-A88CD3D82945}"/>
              </a:ext>
            </a:extLst>
          </p:cNvPr>
          <p:cNvCxnSpPr>
            <a:cxnSpLocks/>
          </p:cNvCxnSpPr>
          <p:nvPr/>
        </p:nvCxnSpPr>
        <p:spPr>
          <a:xfrm flipH="1">
            <a:off x="4839075" y="163261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26874D-0576-7C3D-31BC-BA7F2954F74A}"/>
              </a:ext>
            </a:extLst>
          </p:cNvPr>
          <p:cNvSpPr/>
          <p:nvPr/>
        </p:nvSpPr>
        <p:spPr>
          <a:xfrm>
            <a:off x="6020267" y="107048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BF76D4-AA7C-0706-3EAD-2B2820692302}"/>
              </a:ext>
            </a:extLst>
          </p:cNvPr>
          <p:cNvSpPr/>
          <p:nvPr/>
        </p:nvSpPr>
        <p:spPr>
          <a:xfrm>
            <a:off x="4126949" y="2094590"/>
            <a:ext cx="772474" cy="7870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B67F5-4DEC-E5C7-D331-BAA23E0F3DEA}"/>
              </a:ext>
            </a:extLst>
          </p:cNvPr>
          <p:cNvSpPr/>
          <p:nvPr/>
        </p:nvSpPr>
        <p:spPr>
          <a:xfrm>
            <a:off x="8005098" y="2094590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8F721-1654-C9D4-89BC-5829710A9750}"/>
              </a:ext>
            </a:extLst>
          </p:cNvPr>
          <p:cNvSpPr/>
          <p:nvPr/>
        </p:nvSpPr>
        <p:spPr>
          <a:xfrm>
            <a:off x="2839492" y="3200859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307ED-283D-F0E1-9360-A5F7C33717D3}"/>
              </a:ext>
            </a:extLst>
          </p:cNvPr>
          <p:cNvSpPr/>
          <p:nvPr/>
        </p:nvSpPr>
        <p:spPr>
          <a:xfrm>
            <a:off x="5414405" y="3200859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EA6BD0-8B05-9E58-F1FE-A7DC1894ADAF}"/>
              </a:ext>
            </a:extLst>
          </p:cNvPr>
          <p:cNvSpPr/>
          <p:nvPr/>
        </p:nvSpPr>
        <p:spPr>
          <a:xfrm>
            <a:off x="6778227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518009-509C-544B-F228-14676F15FF22}"/>
              </a:ext>
            </a:extLst>
          </p:cNvPr>
          <p:cNvSpPr/>
          <p:nvPr/>
        </p:nvSpPr>
        <p:spPr>
          <a:xfrm>
            <a:off x="9307701" y="3200859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A8EEA1-8D4C-5140-183F-7D658B8E9D07}"/>
              </a:ext>
            </a:extLst>
          </p:cNvPr>
          <p:cNvSpPr/>
          <p:nvPr/>
        </p:nvSpPr>
        <p:spPr>
          <a:xfrm>
            <a:off x="2097311" y="4556474"/>
            <a:ext cx="772474" cy="7870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070BFE-07B9-A5FD-4BE2-B50CC05FBAD1}"/>
              </a:ext>
            </a:extLst>
          </p:cNvPr>
          <p:cNvSpPr/>
          <p:nvPr/>
        </p:nvSpPr>
        <p:spPr>
          <a:xfrm>
            <a:off x="3611966" y="4556473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D4EC1-765D-82B3-D191-9B172CCCF06F}"/>
              </a:ext>
            </a:extLst>
          </p:cNvPr>
          <p:cNvCxnSpPr>
            <a:cxnSpLocks/>
          </p:cNvCxnSpPr>
          <p:nvPr/>
        </p:nvCxnSpPr>
        <p:spPr>
          <a:xfrm>
            <a:off x="6775838" y="1618238"/>
            <a:ext cx="1275861" cy="7043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9A0211-808B-BEDD-36E9-8348A0BC01B1}"/>
              </a:ext>
            </a:extLst>
          </p:cNvPr>
          <p:cNvSpPr txBox="1"/>
          <p:nvPr/>
        </p:nvSpPr>
        <p:spPr>
          <a:xfrm>
            <a:off x="6255661" y="701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81A09-3C6F-B376-532C-21EDB9737AE8}"/>
              </a:ext>
            </a:extLst>
          </p:cNvPr>
          <p:cNvSpPr txBox="1"/>
          <p:nvPr/>
        </p:nvSpPr>
        <p:spPr>
          <a:xfrm>
            <a:off x="3871634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01B4F-DFE2-6A9F-5916-5353DF3D4139}"/>
              </a:ext>
            </a:extLst>
          </p:cNvPr>
          <p:cNvSpPr txBox="1"/>
          <p:nvPr/>
        </p:nvSpPr>
        <p:spPr>
          <a:xfrm>
            <a:off x="8246549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BD9B1-38EB-CC68-9493-F1329A5A5C6A}"/>
              </a:ext>
            </a:extLst>
          </p:cNvPr>
          <p:cNvSpPr txBox="1"/>
          <p:nvPr/>
        </p:nvSpPr>
        <p:spPr>
          <a:xfrm>
            <a:off x="3089404" y="2818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CA95C-1595-BA6A-7700-1D956B1509F4}"/>
              </a:ext>
            </a:extLst>
          </p:cNvPr>
          <p:cNvSpPr txBox="1"/>
          <p:nvPr/>
        </p:nvSpPr>
        <p:spPr>
          <a:xfrm>
            <a:off x="5652536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CBC6E-5CFC-2C3B-8F79-72B7E8D975CF}"/>
              </a:ext>
            </a:extLst>
          </p:cNvPr>
          <p:cNvSpPr txBox="1"/>
          <p:nvPr/>
        </p:nvSpPr>
        <p:spPr>
          <a:xfrm>
            <a:off x="7013621" y="28343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C973E-CA6D-1038-E182-72F592FB2CF8}"/>
              </a:ext>
            </a:extLst>
          </p:cNvPr>
          <p:cNvSpPr txBox="1"/>
          <p:nvPr/>
        </p:nvSpPr>
        <p:spPr>
          <a:xfrm>
            <a:off x="9543095" y="283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D3B3D-FECA-82F2-90C4-DC68ADA69B1F}"/>
              </a:ext>
            </a:extLst>
          </p:cNvPr>
          <p:cNvSpPr txBox="1"/>
          <p:nvPr/>
        </p:nvSpPr>
        <p:spPr>
          <a:xfrm>
            <a:off x="2332705" y="41871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D24A1-8CBA-E321-B025-4C93E8AA0906}"/>
              </a:ext>
            </a:extLst>
          </p:cNvPr>
          <p:cNvSpPr txBox="1"/>
          <p:nvPr/>
        </p:nvSpPr>
        <p:spPr>
          <a:xfrm>
            <a:off x="4384440" y="1725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0D1AF5-3A36-37DB-4D3D-960EE1DDF468}"/>
              </a:ext>
            </a:extLst>
          </p:cNvPr>
          <p:cNvSpPr/>
          <p:nvPr/>
        </p:nvSpPr>
        <p:spPr>
          <a:xfrm>
            <a:off x="4710278" y="4544185"/>
            <a:ext cx="772474" cy="78705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FF6298-C8C1-B7DF-23CA-C5AB41D243E1}"/>
              </a:ext>
            </a:extLst>
          </p:cNvPr>
          <p:cNvSpPr txBox="1"/>
          <p:nvPr/>
        </p:nvSpPr>
        <p:spPr>
          <a:xfrm>
            <a:off x="4899423" y="41748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031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29F422-18A6-D5F3-9CCA-5CE3D163F263}"/>
              </a:ext>
            </a:extLst>
          </p:cNvPr>
          <p:cNvGraphicFramePr>
            <a:graphicFrameLocks noGrp="1"/>
          </p:cNvGraphicFramePr>
          <p:nvPr/>
        </p:nvGraphicFramePr>
        <p:xfrm>
          <a:off x="2520688" y="2471229"/>
          <a:ext cx="7150624" cy="1915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0624">
                  <a:extLst>
                    <a:ext uri="{9D8B030D-6E8A-4147-A177-3AD203B41FA5}">
                      <a16:colId xmlns:a16="http://schemas.microsoft.com/office/drawing/2014/main" val="1513236297"/>
                    </a:ext>
                  </a:extLst>
                </a:gridCol>
              </a:tblGrid>
              <a:tr h="191554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62126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BDAD889-1E4D-39E2-EFD3-B87E67D244BB}"/>
              </a:ext>
            </a:extLst>
          </p:cNvPr>
          <p:cNvSpPr/>
          <p:nvPr/>
        </p:nvSpPr>
        <p:spPr>
          <a:xfrm>
            <a:off x="8989888" y="2650733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09CB6-AF76-0CAB-F0C6-9086565BC604}"/>
              </a:ext>
            </a:extLst>
          </p:cNvPr>
          <p:cNvSpPr/>
          <p:nvPr/>
        </p:nvSpPr>
        <p:spPr>
          <a:xfrm>
            <a:off x="830495" y="655834"/>
            <a:ext cx="460851" cy="1530849"/>
          </a:xfrm>
          <a:prstGeom prst="rect">
            <a:avLst/>
          </a:prstGeom>
          <a:solidFill>
            <a:srgbClr val="ED7D31">
              <a:alpha val="32941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936F2E-A586-6596-3675-123AE0C58955}"/>
              </a:ext>
            </a:extLst>
          </p:cNvPr>
          <p:cNvSpPr/>
          <p:nvPr/>
        </p:nvSpPr>
        <p:spPr>
          <a:xfrm rot="5400000" flipV="1">
            <a:off x="2772955" y="-554223"/>
            <a:ext cx="2378152" cy="5802219"/>
          </a:xfrm>
          <a:prstGeom prst="arc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440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29F422-18A6-D5F3-9CCA-5CE3D163F263}"/>
              </a:ext>
            </a:extLst>
          </p:cNvPr>
          <p:cNvGraphicFramePr>
            <a:graphicFrameLocks noGrp="1"/>
          </p:cNvGraphicFramePr>
          <p:nvPr/>
        </p:nvGraphicFramePr>
        <p:xfrm>
          <a:off x="2520688" y="2471229"/>
          <a:ext cx="7150624" cy="1915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0624">
                  <a:extLst>
                    <a:ext uri="{9D8B030D-6E8A-4147-A177-3AD203B41FA5}">
                      <a16:colId xmlns:a16="http://schemas.microsoft.com/office/drawing/2014/main" val="1513236297"/>
                    </a:ext>
                  </a:extLst>
                </a:gridCol>
              </a:tblGrid>
              <a:tr h="191554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62126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BDAD889-1E4D-39E2-EFD3-B87E67D244BB}"/>
              </a:ext>
            </a:extLst>
          </p:cNvPr>
          <p:cNvSpPr/>
          <p:nvPr/>
        </p:nvSpPr>
        <p:spPr>
          <a:xfrm>
            <a:off x="8989888" y="2650733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09CB6-AF76-0CAB-F0C6-9086565BC604}"/>
              </a:ext>
            </a:extLst>
          </p:cNvPr>
          <p:cNvSpPr/>
          <p:nvPr/>
        </p:nvSpPr>
        <p:spPr>
          <a:xfrm>
            <a:off x="830495" y="655834"/>
            <a:ext cx="460851" cy="1530849"/>
          </a:xfrm>
          <a:prstGeom prst="rect">
            <a:avLst/>
          </a:prstGeom>
          <a:solidFill>
            <a:srgbClr val="ED7D31">
              <a:alpha val="32941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936F2E-A586-6596-3675-123AE0C58955}"/>
              </a:ext>
            </a:extLst>
          </p:cNvPr>
          <p:cNvSpPr/>
          <p:nvPr/>
        </p:nvSpPr>
        <p:spPr>
          <a:xfrm rot="5400000" flipV="1">
            <a:off x="2772955" y="-554223"/>
            <a:ext cx="2378152" cy="5802219"/>
          </a:xfrm>
          <a:prstGeom prst="arc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0C608-990A-2182-B10F-8D43CB3F8146}"/>
              </a:ext>
            </a:extLst>
          </p:cNvPr>
          <p:cNvSpPr/>
          <p:nvPr/>
        </p:nvSpPr>
        <p:spPr>
          <a:xfrm>
            <a:off x="8176517" y="2650732"/>
            <a:ext cx="460851" cy="153084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09095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29F422-18A6-D5F3-9CCA-5CE3D163F263}"/>
              </a:ext>
            </a:extLst>
          </p:cNvPr>
          <p:cNvGraphicFramePr>
            <a:graphicFrameLocks noGrp="1"/>
          </p:cNvGraphicFramePr>
          <p:nvPr/>
        </p:nvGraphicFramePr>
        <p:xfrm>
          <a:off x="2520688" y="2471229"/>
          <a:ext cx="7150624" cy="1915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0624">
                  <a:extLst>
                    <a:ext uri="{9D8B030D-6E8A-4147-A177-3AD203B41FA5}">
                      <a16:colId xmlns:a16="http://schemas.microsoft.com/office/drawing/2014/main" val="1513236297"/>
                    </a:ext>
                  </a:extLst>
                </a:gridCol>
              </a:tblGrid>
              <a:tr h="191554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62126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BDAD889-1E4D-39E2-EFD3-B87E67D244BB}"/>
              </a:ext>
            </a:extLst>
          </p:cNvPr>
          <p:cNvSpPr/>
          <p:nvPr/>
        </p:nvSpPr>
        <p:spPr>
          <a:xfrm>
            <a:off x="8989888" y="2650733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09CB6-AF76-0CAB-F0C6-9086565BC604}"/>
              </a:ext>
            </a:extLst>
          </p:cNvPr>
          <p:cNvSpPr/>
          <p:nvPr/>
        </p:nvSpPr>
        <p:spPr>
          <a:xfrm>
            <a:off x="830495" y="655834"/>
            <a:ext cx="460851" cy="1530849"/>
          </a:xfrm>
          <a:prstGeom prst="rect">
            <a:avLst/>
          </a:prstGeom>
          <a:solidFill>
            <a:srgbClr val="ED7D31">
              <a:alpha val="32941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936F2E-A586-6596-3675-123AE0C58955}"/>
              </a:ext>
            </a:extLst>
          </p:cNvPr>
          <p:cNvSpPr/>
          <p:nvPr/>
        </p:nvSpPr>
        <p:spPr>
          <a:xfrm rot="5400000" flipV="1">
            <a:off x="2772955" y="-554223"/>
            <a:ext cx="2378152" cy="5802219"/>
          </a:xfrm>
          <a:prstGeom prst="arc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0C608-990A-2182-B10F-8D43CB3F8146}"/>
              </a:ext>
            </a:extLst>
          </p:cNvPr>
          <p:cNvSpPr/>
          <p:nvPr/>
        </p:nvSpPr>
        <p:spPr>
          <a:xfrm>
            <a:off x="8176517" y="2650732"/>
            <a:ext cx="460851" cy="153084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74202-06A4-2F95-1C73-C257B0493374}"/>
              </a:ext>
            </a:extLst>
          </p:cNvPr>
          <p:cNvSpPr/>
          <p:nvPr/>
        </p:nvSpPr>
        <p:spPr>
          <a:xfrm>
            <a:off x="7363146" y="2650731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76671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29F422-18A6-D5F3-9CCA-5CE3D163F263}"/>
              </a:ext>
            </a:extLst>
          </p:cNvPr>
          <p:cNvGraphicFramePr>
            <a:graphicFrameLocks noGrp="1"/>
          </p:cNvGraphicFramePr>
          <p:nvPr/>
        </p:nvGraphicFramePr>
        <p:xfrm>
          <a:off x="2520688" y="2471229"/>
          <a:ext cx="7150624" cy="1915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0624">
                  <a:extLst>
                    <a:ext uri="{9D8B030D-6E8A-4147-A177-3AD203B41FA5}">
                      <a16:colId xmlns:a16="http://schemas.microsoft.com/office/drawing/2014/main" val="1513236297"/>
                    </a:ext>
                  </a:extLst>
                </a:gridCol>
              </a:tblGrid>
              <a:tr h="191554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62126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BDAD889-1E4D-39E2-EFD3-B87E67D244BB}"/>
              </a:ext>
            </a:extLst>
          </p:cNvPr>
          <p:cNvSpPr/>
          <p:nvPr/>
        </p:nvSpPr>
        <p:spPr>
          <a:xfrm>
            <a:off x="8989888" y="2650733"/>
            <a:ext cx="460851" cy="153084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09CB6-AF76-0CAB-F0C6-9086565BC604}"/>
              </a:ext>
            </a:extLst>
          </p:cNvPr>
          <p:cNvSpPr/>
          <p:nvPr/>
        </p:nvSpPr>
        <p:spPr>
          <a:xfrm>
            <a:off x="830495" y="655834"/>
            <a:ext cx="460851" cy="1530849"/>
          </a:xfrm>
          <a:prstGeom prst="rect">
            <a:avLst/>
          </a:prstGeom>
          <a:solidFill>
            <a:srgbClr val="ED7D31">
              <a:alpha val="32941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936F2E-A586-6596-3675-123AE0C58955}"/>
              </a:ext>
            </a:extLst>
          </p:cNvPr>
          <p:cNvSpPr/>
          <p:nvPr/>
        </p:nvSpPr>
        <p:spPr>
          <a:xfrm rot="5400000" flipV="1">
            <a:off x="2772955" y="-554223"/>
            <a:ext cx="2378152" cy="5802219"/>
          </a:xfrm>
          <a:prstGeom prst="arc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0C608-990A-2182-B10F-8D43CB3F8146}"/>
              </a:ext>
            </a:extLst>
          </p:cNvPr>
          <p:cNvSpPr/>
          <p:nvPr/>
        </p:nvSpPr>
        <p:spPr>
          <a:xfrm>
            <a:off x="8176517" y="2650732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74202-06A4-2F95-1C73-C257B0493374}"/>
              </a:ext>
            </a:extLst>
          </p:cNvPr>
          <p:cNvSpPr/>
          <p:nvPr/>
        </p:nvSpPr>
        <p:spPr>
          <a:xfrm>
            <a:off x="7363146" y="2650731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27AE1C-565F-F207-02F2-9E4418229964}"/>
              </a:ext>
            </a:extLst>
          </p:cNvPr>
          <p:cNvSpPr/>
          <p:nvPr/>
        </p:nvSpPr>
        <p:spPr>
          <a:xfrm>
            <a:off x="6688836" y="2650731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3057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29F422-18A6-D5F3-9CCA-5CE3D163F263}"/>
              </a:ext>
            </a:extLst>
          </p:cNvPr>
          <p:cNvGraphicFramePr>
            <a:graphicFrameLocks noGrp="1"/>
          </p:cNvGraphicFramePr>
          <p:nvPr/>
        </p:nvGraphicFramePr>
        <p:xfrm>
          <a:off x="2520688" y="2471229"/>
          <a:ext cx="7150624" cy="1915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0624">
                  <a:extLst>
                    <a:ext uri="{9D8B030D-6E8A-4147-A177-3AD203B41FA5}">
                      <a16:colId xmlns:a16="http://schemas.microsoft.com/office/drawing/2014/main" val="1513236297"/>
                    </a:ext>
                  </a:extLst>
                </a:gridCol>
              </a:tblGrid>
              <a:tr h="191554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621268"/>
                  </a:ext>
                </a:extLst>
              </a:tr>
            </a:tbl>
          </a:graphicData>
        </a:graphic>
      </p:graphicFrame>
      <p:sp>
        <p:nvSpPr>
          <p:cNvPr id="6" name="Arc 5">
            <a:extLst>
              <a:ext uri="{FF2B5EF4-FFF2-40B4-BE49-F238E27FC236}">
                <a16:creationId xmlns:a16="http://schemas.microsoft.com/office/drawing/2014/main" id="{58936F2E-A586-6596-3675-123AE0C58955}"/>
              </a:ext>
            </a:extLst>
          </p:cNvPr>
          <p:cNvSpPr/>
          <p:nvPr/>
        </p:nvSpPr>
        <p:spPr>
          <a:xfrm flipV="1">
            <a:off x="8619020" y="1431236"/>
            <a:ext cx="2281633" cy="2116181"/>
          </a:xfrm>
          <a:prstGeom prst="arc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ABF91-EB3F-B3B7-E47B-ACA94233F0AD}"/>
              </a:ext>
            </a:extLst>
          </p:cNvPr>
          <p:cNvSpPr/>
          <p:nvPr/>
        </p:nvSpPr>
        <p:spPr>
          <a:xfrm>
            <a:off x="10670228" y="655833"/>
            <a:ext cx="460851" cy="1530849"/>
          </a:xfrm>
          <a:prstGeom prst="rect">
            <a:avLst/>
          </a:prstGeom>
          <a:solidFill>
            <a:srgbClr val="ED7D31">
              <a:alpha val="32941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555DE-E8AD-EE5D-6151-DDBBAF56C3BE}"/>
              </a:ext>
            </a:extLst>
          </p:cNvPr>
          <p:cNvSpPr/>
          <p:nvPr/>
        </p:nvSpPr>
        <p:spPr>
          <a:xfrm>
            <a:off x="8989888" y="2650733"/>
            <a:ext cx="460851" cy="15308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70F47-47B2-2D28-7B0A-59A51D44C2B9}"/>
              </a:ext>
            </a:extLst>
          </p:cNvPr>
          <p:cNvSpPr/>
          <p:nvPr/>
        </p:nvSpPr>
        <p:spPr>
          <a:xfrm>
            <a:off x="8176517" y="2650732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5E852C-BEEE-BE61-9858-1799E6A81B6E}"/>
              </a:ext>
            </a:extLst>
          </p:cNvPr>
          <p:cNvSpPr/>
          <p:nvPr/>
        </p:nvSpPr>
        <p:spPr>
          <a:xfrm>
            <a:off x="7363146" y="2650731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AD5546-3F44-98EC-B24B-5634AAF24F93}"/>
              </a:ext>
            </a:extLst>
          </p:cNvPr>
          <p:cNvSpPr/>
          <p:nvPr/>
        </p:nvSpPr>
        <p:spPr>
          <a:xfrm>
            <a:off x="6688836" y="2650731"/>
            <a:ext cx="460851" cy="1530849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5923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78496B5-0123-3403-7F5B-74A6A3122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736" y="580299"/>
            <a:ext cx="2572286" cy="1139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92E221-2B5D-F259-CE55-F9F72DC835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4625" y="602229"/>
            <a:ext cx="2509926" cy="1156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063B22-8C29-3BE6-C6C4-57B4145AB9C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309" y="590856"/>
            <a:ext cx="2548031" cy="1148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90B7FC-480D-4B7F-C269-E3AC803EF6B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981" y="567967"/>
            <a:ext cx="2572286" cy="117184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65E2D6-B7E3-26AB-8792-040A68B9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1" y="2223349"/>
            <a:ext cx="1479776" cy="844550"/>
          </a:xfrm>
        </p:spPr>
        <p:txBody>
          <a:bodyPr>
            <a:noAutofit/>
          </a:bodyPr>
          <a:lstStyle/>
          <a:p>
            <a:r>
              <a:rPr lang="en-GB" sz="2000" dirty="0">
                <a:latin typeface="Consolas" panose="020B0609020204030204" pitchFamily="49" charset="0"/>
              </a:rPr>
              <a:t>enqueue()</a:t>
            </a:r>
            <a:br>
              <a:rPr lang="en-GB" sz="2000" dirty="0">
                <a:latin typeface="Consolas" panose="020B0609020204030204" pitchFamily="49" charset="0"/>
              </a:rPr>
            </a:b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Item 5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7FD619-ADD5-F5C3-D77A-8B53C8694889}"/>
              </a:ext>
            </a:extLst>
          </p:cNvPr>
          <p:cNvSpPr txBox="1">
            <a:spLocks/>
          </p:cNvSpPr>
          <p:nvPr/>
        </p:nvSpPr>
        <p:spPr>
          <a:xfrm>
            <a:off x="3782192" y="2223349"/>
            <a:ext cx="1479776" cy="84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224466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enqueue()</a:t>
            </a:r>
          </a:p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Item 7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DBFCB6-0509-CA98-2DAE-CDEB22F9206A}"/>
              </a:ext>
            </a:extLst>
          </p:cNvPr>
          <p:cNvSpPr txBox="1">
            <a:spLocks/>
          </p:cNvSpPr>
          <p:nvPr/>
        </p:nvSpPr>
        <p:spPr>
          <a:xfrm>
            <a:off x="6640843" y="2223349"/>
            <a:ext cx="1479776" cy="84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224466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enqueue()</a:t>
            </a:r>
          </a:p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Item 6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ADE4E44-9D3E-411D-1C46-1F44B4B5D11D}"/>
              </a:ext>
            </a:extLst>
          </p:cNvPr>
          <p:cNvSpPr txBox="1">
            <a:spLocks/>
          </p:cNvSpPr>
          <p:nvPr/>
        </p:nvSpPr>
        <p:spPr>
          <a:xfrm>
            <a:off x="9460991" y="2223349"/>
            <a:ext cx="1479776" cy="84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224466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enqueue()</a:t>
            </a:r>
          </a:p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Item 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670B27-41FF-0236-3B1B-9D1DEA1A2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0216" y="3807115"/>
            <a:ext cx="3928818" cy="1801908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2679A60-BCF3-C10B-D0C0-6E82FC071105}"/>
              </a:ext>
            </a:extLst>
          </p:cNvPr>
          <p:cNvSpPr txBox="1">
            <a:spLocks/>
          </p:cNvSpPr>
          <p:nvPr/>
        </p:nvSpPr>
        <p:spPr>
          <a:xfrm>
            <a:off x="3861931" y="5680924"/>
            <a:ext cx="3928818" cy="844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224466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ctr"/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dequeue()</a:t>
            </a:r>
          </a:p>
          <a:p>
            <a:pPr algn="ctr"/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Consolas" panose="020B0609020204030204" pitchFamily="49" charset="0"/>
              </a:rPr>
              <a:t>Item 3 (highest priority)</a:t>
            </a:r>
          </a:p>
        </p:txBody>
      </p:sp>
    </p:spTree>
    <p:extLst>
      <p:ext uri="{BB962C8B-B14F-4D97-AF65-F5344CB8AC3E}">
        <p14:creationId xmlns:p14="http://schemas.microsoft.com/office/powerpoint/2010/main" val="248123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248</Words>
  <Application>Microsoft Office PowerPoint</Application>
  <PresentationFormat>Widescreen</PresentationFormat>
  <Paragraphs>204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enqueue()  Item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cp:lastPrinted>2023-04-20T13:33:24Z</cp:lastPrinted>
  <dcterms:created xsi:type="dcterms:W3CDTF">2023-04-20T13:13:54Z</dcterms:created>
  <dcterms:modified xsi:type="dcterms:W3CDTF">2023-04-21T12:48:40Z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2023-04-21T12:07:39.7782895Z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2023-04-21T12:07:39.7782895Z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</Properties>
</file>