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8E8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527A65-A702-40AF-AFD2-BDCEF16E0C63}" v="248" dt="2023-04-17T21:10:37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186492F-85BC-43C9-AA87-52BA55CFD804}"/>
    <pc:docChg chg="undo custSel addSld modSld">
      <pc:chgData name="Sam O'Neill" userId="cb323814-a42a-4cfe-bc74-03f595e56f6e" providerId="ADAL" clId="{A186492F-85BC-43C9-AA87-52BA55CFD804}" dt="2023-04-16T11:43:06.570" v="288" actId="207"/>
      <pc:docMkLst>
        <pc:docMk/>
      </pc:docMkLst>
      <pc:sldChg chg="addSp delSp modSp new mod">
        <pc:chgData name="Sam O'Neill" userId="cb323814-a42a-4cfe-bc74-03f595e56f6e" providerId="ADAL" clId="{A186492F-85BC-43C9-AA87-52BA55CFD804}" dt="2023-04-16T11:43:06.570" v="288" actId="207"/>
        <pc:sldMkLst>
          <pc:docMk/>
          <pc:sldMk cId="1195602233" sldId="256"/>
        </pc:sldMkLst>
        <pc:spChg chg="del">
          <ac:chgData name="Sam O'Neill" userId="cb323814-a42a-4cfe-bc74-03f595e56f6e" providerId="ADAL" clId="{A186492F-85BC-43C9-AA87-52BA55CFD804}" dt="2023-04-16T11:26:18.616" v="33" actId="478"/>
          <ac:spMkLst>
            <pc:docMk/>
            <pc:sldMk cId="1195602233" sldId="256"/>
            <ac:spMk id="2" creationId="{E58CBD8C-6C70-EA78-5C3F-85FA9F1BA7CB}"/>
          </ac:spMkLst>
        </pc:spChg>
        <pc:spChg chg="del">
          <ac:chgData name="Sam O'Neill" userId="cb323814-a42a-4cfe-bc74-03f595e56f6e" providerId="ADAL" clId="{A186492F-85BC-43C9-AA87-52BA55CFD804}" dt="2023-04-16T11:26:16.089" v="32" actId="478"/>
          <ac:spMkLst>
            <pc:docMk/>
            <pc:sldMk cId="1195602233" sldId="256"/>
            <ac:spMk id="3" creationId="{4C69C3B2-D3F9-A16A-5530-9815482E6138}"/>
          </ac:spMkLst>
        </pc:spChg>
        <pc:spChg chg="add mod">
          <ac:chgData name="Sam O'Neill" userId="cb323814-a42a-4cfe-bc74-03f595e56f6e" providerId="ADAL" clId="{A186492F-85BC-43C9-AA87-52BA55CFD804}" dt="2023-04-16T11:42:25.079" v="279"/>
          <ac:spMkLst>
            <pc:docMk/>
            <pc:sldMk cId="1195602233" sldId="256"/>
            <ac:spMk id="6" creationId="{CEEF1A27-7B4E-625C-7663-B4B713BF5EDE}"/>
          </ac:spMkLst>
        </pc:spChg>
        <pc:spChg chg="add mod">
          <ac:chgData name="Sam O'Neill" userId="cb323814-a42a-4cfe-bc74-03f595e56f6e" providerId="ADAL" clId="{A186492F-85BC-43C9-AA87-52BA55CFD804}" dt="2023-04-16T11:36:25.718" v="229" actId="1076"/>
          <ac:spMkLst>
            <pc:docMk/>
            <pc:sldMk cId="1195602233" sldId="256"/>
            <ac:spMk id="7" creationId="{1C557E20-9DE1-B22C-21BF-972981AD4C6B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9" creationId="{2110E36D-5407-E9C0-B4BA-EAADC588599E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10" creationId="{3D335C3E-62FD-5122-912E-9791DCC4FF98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11" creationId="{223D5428-B4A9-8024-E919-7F4CE46848BC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12" creationId="{5EFF0906-653F-0CA8-D6B8-CFFE5799F025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13" creationId="{07B81CBE-05B4-FB2B-218D-0369AEB2CF86}"/>
          </ac:spMkLst>
        </pc:spChg>
        <pc:spChg chg="add mod">
          <ac:chgData name="Sam O'Neill" userId="cb323814-a42a-4cfe-bc74-03f595e56f6e" providerId="ADAL" clId="{A186492F-85BC-43C9-AA87-52BA55CFD804}" dt="2023-04-16T11:43:06.570" v="288" actId="207"/>
          <ac:spMkLst>
            <pc:docMk/>
            <pc:sldMk cId="1195602233" sldId="256"/>
            <ac:spMk id="40" creationId="{B09FD428-2FFF-AC64-C2FC-EBEE27AED050}"/>
          </ac:spMkLst>
        </pc:spChg>
        <pc:spChg chg="add mod">
          <ac:chgData name="Sam O'Neill" userId="cb323814-a42a-4cfe-bc74-03f595e56f6e" providerId="ADAL" clId="{A186492F-85BC-43C9-AA87-52BA55CFD804}" dt="2023-04-16T11:42:41.081" v="287" actId="1076"/>
          <ac:spMkLst>
            <pc:docMk/>
            <pc:sldMk cId="1195602233" sldId="256"/>
            <ac:spMk id="60" creationId="{240B3930-E614-4399-005D-C67D586F7788}"/>
          </ac:spMkLst>
        </pc:spChg>
        <pc:graphicFrameChg chg="add mod modGraphic">
          <ac:chgData name="Sam O'Neill" userId="cb323814-a42a-4cfe-bc74-03f595e56f6e" providerId="ADAL" clId="{A186492F-85BC-43C9-AA87-52BA55CFD804}" dt="2023-04-16T11:27:55.918" v="77" actId="403"/>
          <ac:graphicFrameMkLst>
            <pc:docMk/>
            <pc:sldMk cId="1195602233" sldId="256"/>
            <ac:graphicFrameMk id="8" creationId="{FFBA5750-7A25-2F79-C77D-0DE8EE8CBB4F}"/>
          </ac:graphicFrameMkLst>
        </pc:graphicFrameChg>
        <pc:picChg chg="add del">
          <ac:chgData name="Sam O'Neill" userId="cb323814-a42a-4cfe-bc74-03f595e56f6e" providerId="ADAL" clId="{A186492F-85BC-43C9-AA87-52BA55CFD804}" dt="2023-04-16T11:26:13.775" v="31" actId="478"/>
          <ac:picMkLst>
            <pc:docMk/>
            <pc:sldMk cId="1195602233" sldId="256"/>
            <ac:picMk id="5" creationId="{0F946374-38EF-7D99-0845-B06AF04E086E}"/>
          </ac:picMkLst>
        </pc:picChg>
        <pc:cxnChg chg="add mod">
          <ac:chgData name="Sam O'Neill" userId="cb323814-a42a-4cfe-bc74-03f595e56f6e" providerId="ADAL" clId="{A186492F-85BC-43C9-AA87-52BA55CFD804}" dt="2023-04-16T11:40:59.980" v="277" actId="1582"/>
          <ac:cxnSpMkLst>
            <pc:docMk/>
            <pc:sldMk cId="1195602233" sldId="256"/>
            <ac:cxnSpMk id="15" creationId="{115C5A14-DCE9-77D0-1AA4-4CF1E6AEC4BF}"/>
          </ac:cxnSpMkLst>
        </pc:cxnChg>
        <pc:cxnChg chg="add mod">
          <ac:chgData name="Sam O'Neill" userId="cb323814-a42a-4cfe-bc74-03f595e56f6e" providerId="ADAL" clId="{A186492F-85BC-43C9-AA87-52BA55CFD804}" dt="2023-04-16T11:40:59.980" v="277" actId="1582"/>
          <ac:cxnSpMkLst>
            <pc:docMk/>
            <pc:sldMk cId="1195602233" sldId="256"/>
            <ac:cxnSpMk id="17" creationId="{5F7DA1BA-FE81-00B1-62B1-875B26B5DEED}"/>
          </ac:cxnSpMkLst>
        </pc:cxnChg>
        <pc:cxnChg chg="add mod">
          <ac:chgData name="Sam O'Neill" userId="cb323814-a42a-4cfe-bc74-03f595e56f6e" providerId="ADAL" clId="{A186492F-85BC-43C9-AA87-52BA55CFD804}" dt="2023-04-16T11:40:59.980" v="277" actId="1582"/>
          <ac:cxnSpMkLst>
            <pc:docMk/>
            <pc:sldMk cId="1195602233" sldId="256"/>
            <ac:cxnSpMk id="19" creationId="{9F538349-C90E-141D-F77B-1FF42BC405F4}"/>
          </ac:cxnSpMkLst>
        </pc:cxnChg>
        <pc:cxnChg chg="add mod">
          <ac:chgData name="Sam O'Neill" userId="cb323814-a42a-4cfe-bc74-03f595e56f6e" providerId="ADAL" clId="{A186492F-85BC-43C9-AA87-52BA55CFD804}" dt="2023-04-16T11:40:40.126" v="274" actId="1582"/>
          <ac:cxnSpMkLst>
            <pc:docMk/>
            <pc:sldMk cId="1195602233" sldId="256"/>
            <ac:cxnSpMk id="22" creationId="{2D038604-D723-9143-D9A0-735B59007CF9}"/>
          </ac:cxnSpMkLst>
        </pc:cxnChg>
        <pc:cxnChg chg="add mod">
          <ac:chgData name="Sam O'Neill" userId="cb323814-a42a-4cfe-bc74-03f595e56f6e" providerId="ADAL" clId="{A186492F-85BC-43C9-AA87-52BA55CFD804}" dt="2023-04-16T11:40:48.316" v="276" actId="1582"/>
          <ac:cxnSpMkLst>
            <pc:docMk/>
            <pc:sldMk cId="1195602233" sldId="256"/>
            <ac:cxnSpMk id="24" creationId="{1263FD3A-C0F1-5777-9FC2-D8D91CD527BA}"/>
          </ac:cxnSpMkLst>
        </pc:cxnChg>
        <pc:cxnChg chg="add mod">
          <ac:chgData name="Sam O'Neill" userId="cb323814-a42a-4cfe-bc74-03f595e56f6e" providerId="ADAL" clId="{A186492F-85BC-43C9-AA87-52BA55CFD804}" dt="2023-04-16T11:40:59.980" v="277" actId="1582"/>
          <ac:cxnSpMkLst>
            <pc:docMk/>
            <pc:sldMk cId="1195602233" sldId="256"/>
            <ac:cxnSpMk id="41" creationId="{BD8AFD1A-D66F-60A9-B451-E7E943AE2476}"/>
          </ac:cxnSpMkLst>
        </pc:cxnChg>
      </pc:sldChg>
    </pc:docChg>
  </pc:docChgLst>
  <pc:docChgLst>
    <pc:chgData name="Sam O'Neill" userId="cb323814-a42a-4cfe-bc74-03f595e56f6e" providerId="ADAL" clId="{F3527A65-A702-40AF-AFD2-BDCEF16E0C63}"/>
    <pc:docChg chg="undo custSel addSld delSld modSld">
      <pc:chgData name="Sam O'Neill" userId="cb323814-a42a-4cfe-bc74-03f595e56f6e" providerId="ADAL" clId="{F3527A65-A702-40AF-AFD2-BDCEF16E0C63}" dt="2023-04-17T21:10:37.175" v="1005" actId="20577"/>
      <pc:docMkLst>
        <pc:docMk/>
      </pc:docMkLst>
      <pc:sldChg chg="add del">
        <pc:chgData name="Sam O'Neill" userId="cb323814-a42a-4cfe-bc74-03f595e56f6e" providerId="ADAL" clId="{F3527A65-A702-40AF-AFD2-BDCEF16E0C63}" dt="2023-04-17T10:44:46.976" v="4" actId="2696"/>
        <pc:sldMkLst>
          <pc:docMk/>
          <pc:sldMk cId="1441951501" sldId="257"/>
        </pc:sldMkLst>
      </pc:sldChg>
      <pc:sldChg chg="addSp delSp modSp new mod">
        <pc:chgData name="Sam O'Neill" userId="cb323814-a42a-4cfe-bc74-03f595e56f6e" providerId="ADAL" clId="{F3527A65-A702-40AF-AFD2-BDCEF16E0C63}" dt="2023-04-17T10:55:47.289" v="226" actId="14100"/>
        <pc:sldMkLst>
          <pc:docMk/>
          <pc:sldMk cId="51978322" sldId="258"/>
        </pc:sldMkLst>
        <pc:spChg chg="del">
          <ac:chgData name="Sam O'Neill" userId="cb323814-a42a-4cfe-bc74-03f595e56f6e" providerId="ADAL" clId="{F3527A65-A702-40AF-AFD2-BDCEF16E0C63}" dt="2023-04-17T10:44:36.668" v="2" actId="478"/>
          <ac:spMkLst>
            <pc:docMk/>
            <pc:sldMk cId="51978322" sldId="258"/>
            <ac:spMk id="2" creationId="{0FB9948A-4FC6-1A3E-0A56-9ED416D1D9F5}"/>
          </ac:spMkLst>
        </pc:spChg>
        <pc:spChg chg="del">
          <ac:chgData name="Sam O'Neill" userId="cb323814-a42a-4cfe-bc74-03f595e56f6e" providerId="ADAL" clId="{F3527A65-A702-40AF-AFD2-BDCEF16E0C63}" dt="2023-04-17T10:44:36.668" v="2" actId="478"/>
          <ac:spMkLst>
            <pc:docMk/>
            <pc:sldMk cId="51978322" sldId="258"/>
            <ac:spMk id="3" creationId="{5AFBE5FC-98F3-968B-6CAE-2D5C693D854B}"/>
          </ac:spMkLst>
        </pc:spChg>
        <pc:graphicFrameChg chg="add mod modGraphic">
          <ac:chgData name="Sam O'Neill" userId="cb323814-a42a-4cfe-bc74-03f595e56f6e" providerId="ADAL" clId="{F3527A65-A702-40AF-AFD2-BDCEF16E0C63}" dt="2023-04-17T10:51:50.735" v="135" actId="1035"/>
          <ac:graphicFrameMkLst>
            <pc:docMk/>
            <pc:sldMk cId="51978322" sldId="258"/>
            <ac:graphicFrameMk id="6" creationId="{33AA575D-140E-1466-768A-7DD53E8C5622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0:51:47.472" v="131" actId="1076"/>
          <ac:graphicFrameMkLst>
            <pc:docMk/>
            <pc:sldMk cId="51978322" sldId="258"/>
            <ac:graphicFrameMk id="9" creationId="{2A67E0ED-8EE2-DC5D-F20A-19E72E897F7C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0:53:01.769" v="155" actId="1037"/>
          <ac:graphicFrameMkLst>
            <pc:docMk/>
            <pc:sldMk cId="51978322" sldId="258"/>
            <ac:graphicFrameMk id="12" creationId="{FF7026AD-7CC2-8956-7A89-3DE91A8E036D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0:54:38.714" v="183" actId="20577"/>
          <ac:graphicFrameMkLst>
            <pc:docMk/>
            <pc:sldMk cId="51978322" sldId="258"/>
            <ac:graphicFrameMk id="13" creationId="{12427308-5DBA-7C1E-84DB-13787F3D08D9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0:53:38.540" v="163" actId="1076"/>
          <ac:graphicFrameMkLst>
            <pc:docMk/>
            <pc:sldMk cId="51978322" sldId="258"/>
            <ac:graphicFrameMk id="14" creationId="{AD65A2CE-BCE7-6839-AC29-725ED998CD73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0:53:55.755" v="168" actId="20577"/>
          <ac:graphicFrameMkLst>
            <pc:docMk/>
            <pc:sldMk cId="51978322" sldId="258"/>
            <ac:graphicFrameMk id="15" creationId="{B12C0ED8-90BD-233A-0A0C-59F61D2C99EE}"/>
          </ac:graphicFrameMkLst>
        </pc:graphicFrameChg>
        <pc:picChg chg="add del mod">
          <ac:chgData name="Sam O'Neill" userId="cb323814-a42a-4cfe-bc74-03f595e56f6e" providerId="ADAL" clId="{F3527A65-A702-40AF-AFD2-BDCEF16E0C63}" dt="2023-04-17T10:48:52.975" v="54" actId="478"/>
          <ac:picMkLst>
            <pc:docMk/>
            <pc:sldMk cId="51978322" sldId="258"/>
            <ac:picMk id="5" creationId="{47CF464A-6F9D-5130-8266-6E8C0F213611}"/>
          </ac:picMkLst>
        </pc:picChg>
        <pc:picChg chg="add del mod">
          <ac:chgData name="Sam O'Neill" userId="cb323814-a42a-4cfe-bc74-03f595e56f6e" providerId="ADAL" clId="{F3527A65-A702-40AF-AFD2-BDCEF16E0C63}" dt="2023-04-17T10:50:53.524" v="95" actId="478"/>
          <ac:picMkLst>
            <pc:docMk/>
            <pc:sldMk cId="51978322" sldId="258"/>
            <ac:picMk id="8" creationId="{CF1DEA39-43E0-3480-8A72-08B1F7193289}"/>
          </ac:picMkLst>
        </pc:picChg>
        <pc:picChg chg="add del mod">
          <ac:chgData name="Sam O'Neill" userId="cb323814-a42a-4cfe-bc74-03f595e56f6e" providerId="ADAL" clId="{F3527A65-A702-40AF-AFD2-BDCEF16E0C63}" dt="2023-04-17T10:55:08.336" v="184" actId="478"/>
          <ac:picMkLst>
            <pc:docMk/>
            <pc:sldMk cId="51978322" sldId="258"/>
            <ac:picMk id="11" creationId="{AD28BEBF-4FC7-CE0C-85D1-1627A39612FE}"/>
          </ac:picMkLst>
        </pc:picChg>
        <pc:picChg chg="add mod ord">
          <ac:chgData name="Sam O'Neill" userId="cb323814-a42a-4cfe-bc74-03f595e56f6e" providerId="ADAL" clId="{F3527A65-A702-40AF-AFD2-BDCEF16E0C63}" dt="2023-04-17T10:55:47.289" v="226" actId="14100"/>
          <ac:picMkLst>
            <pc:docMk/>
            <pc:sldMk cId="51978322" sldId="258"/>
            <ac:picMk id="30" creationId="{FE06E599-483A-B08C-1DBF-4A8695035754}"/>
          </ac:picMkLst>
        </pc:picChg>
        <pc:cxnChg chg="add mod">
          <ac:chgData name="Sam O'Neill" userId="cb323814-a42a-4cfe-bc74-03f595e56f6e" providerId="ADAL" clId="{F3527A65-A702-40AF-AFD2-BDCEF16E0C63}" dt="2023-04-17T10:52:40.206" v="144" actId="14100"/>
          <ac:cxnSpMkLst>
            <pc:docMk/>
            <pc:sldMk cId="51978322" sldId="258"/>
            <ac:cxnSpMk id="17" creationId="{59E6DC35-9AEF-380B-0938-34B0F87B5B56}"/>
          </ac:cxnSpMkLst>
        </pc:cxnChg>
        <pc:cxnChg chg="add mod">
          <ac:chgData name="Sam O'Neill" userId="cb323814-a42a-4cfe-bc74-03f595e56f6e" providerId="ADAL" clId="{F3527A65-A702-40AF-AFD2-BDCEF16E0C63}" dt="2023-04-17T10:52:47.033" v="146" actId="1076"/>
          <ac:cxnSpMkLst>
            <pc:docMk/>
            <pc:sldMk cId="51978322" sldId="258"/>
            <ac:cxnSpMk id="20" creationId="{0EFEDD22-2F9D-1049-8799-D89EB7B253F5}"/>
          </ac:cxnSpMkLst>
        </pc:cxnChg>
        <pc:cxnChg chg="add mod">
          <ac:chgData name="Sam O'Neill" userId="cb323814-a42a-4cfe-bc74-03f595e56f6e" providerId="ADAL" clId="{F3527A65-A702-40AF-AFD2-BDCEF16E0C63}" dt="2023-04-17T10:53:27.637" v="161" actId="14100"/>
          <ac:cxnSpMkLst>
            <pc:docMk/>
            <pc:sldMk cId="51978322" sldId="258"/>
            <ac:cxnSpMk id="21" creationId="{6DFD97EF-7D6F-3BCC-06EB-D78B1E5DE182}"/>
          </ac:cxnSpMkLst>
        </pc:cxnChg>
        <pc:cxnChg chg="add mod">
          <ac:chgData name="Sam O'Neill" userId="cb323814-a42a-4cfe-bc74-03f595e56f6e" providerId="ADAL" clId="{F3527A65-A702-40AF-AFD2-BDCEF16E0C63}" dt="2023-04-17T10:53:49.370" v="166" actId="1076"/>
          <ac:cxnSpMkLst>
            <pc:docMk/>
            <pc:sldMk cId="51978322" sldId="258"/>
            <ac:cxnSpMk id="26" creationId="{57A9B6F2-4E3E-BF1C-F413-DE880A864597}"/>
          </ac:cxnSpMkLst>
        </pc:cxnChg>
        <pc:cxnChg chg="add mod">
          <ac:chgData name="Sam O'Neill" userId="cb323814-a42a-4cfe-bc74-03f595e56f6e" providerId="ADAL" clId="{F3527A65-A702-40AF-AFD2-BDCEF16E0C63}" dt="2023-04-17T10:54:27.799" v="181" actId="1038"/>
          <ac:cxnSpMkLst>
            <pc:docMk/>
            <pc:sldMk cId="51978322" sldId="258"/>
            <ac:cxnSpMk id="27" creationId="{318C9026-40DD-476D-FF9A-BCFBE9EF3282}"/>
          </ac:cxnSpMkLst>
        </pc:cxnChg>
        <pc:cxnChg chg="add mod">
          <ac:chgData name="Sam O'Neill" userId="cb323814-a42a-4cfe-bc74-03f595e56f6e" providerId="ADAL" clId="{F3527A65-A702-40AF-AFD2-BDCEF16E0C63}" dt="2023-04-17T10:54:25.094" v="180" actId="1038"/>
          <ac:cxnSpMkLst>
            <pc:docMk/>
            <pc:sldMk cId="51978322" sldId="258"/>
            <ac:cxnSpMk id="28" creationId="{B6A164ED-E93E-AA29-0A72-EC9D598E8A19}"/>
          </ac:cxnSpMkLst>
        </pc:cxnChg>
      </pc:sldChg>
      <pc:sldChg chg="modSp add mod">
        <pc:chgData name="Sam O'Neill" userId="cb323814-a42a-4cfe-bc74-03f595e56f6e" providerId="ADAL" clId="{F3527A65-A702-40AF-AFD2-BDCEF16E0C63}" dt="2023-04-17T10:50:44.087" v="94" actId="207"/>
        <pc:sldMkLst>
          <pc:docMk/>
          <pc:sldMk cId="2309043402" sldId="259"/>
        </pc:sldMkLst>
        <pc:graphicFrameChg chg="mod modGraphic">
          <ac:chgData name="Sam O'Neill" userId="cb323814-a42a-4cfe-bc74-03f595e56f6e" providerId="ADAL" clId="{F3527A65-A702-40AF-AFD2-BDCEF16E0C63}" dt="2023-04-17T10:50:44.087" v="94" actId="207"/>
          <ac:graphicFrameMkLst>
            <pc:docMk/>
            <pc:sldMk cId="2309043402" sldId="259"/>
            <ac:graphicFrameMk id="8" creationId="{FFBA5750-7A25-2F79-C77D-0DE8EE8CBB4F}"/>
          </ac:graphicFrameMkLst>
        </pc:graphicFrameChg>
        <pc:cxnChg chg="mod">
          <ac:chgData name="Sam O'Neill" userId="cb323814-a42a-4cfe-bc74-03f595e56f6e" providerId="ADAL" clId="{F3527A65-A702-40AF-AFD2-BDCEF16E0C63}" dt="2023-04-17T10:47:42.205" v="38" actId="14100"/>
          <ac:cxnSpMkLst>
            <pc:docMk/>
            <pc:sldMk cId="2309043402" sldId="259"/>
            <ac:cxnSpMk id="19" creationId="{9F538349-C90E-141D-F77B-1FF42BC405F4}"/>
          </ac:cxnSpMkLst>
        </pc:cxnChg>
        <pc:cxnChg chg="mod">
          <ac:chgData name="Sam O'Neill" userId="cb323814-a42a-4cfe-bc74-03f595e56f6e" providerId="ADAL" clId="{F3527A65-A702-40AF-AFD2-BDCEF16E0C63}" dt="2023-04-17T10:46:59.265" v="14" actId="1076"/>
          <ac:cxnSpMkLst>
            <pc:docMk/>
            <pc:sldMk cId="2309043402" sldId="259"/>
            <ac:cxnSpMk id="22" creationId="{2D038604-D723-9143-D9A0-735B59007CF9}"/>
          </ac:cxnSpMkLst>
        </pc:cxnChg>
      </pc:sldChg>
      <pc:sldChg chg="addSp delSp modSp add mod">
        <pc:chgData name="Sam O'Neill" userId="cb323814-a42a-4cfe-bc74-03f595e56f6e" providerId="ADAL" clId="{F3527A65-A702-40AF-AFD2-BDCEF16E0C63}" dt="2023-04-17T11:07:30.603" v="499" actId="1076"/>
        <pc:sldMkLst>
          <pc:docMk/>
          <pc:sldMk cId="1214846164" sldId="260"/>
        </pc:sldMkLst>
        <pc:spChg chg="add del mod">
          <ac:chgData name="Sam O'Neill" userId="cb323814-a42a-4cfe-bc74-03f595e56f6e" providerId="ADAL" clId="{F3527A65-A702-40AF-AFD2-BDCEF16E0C63}" dt="2023-04-17T11:01:15.483" v="325"/>
          <ac:spMkLst>
            <pc:docMk/>
            <pc:sldMk cId="1214846164" sldId="260"/>
            <ac:spMk id="2" creationId="{724B98BE-D013-7246-DD7A-4BC81A19AF64}"/>
          </ac:spMkLst>
        </pc:spChg>
        <pc:spChg chg="add mod">
          <ac:chgData name="Sam O'Neill" userId="cb323814-a42a-4cfe-bc74-03f595e56f6e" providerId="ADAL" clId="{F3527A65-A702-40AF-AFD2-BDCEF16E0C63}" dt="2023-04-17T11:07:30.603" v="499" actId="1076"/>
          <ac:spMkLst>
            <pc:docMk/>
            <pc:sldMk cId="1214846164" sldId="260"/>
            <ac:spMk id="3" creationId="{A27BF126-A309-4481-902E-FC28CFBF53FD}"/>
          </ac:spMkLst>
        </pc:spChg>
        <pc:graphicFrameChg chg="add mod modGraphic">
          <ac:chgData name="Sam O'Neill" userId="cb323814-a42a-4cfe-bc74-03f595e56f6e" providerId="ADAL" clId="{F3527A65-A702-40AF-AFD2-BDCEF16E0C63}" dt="2023-04-17T11:04:39.960" v="399" actId="1035"/>
          <ac:graphicFrameMkLst>
            <pc:docMk/>
            <pc:sldMk cId="1214846164" sldId="260"/>
            <ac:graphicFrameMk id="5" creationId="{51607E64-8CB5-4126-31DF-244988FC8B31}"/>
          </ac:graphicFrameMkLst>
        </pc:graphicFrameChg>
        <pc:graphicFrameChg chg="del mod">
          <ac:chgData name="Sam O'Neill" userId="cb323814-a42a-4cfe-bc74-03f595e56f6e" providerId="ADAL" clId="{F3527A65-A702-40AF-AFD2-BDCEF16E0C63}" dt="2023-04-17T11:02:34.474" v="351" actId="478"/>
          <ac:graphicFrameMkLst>
            <pc:docMk/>
            <pc:sldMk cId="1214846164" sldId="260"/>
            <ac:graphicFrameMk id="6" creationId="{33AA575D-140E-1466-768A-7DD53E8C5622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1:05:03.132" v="422" actId="1036"/>
          <ac:graphicFrameMkLst>
            <pc:docMk/>
            <pc:sldMk cId="1214846164" sldId="260"/>
            <ac:graphicFrameMk id="8" creationId="{3FF987FA-E3D1-5B04-4911-FDA951BDEB7C}"/>
          </ac:graphicFrameMkLst>
        </pc:graphicFrameChg>
        <pc:graphicFrameChg chg="del">
          <ac:chgData name="Sam O'Neill" userId="cb323814-a42a-4cfe-bc74-03f595e56f6e" providerId="ADAL" clId="{F3527A65-A702-40AF-AFD2-BDCEF16E0C63}" dt="2023-04-17T11:02:30.799" v="350" actId="478"/>
          <ac:graphicFrameMkLst>
            <pc:docMk/>
            <pc:sldMk cId="1214846164" sldId="260"/>
            <ac:graphicFrameMk id="9" creationId="{2A67E0ED-8EE2-DC5D-F20A-19E72E897F7C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1:05:16.363" v="431" actId="1036"/>
          <ac:graphicFrameMkLst>
            <pc:docMk/>
            <pc:sldMk cId="1214846164" sldId="260"/>
            <ac:graphicFrameMk id="11" creationId="{3D4C35F1-A9C1-8184-D165-FFA3ACAB3E87}"/>
          </ac:graphicFrameMkLst>
        </pc:graphicFrameChg>
        <pc:graphicFrameChg chg="mod modGraphic">
          <ac:chgData name="Sam O'Neill" userId="cb323814-a42a-4cfe-bc74-03f595e56f6e" providerId="ADAL" clId="{F3527A65-A702-40AF-AFD2-BDCEF16E0C63}" dt="2023-04-17T11:04:15.934" v="391" actId="14100"/>
          <ac:graphicFrameMkLst>
            <pc:docMk/>
            <pc:sldMk cId="1214846164" sldId="260"/>
            <ac:graphicFrameMk id="12" creationId="{FF7026AD-7CC2-8956-7A89-3DE91A8E036D}"/>
          </ac:graphicFrameMkLst>
        </pc:graphicFrameChg>
        <pc:graphicFrameChg chg="del">
          <ac:chgData name="Sam O'Neill" userId="cb323814-a42a-4cfe-bc74-03f595e56f6e" providerId="ADAL" clId="{F3527A65-A702-40AF-AFD2-BDCEF16E0C63}" dt="2023-04-17T11:02:37.212" v="352" actId="478"/>
          <ac:graphicFrameMkLst>
            <pc:docMk/>
            <pc:sldMk cId="1214846164" sldId="260"/>
            <ac:graphicFrameMk id="13" creationId="{12427308-5DBA-7C1E-84DB-13787F3D08D9}"/>
          </ac:graphicFrameMkLst>
        </pc:graphicFrameChg>
        <pc:graphicFrameChg chg="del">
          <ac:chgData name="Sam O'Neill" userId="cb323814-a42a-4cfe-bc74-03f595e56f6e" providerId="ADAL" clId="{F3527A65-A702-40AF-AFD2-BDCEF16E0C63}" dt="2023-04-17T11:02:37.212" v="352" actId="478"/>
          <ac:graphicFrameMkLst>
            <pc:docMk/>
            <pc:sldMk cId="1214846164" sldId="260"/>
            <ac:graphicFrameMk id="14" creationId="{AD65A2CE-BCE7-6839-AC29-725ED998CD73}"/>
          </ac:graphicFrameMkLst>
        </pc:graphicFrameChg>
        <pc:graphicFrameChg chg="del">
          <ac:chgData name="Sam O'Neill" userId="cb323814-a42a-4cfe-bc74-03f595e56f6e" providerId="ADAL" clId="{F3527A65-A702-40AF-AFD2-BDCEF16E0C63}" dt="2023-04-17T11:02:37.212" v="352" actId="478"/>
          <ac:graphicFrameMkLst>
            <pc:docMk/>
            <pc:sldMk cId="1214846164" sldId="260"/>
            <ac:graphicFrameMk id="15" creationId="{B12C0ED8-90BD-233A-0A0C-59F61D2C99EE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1:05:23.381" v="438" actId="20577"/>
          <ac:graphicFrameMkLst>
            <pc:docMk/>
            <pc:sldMk cId="1214846164" sldId="260"/>
            <ac:graphicFrameMk id="18" creationId="{1EEAD303-894B-43B5-76ED-C7A5E4D91F7A}"/>
          </ac:graphicFrameMkLst>
        </pc:graphicFrameChg>
        <pc:graphicFrameChg chg="add mod modGraphic">
          <ac:chgData name="Sam O'Neill" userId="cb323814-a42a-4cfe-bc74-03f595e56f6e" providerId="ADAL" clId="{F3527A65-A702-40AF-AFD2-BDCEF16E0C63}" dt="2023-04-17T11:05:45.771" v="449" actId="6549"/>
          <ac:graphicFrameMkLst>
            <pc:docMk/>
            <pc:sldMk cId="1214846164" sldId="260"/>
            <ac:graphicFrameMk id="22" creationId="{D6F5005C-2922-F6FC-078B-C74BAB73E1B4}"/>
          </ac:graphicFrameMkLst>
        </pc:graphicFrameChg>
        <pc:picChg chg="add mod ord">
          <ac:chgData name="Sam O'Neill" userId="cb323814-a42a-4cfe-bc74-03f595e56f6e" providerId="ADAL" clId="{F3527A65-A702-40AF-AFD2-BDCEF16E0C63}" dt="2023-04-17T11:07:22.445" v="498" actId="29295"/>
          <ac:picMkLst>
            <pc:docMk/>
            <pc:sldMk cId="1214846164" sldId="260"/>
            <ac:picMk id="25" creationId="{5A90B94D-D3B5-B202-7416-ED75E9F10106}"/>
          </ac:picMkLst>
        </pc:picChg>
        <pc:picChg chg="del">
          <ac:chgData name="Sam O'Neill" userId="cb323814-a42a-4cfe-bc74-03f595e56f6e" providerId="ADAL" clId="{F3527A65-A702-40AF-AFD2-BDCEF16E0C63}" dt="2023-04-17T11:07:17.734" v="497" actId="478"/>
          <ac:picMkLst>
            <pc:docMk/>
            <pc:sldMk cId="1214846164" sldId="260"/>
            <ac:picMk id="30" creationId="{FE06E599-483A-B08C-1DBF-4A8695035754}"/>
          </ac:picMkLst>
        </pc:picChg>
        <pc:cxnChg chg="add mod">
          <ac:chgData name="Sam O'Neill" userId="cb323814-a42a-4cfe-bc74-03f595e56f6e" providerId="ADAL" clId="{F3527A65-A702-40AF-AFD2-BDCEF16E0C63}" dt="2023-04-17T11:02:28.149" v="349" actId="1076"/>
          <ac:cxnSpMkLst>
            <pc:docMk/>
            <pc:sldMk cId="1214846164" sldId="260"/>
            <ac:cxnSpMk id="4" creationId="{4B15EECF-8B8F-C3A1-E41F-5999CD7A13F6}"/>
          </ac:cxnSpMkLst>
        </pc:cxnChg>
        <pc:cxnChg chg="add mod">
          <ac:chgData name="Sam O'Neill" userId="cb323814-a42a-4cfe-bc74-03f595e56f6e" providerId="ADAL" clId="{F3527A65-A702-40AF-AFD2-BDCEF16E0C63}" dt="2023-04-17T11:04:52.029" v="412" actId="1035"/>
          <ac:cxnSpMkLst>
            <pc:docMk/>
            <pc:sldMk cId="1214846164" sldId="260"/>
            <ac:cxnSpMk id="7" creationId="{3D9D4936-0C67-52C3-458A-814D4BEB8887}"/>
          </ac:cxnSpMkLst>
        </pc:cxnChg>
        <pc:cxnChg chg="add mod">
          <ac:chgData name="Sam O'Neill" userId="cb323814-a42a-4cfe-bc74-03f595e56f6e" providerId="ADAL" clId="{F3527A65-A702-40AF-AFD2-BDCEF16E0C63}" dt="2023-04-17T11:05:05.704" v="426" actId="1036"/>
          <ac:cxnSpMkLst>
            <pc:docMk/>
            <pc:sldMk cId="1214846164" sldId="260"/>
            <ac:cxnSpMk id="10" creationId="{8E96F6D0-74FC-BAF7-98E2-6C00E2E9BD3C}"/>
          </ac:cxnSpMkLst>
        </pc:cxnChg>
        <pc:cxnChg chg="add mod">
          <ac:chgData name="Sam O'Neill" userId="cb323814-a42a-4cfe-bc74-03f595e56f6e" providerId="ADAL" clId="{F3527A65-A702-40AF-AFD2-BDCEF16E0C63}" dt="2023-04-17T11:03:43.580" v="381" actId="1076"/>
          <ac:cxnSpMkLst>
            <pc:docMk/>
            <pc:sldMk cId="1214846164" sldId="260"/>
            <ac:cxnSpMk id="16" creationId="{87FE6836-4E89-36FC-A1AE-D95BC6038B2B}"/>
          </ac:cxnSpMkLst>
        </pc:cxnChg>
        <pc:cxnChg chg="del mod">
          <ac:chgData name="Sam O'Neill" userId="cb323814-a42a-4cfe-bc74-03f595e56f6e" providerId="ADAL" clId="{F3527A65-A702-40AF-AFD2-BDCEF16E0C63}" dt="2023-04-17T11:02:34.474" v="351" actId="478"/>
          <ac:cxnSpMkLst>
            <pc:docMk/>
            <pc:sldMk cId="1214846164" sldId="260"/>
            <ac:cxnSpMk id="17" creationId="{59E6DC35-9AEF-380B-0938-34B0F87B5B56}"/>
          </ac:cxnSpMkLst>
        </pc:cxnChg>
        <pc:cxnChg chg="add mod">
          <ac:chgData name="Sam O'Neill" userId="cb323814-a42a-4cfe-bc74-03f595e56f6e" providerId="ADAL" clId="{F3527A65-A702-40AF-AFD2-BDCEF16E0C63}" dt="2023-04-17T11:04:49.944" v="410" actId="1035"/>
          <ac:cxnSpMkLst>
            <pc:docMk/>
            <pc:sldMk cId="1214846164" sldId="260"/>
            <ac:cxnSpMk id="19" creationId="{AD2BB470-8817-214F-6289-5B0A1FB5BB46}"/>
          </ac:cxnSpMkLst>
        </pc:cxnChg>
        <pc:cxnChg chg="del">
          <ac:chgData name="Sam O'Neill" userId="cb323814-a42a-4cfe-bc74-03f595e56f6e" providerId="ADAL" clId="{F3527A65-A702-40AF-AFD2-BDCEF16E0C63}" dt="2023-04-17T11:02:30.799" v="350" actId="478"/>
          <ac:cxnSpMkLst>
            <pc:docMk/>
            <pc:sldMk cId="1214846164" sldId="260"/>
            <ac:cxnSpMk id="20" creationId="{0EFEDD22-2F9D-1049-8799-D89EB7B253F5}"/>
          </ac:cxnSpMkLst>
        </pc:cxnChg>
        <pc:cxnChg chg="del mod">
          <ac:chgData name="Sam O'Neill" userId="cb323814-a42a-4cfe-bc74-03f595e56f6e" providerId="ADAL" clId="{F3527A65-A702-40AF-AFD2-BDCEF16E0C63}" dt="2023-04-17T11:01:29.174" v="334" actId="478"/>
          <ac:cxnSpMkLst>
            <pc:docMk/>
            <pc:sldMk cId="1214846164" sldId="260"/>
            <ac:cxnSpMk id="21" creationId="{6DFD97EF-7D6F-3BCC-06EB-D78B1E5DE182}"/>
          </ac:cxnSpMkLst>
        </pc:cxnChg>
        <pc:cxnChg chg="add mod">
          <ac:chgData name="Sam O'Neill" userId="cb323814-a42a-4cfe-bc74-03f595e56f6e" providerId="ADAL" clId="{F3527A65-A702-40AF-AFD2-BDCEF16E0C63}" dt="2023-04-17T11:05:36.205" v="441" actId="1036"/>
          <ac:cxnSpMkLst>
            <pc:docMk/>
            <pc:sldMk cId="1214846164" sldId="260"/>
            <ac:cxnSpMk id="23" creationId="{7A1607DD-1537-DD08-6281-C65653D73D2A}"/>
          </ac:cxnSpMkLst>
        </pc:cxnChg>
        <pc:cxnChg chg="del">
          <ac:chgData name="Sam O'Neill" userId="cb323814-a42a-4cfe-bc74-03f595e56f6e" providerId="ADAL" clId="{F3527A65-A702-40AF-AFD2-BDCEF16E0C63}" dt="2023-04-17T11:02:37.212" v="352" actId="478"/>
          <ac:cxnSpMkLst>
            <pc:docMk/>
            <pc:sldMk cId="1214846164" sldId="260"/>
            <ac:cxnSpMk id="26" creationId="{57A9B6F2-4E3E-BF1C-F413-DE880A864597}"/>
          </ac:cxnSpMkLst>
        </pc:cxnChg>
        <pc:cxnChg chg="del">
          <ac:chgData name="Sam O'Neill" userId="cb323814-a42a-4cfe-bc74-03f595e56f6e" providerId="ADAL" clId="{F3527A65-A702-40AF-AFD2-BDCEF16E0C63}" dt="2023-04-17T11:02:37.212" v="352" actId="478"/>
          <ac:cxnSpMkLst>
            <pc:docMk/>
            <pc:sldMk cId="1214846164" sldId="260"/>
            <ac:cxnSpMk id="27" creationId="{318C9026-40DD-476D-FF9A-BCFBE9EF3282}"/>
          </ac:cxnSpMkLst>
        </pc:cxnChg>
        <pc:cxnChg chg="del">
          <ac:chgData name="Sam O'Neill" userId="cb323814-a42a-4cfe-bc74-03f595e56f6e" providerId="ADAL" clId="{F3527A65-A702-40AF-AFD2-BDCEF16E0C63}" dt="2023-04-17T11:02:37.212" v="352" actId="478"/>
          <ac:cxnSpMkLst>
            <pc:docMk/>
            <pc:sldMk cId="1214846164" sldId="260"/>
            <ac:cxnSpMk id="28" creationId="{B6A164ED-E93E-AA29-0A72-EC9D598E8A19}"/>
          </ac:cxnSpMkLst>
        </pc:cxnChg>
      </pc:sldChg>
      <pc:sldChg chg="modSp add mod">
        <pc:chgData name="Sam O'Neill" userId="cb323814-a42a-4cfe-bc74-03f595e56f6e" providerId="ADAL" clId="{F3527A65-A702-40AF-AFD2-BDCEF16E0C63}" dt="2023-04-17T11:06:02.201" v="453" actId="207"/>
        <pc:sldMkLst>
          <pc:docMk/>
          <pc:sldMk cId="2217299391" sldId="261"/>
        </pc:sldMkLst>
        <pc:graphicFrameChg chg="modGraphic">
          <ac:chgData name="Sam O'Neill" userId="cb323814-a42a-4cfe-bc74-03f595e56f6e" providerId="ADAL" clId="{F3527A65-A702-40AF-AFD2-BDCEF16E0C63}" dt="2023-04-17T11:06:02.201" v="453" actId="207"/>
          <ac:graphicFrameMkLst>
            <pc:docMk/>
            <pc:sldMk cId="2217299391" sldId="261"/>
            <ac:graphicFrameMk id="8" creationId="{FFBA5750-7A25-2F79-C77D-0DE8EE8CBB4F}"/>
          </ac:graphicFrameMkLst>
        </pc:graphicFrameChg>
      </pc:sldChg>
      <pc:sldChg chg="addSp delSp modSp new mod">
        <pc:chgData name="Sam O'Neill" userId="cb323814-a42a-4cfe-bc74-03f595e56f6e" providerId="ADAL" clId="{F3527A65-A702-40AF-AFD2-BDCEF16E0C63}" dt="2023-04-17T21:09:10.547" v="998" actId="20577"/>
        <pc:sldMkLst>
          <pc:docMk/>
          <pc:sldMk cId="3847914196" sldId="262"/>
        </pc:sldMkLst>
        <pc:spChg chg="del">
          <ac:chgData name="Sam O'Neill" userId="cb323814-a42a-4cfe-bc74-03f595e56f6e" providerId="ADAL" clId="{F3527A65-A702-40AF-AFD2-BDCEF16E0C63}" dt="2023-04-17T11:10:57.475" v="502" actId="478"/>
          <ac:spMkLst>
            <pc:docMk/>
            <pc:sldMk cId="3847914196" sldId="262"/>
            <ac:spMk id="2" creationId="{38245B29-57CF-A876-C85C-07F47ADDE016}"/>
          </ac:spMkLst>
        </pc:spChg>
        <pc:spChg chg="del">
          <ac:chgData name="Sam O'Neill" userId="cb323814-a42a-4cfe-bc74-03f595e56f6e" providerId="ADAL" clId="{F3527A65-A702-40AF-AFD2-BDCEF16E0C63}" dt="2023-04-17T11:10:58.292" v="503" actId="478"/>
          <ac:spMkLst>
            <pc:docMk/>
            <pc:sldMk cId="3847914196" sldId="262"/>
            <ac:spMk id="3" creationId="{6EB70A75-1743-DE3F-CA70-037C58810122}"/>
          </ac:spMkLst>
        </pc:spChg>
        <pc:spChg chg="add mod">
          <ac:chgData name="Sam O'Neill" userId="cb323814-a42a-4cfe-bc74-03f595e56f6e" providerId="ADAL" clId="{F3527A65-A702-40AF-AFD2-BDCEF16E0C63}" dt="2023-04-17T21:09:10.547" v="998" actId="20577"/>
          <ac:spMkLst>
            <pc:docMk/>
            <pc:sldMk cId="3847914196" sldId="262"/>
            <ac:spMk id="5" creationId="{C48E8504-988E-AD3F-80BD-242F690AEF8D}"/>
          </ac:spMkLst>
        </pc:spChg>
        <pc:graphicFrameChg chg="add mod modGraphic">
          <ac:chgData name="Sam O'Neill" userId="cb323814-a42a-4cfe-bc74-03f595e56f6e" providerId="ADAL" clId="{F3527A65-A702-40AF-AFD2-BDCEF16E0C63}" dt="2023-04-17T11:18:05.429" v="906" actId="1038"/>
          <ac:graphicFrameMkLst>
            <pc:docMk/>
            <pc:sldMk cId="3847914196" sldId="262"/>
            <ac:graphicFrameMk id="4" creationId="{DEE974A8-F748-95DD-30D3-E1651ACCF872}"/>
          </ac:graphicFrameMkLst>
        </pc:graphicFrameChg>
      </pc:sldChg>
      <pc:sldChg chg="modSp add mod">
        <pc:chgData name="Sam O'Neill" userId="cb323814-a42a-4cfe-bc74-03f595e56f6e" providerId="ADAL" clId="{F3527A65-A702-40AF-AFD2-BDCEF16E0C63}" dt="2023-04-17T21:10:37.175" v="1005" actId="20577"/>
        <pc:sldMkLst>
          <pc:docMk/>
          <pc:sldMk cId="786341942" sldId="263"/>
        </pc:sldMkLst>
        <pc:spChg chg="mod">
          <ac:chgData name="Sam O'Neill" userId="cb323814-a42a-4cfe-bc74-03f595e56f6e" providerId="ADAL" clId="{F3527A65-A702-40AF-AFD2-BDCEF16E0C63}" dt="2023-04-17T21:10:37.175" v="1005" actId="20577"/>
          <ac:spMkLst>
            <pc:docMk/>
            <pc:sldMk cId="786341942" sldId="263"/>
            <ac:spMk id="5" creationId="{C48E8504-988E-AD3F-80BD-242F690AEF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8499-1A6A-C883-1558-2429B4799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909D6-E5F9-366B-D8E0-94E30CB37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2CD69-D9B4-D894-BDA6-1EC4AD9C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7C9CD-1810-F357-2AF6-D9B9EE3A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AA8E9-45A4-5EAA-55B6-33545CBA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86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1CBD-48AF-CACE-D9AA-3FF028C2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A9FC9-8B1B-7D82-E783-1D18A02F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4D7CE-4FAA-7117-2BA2-1B99DB05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D67B2-34A8-70F2-C79A-41E2C1F2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3600-64B7-7119-08F4-D6D8B912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2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1552-0FBC-A93D-6795-3F339D0C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06BDC-C546-C8E2-DCFB-68BB7FB28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6A49-B78F-9DA0-9D58-85372857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8C7D-60A2-3842-BF6B-7B7D9D57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B6C27-6221-9BFC-C8FA-4B110FEB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89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213F-4089-1970-12BD-E3EE40AD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5279-9125-6999-055C-07B316468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29DF2-9DE1-0586-C2BF-22658063D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867CB-CD79-7F9E-730D-6474702C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5B342-E264-EA6B-7887-421C7C0C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581DA-6FA4-CC4F-05A9-977164DF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69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B078-5FE5-F4B6-9C7F-F43C79C1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4BCFA-7B45-1A74-B294-97F549273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1F3A4-C218-CEC5-7211-FC94CDEAB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D8947-FF74-441E-91AC-09062C9C9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4F9BF-7AB3-1FAB-0100-A5131F30F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921E5-4BDA-9563-BD68-1B02F066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1011F-6D66-3B95-FDB4-37544D63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2FCF2-ACF4-FFE2-17E9-0D32F948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3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F4C6-CB92-F821-1358-121F6526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87742-6E8D-D13C-2477-E635BD49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E6E1E-8F8F-3B63-01CD-4AC064F2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16FA1-FBD1-6EA1-4564-72DD4AB2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1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56383-861D-CC0A-98A1-C11C3C8F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5D7F1-FDFB-5A6A-93CD-DD7D8A71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5A044-8D1F-4850-C3A8-4B44A8DE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02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82BB-6039-86CE-3FAD-1D8D29EB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D54C5-300B-8787-BF29-E1D294077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7620-DC5D-F450-EA57-35B9007E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07421-A4DF-1319-2BBA-B2BC3509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222F4-4522-2B78-D5E9-9A19A980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A219-05FF-DA81-F4A1-17DA8A8B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07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87F9-1988-2BFF-90D3-5F10D268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F3DE5-EA03-D3AD-CB05-66093CBC1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00E96-DB37-5C29-6D9F-E334A2416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4C2B1-18B4-6011-7F8C-D12ED8A8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2E950-5037-2D82-39BC-60592373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16FC7-2476-0483-3CB0-57CB22E1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6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84C3-B67B-B477-83B5-2A85AF04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934D5-C92A-2532-62F8-066AD7FFE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9D182-226B-31CB-9D11-3AC1D9AF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D4D4-E911-4DC1-05F9-F4A3A62D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532BC-4BF1-7AFA-326F-9CBFA879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27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4CE4F-CEA2-5A69-8E10-2CDD644CE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FDBE0-8B3B-D588-1F5B-664FD730F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C063B-DAA7-DF4A-144E-764272C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CEEEA-71A3-C576-EADA-E2AF1F5C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DB010-2623-2E39-1848-D9726B33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19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DC336-E8D0-6A78-293F-91014CA0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A80C6-279C-019D-E666-58216EB4C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0EA7C-2B00-842B-E315-B387EE5A2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83622-FEB8-4A72-B823-33D7D4EA929E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3FE7-684D-9CC0-4B1A-7E7E60916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B1DB-338A-8D94-D44B-97B0F8428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83C54-D52D-41FB-A060-29B797F225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21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EEF1A27-7B4E-625C-7663-B4B713BF5EDE}"/>
              </a:ext>
            </a:extLst>
          </p:cNvPr>
          <p:cNvSpPr/>
          <p:nvPr/>
        </p:nvSpPr>
        <p:spPr>
          <a:xfrm>
            <a:off x="1099281" y="1466227"/>
            <a:ext cx="4798085" cy="4205108"/>
          </a:xfrm>
          <a:prstGeom prst="ellipse">
            <a:avLst/>
          </a:prstGeom>
          <a:solidFill>
            <a:srgbClr val="A7A9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All Possible Surnames</a:t>
            </a: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557E20-9DE1-B22C-21BF-972981AD4C6B}"/>
              </a:ext>
            </a:extLst>
          </p:cNvPr>
          <p:cNvSpPr/>
          <p:nvPr/>
        </p:nvSpPr>
        <p:spPr>
          <a:xfrm>
            <a:off x="1613070" y="2650732"/>
            <a:ext cx="3752755" cy="2655145"/>
          </a:xfrm>
          <a:prstGeom prst="ellipse">
            <a:avLst/>
          </a:prstGeom>
          <a:solidFill>
            <a:srgbClr val="E7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064949"/>
                  </p:ext>
                </p:extLst>
              </p:nvPr>
            </p:nvGraphicFramePr>
            <p:xfrm>
              <a:off x="7987532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385870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000" b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064949"/>
                  </p:ext>
                </p:extLst>
              </p:nvPr>
            </p:nvGraphicFramePr>
            <p:xfrm>
              <a:off x="7987532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385870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39" t="-710667" r="-877" b="-3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110E36D-5407-E9C0-B4BA-EAADC588599E}"/>
              </a:ext>
            </a:extLst>
          </p:cNvPr>
          <p:cNvSpPr txBox="1"/>
          <p:nvPr/>
        </p:nvSpPr>
        <p:spPr>
          <a:xfrm>
            <a:off x="3019631" y="27778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Abid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35C3E-62FD-5122-912E-9791DCC4FF98}"/>
              </a:ext>
            </a:extLst>
          </p:cNvPr>
          <p:cNvSpPr txBox="1"/>
          <p:nvPr/>
        </p:nvSpPr>
        <p:spPr>
          <a:xfrm>
            <a:off x="3818319" y="300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Ashe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D5428-B4A9-8024-E919-7F4CE46848BC}"/>
              </a:ext>
            </a:extLst>
          </p:cNvPr>
          <p:cNvSpPr txBox="1"/>
          <p:nvPr/>
        </p:nvSpPr>
        <p:spPr>
          <a:xfrm>
            <a:off x="3646246" y="338411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Blacksill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F0906-653F-0CA8-D6B8-CFFE5799F025}"/>
              </a:ext>
            </a:extLst>
          </p:cNvPr>
          <p:cNvSpPr txBox="1"/>
          <p:nvPr/>
        </p:nvSpPr>
        <p:spPr>
          <a:xfrm>
            <a:off x="3726068" y="410865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81CBE-05B4-FB2B-218D-0369AEB2CF86}"/>
              </a:ext>
            </a:extLst>
          </p:cNvPr>
          <p:cNvSpPr txBox="1"/>
          <p:nvPr/>
        </p:nvSpPr>
        <p:spPr>
          <a:xfrm>
            <a:off x="3143839" y="48253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Zorg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5C5A14-DCE9-77D0-1AA4-4CF1E6AEC4BF}"/>
              </a:ext>
            </a:extLst>
          </p:cNvPr>
          <p:cNvCxnSpPr>
            <a:cxnSpLocks/>
          </p:cNvCxnSpPr>
          <p:nvPr/>
        </p:nvCxnSpPr>
        <p:spPr>
          <a:xfrm flipV="1">
            <a:off x="4970648" y="1563214"/>
            <a:ext cx="3291641" cy="199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7DA1BA-FE81-00B1-62B1-875B26B5DEED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543921" y="3882301"/>
            <a:ext cx="3747324" cy="4110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538349-C90E-141D-F77B-1FF42BC405F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835054" y="5009990"/>
            <a:ext cx="4521894" cy="8340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038604-D723-9143-D9A0-735B59007CF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10846" y="1021275"/>
            <a:ext cx="4551443" cy="19412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63FD3A-C0F1-5777-9FC2-D8D91CD527B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09534" y="1252848"/>
            <a:ext cx="3752755" cy="19329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9FD428-2FFF-AC64-C2FC-EBEE27AED050}"/>
              </a:ext>
            </a:extLst>
          </p:cNvPr>
          <p:cNvSpPr txBox="1"/>
          <p:nvPr/>
        </p:nvSpPr>
        <p:spPr>
          <a:xfrm>
            <a:off x="3932307" y="456862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Zhang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8AFD1A-D66F-60A9-B451-E7E943AE2476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4750160" y="4753286"/>
            <a:ext cx="3606788" cy="894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0B3930-E614-4399-005D-C67D586F7788}"/>
              </a:ext>
            </a:extLst>
          </p:cNvPr>
          <p:cNvSpPr txBox="1"/>
          <p:nvPr/>
        </p:nvSpPr>
        <p:spPr>
          <a:xfrm>
            <a:off x="-526551" y="3594853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Used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Surnames</a:t>
            </a:r>
          </a:p>
        </p:txBody>
      </p:sp>
    </p:spTree>
    <p:extLst>
      <p:ext uri="{BB962C8B-B14F-4D97-AF65-F5344CB8AC3E}">
        <p14:creationId xmlns:p14="http://schemas.microsoft.com/office/powerpoint/2010/main" val="119560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EEF1A27-7B4E-625C-7663-B4B713BF5EDE}"/>
              </a:ext>
            </a:extLst>
          </p:cNvPr>
          <p:cNvSpPr/>
          <p:nvPr/>
        </p:nvSpPr>
        <p:spPr>
          <a:xfrm>
            <a:off x="1099281" y="1466227"/>
            <a:ext cx="4798085" cy="4205108"/>
          </a:xfrm>
          <a:prstGeom prst="ellipse">
            <a:avLst/>
          </a:prstGeom>
          <a:solidFill>
            <a:srgbClr val="A7A9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All Possible Surnames</a:t>
            </a: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557E20-9DE1-B22C-21BF-972981AD4C6B}"/>
              </a:ext>
            </a:extLst>
          </p:cNvPr>
          <p:cNvSpPr/>
          <p:nvPr/>
        </p:nvSpPr>
        <p:spPr>
          <a:xfrm>
            <a:off x="1613070" y="2650732"/>
            <a:ext cx="3752755" cy="2655145"/>
          </a:xfrm>
          <a:prstGeom prst="ellipse">
            <a:avLst/>
          </a:prstGeom>
          <a:solidFill>
            <a:srgbClr val="E7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335918"/>
                  </p:ext>
                </p:extLst>
              </p:nvPr>
            </p:nvGraphicFramePr>
            <p:xfrm>
              <a:off x="8275204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2935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  <a:gridCol w="692935">
                      <a:extLst>
                        <a:ext uri="{9D8B030D-6E8A-4147-A177-3AD203B41FA5}">
                          <a16:colId xmlns:a16="http://schemas.microsoft.com/office/drawing/2014/main" val="334960120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000" b="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335918"/>
                  </p:ext>
                </p:extLst>
              </p:nvPr>
            </p:nvGraphicFramePr>
            <p:xfrm>
              <a:off x="8275204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2935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  <a:gridCol w="692935">
                      <a:extLst>
                        <a:ext uri="{9D8B030D-6E8A-4147-A177-3AD203B41FA5}">
                          <a16:colId xmlns:a16="http://schemas.microsoft.com/office/drawing/2014/main" val="334960120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10667" r="-101754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110E36D-5407-E9C0-B4BA-EAADC588599E}"/>
              </a:ext>
            </a:extLst>
          </p:cNvPr>
          <p:cNvSpPr txBox="1"/>
          <p:nvPr/>
        </p:nvSpPr>
        <p:spPr>
          <a:xfrm>
            <a:off x="3019631" y="27778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Abid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35C3E-62FD-5122-912E-9791DCC4FF98}"/>
              </a:ext>
            </a:extLst>
          </p:cNvPr>
          <p:cNvSpPr txBox="1"/>
          <p:nvPr/>
        </p:nvSpPr>
        <p:spPr>
          <a:xfrm>
            <a:off x="3818319" y="300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Ashe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D5428-B4A9-8024-E919-7F4CE46848BC}"/>
              </a:ext>
            </a:extLst>
          </p:cNvPr>
          <p:cNvSpPr txBox="1"/>
          <p:nvPr/>
        </p:nvSpPr>
        <p:spPr>
          <a:xfrm>
            <a:off x="3646246" y="338411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Blacksill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F0906-653F-0CA8-D6B8-CFFE5799F025}"/>
              </a:ext>
            </a:extLst>
          </p:cNvPr>
          <p:cNvSpPr txBox="1"/>
          <p:nvPr/>
        </p:nvSpPr>
        <p:spPr>
          <a:xfrm>
            <a:off x="3726068" y="410865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81CBE-05B4-FB2B-218D-0369AEB2CF86}"/>
              </a:ext>
            </a:extLst>
          </p:cNvPr>
          <p:cNvSpPr txBox="1"/>
          <p:nvPr/>
        </p:nvSpPr>
        <p:spPr>
          <a:xfrm>
            <a:off x="3143839" y="48253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Zorg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5C5A14-DCE9-77D0-1AA4-4CF1E6AEC4BF}"/>
              </a:ext>
            </a:extLst>
          </p:cNvPr>
          <p:cNvCxnSpPr>
            <a:cxnSpLocks/>
          </p:cNvCxnSpPr>
          <p:nvPr/>
        </p:nvCxnSpPr>
        <p:spPr>
          <a:xfrm flipV="1">
            <a:off x="4970648" y="1563214"/>
            <a:ext cx="3291641" cy="199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7DA1BA-FE81-00B1-62B1-875B26B5DEED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543921" y="3882301"/>
            <a:ext cx="3747324" cy="4110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538349-C90E-141D-F77B-1FF42BC405F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835054" y="5009990"/>
            <a:ext cx="4521894" cy="7688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038604-D723-9143-D9A0-735B59007CF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10846" y="1021275"/>
            <a:ext cx="4551443" cy="19412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63FD3A-C0F1-5777-9FC2-D8D91CD527B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09534" y="1252848"/>
            <a:ext cx="3752755" cy="19329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9FD428-2FFF-AC64-C2FC-EBEE27AED050}"/>
              </a:ext>
            </a:extLst>
          </p:cNvPr>
          <p:cNvSpPr txBox="1"/>
          <p:nvPr/>
        </p:nvSpPr>
        <p:spPr>
          <a:xfrm>
            <a:off x="3932307" y="456862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Zhang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8AFD1A-D66F-60A9-B451-E7E943AE2476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4750160" y="4753286"/>
            <a:ext cx="3606788" cy="894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0B3930-E614-4399-005D-C67D586F7788}"/>
              </a:ext>
            </a:extLst>
          </p:cNvPr>
          <p:cNvSpPr txBox="1"/>
          <p:nvPr/>
        </p:nvSpPr>
        <p:spPr>
          <a:xfrm>
            <a:off x="-526551" y="3594853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Used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Surnames</a:t>
            </a:r>
          </a:p>
        </p:txBody>
      </p:sp>
    </p:spTree>
    <p:extLst>
      <p:ext uri="{BB962C8B-B14F-4D97-AF65-F5344CB8AC3E}">
        <p14:creationId xmlns:p14="http://schemas.microsoft.com/office/powerpoint/2010/main" val="230904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EEF1A27-7B4E-625C-7663-B4B713BF5EDE}"/>
              </a:ext>
            </a:extLst>
          </p:cNvPr>
          <p:cNvSpPr/>
          <p:nvPr/>
        </p:nvSpPr>
        <p:spPr>
          <a:xfrm>
            <a:off x="1099281" y="1466227"/>
            <a:ext cx="4798085" cy="4205108"/>
          </a:xfrm>
          <a:prstGeom prst="ellipse">
            <a:avLst/>
          </a:prstGeom>
          <a:solidFill>
            <a:srgbClr val="A7A9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All Possible Surnames</a:t>
            </a: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557E20-9DE1-B22C-21BF-972981AD4C6B}"/>
              </a:ext>
            </a:extLst>
          </p:cNvPr>
          <p:cNvSpPr/>
          <p:nvPr/>
        </p:nvSpPr>
        <p:spPr>
          <a:xfrm>
            <a:off x="1613070" y="2650732"/>
            <a:ext cx="3752755" cy="2655145"/>
          </a:xfrm>
          <a:prstGeom prst="ellipse">
            <a:avLst/>
          </a:prstGeom>
          <a:solidFill>
            <a:srgbClr val="E7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468587"/>
                  </p:ext>
                </p:extLst>
              </p:nvPr>
            </p:nvGraphicFramePr>
            <p:xfrm>
              <a:off x="8275204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2935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  <a:gridCol w="692935">
                      <a:extLst>
                        <a:ext uri="{9D8B030D-6E8A-4147-A177-3AD203B41FA5}">
                          <a16:colId xmlns:a16="http://schemas.microsoft.com/office/drawing/2014/main" val="334960120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GB" sz="2000" b="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FFBA5750-7A25-2F79-C77D-0DE8EE8C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468587"/>
                  </p:ext>
                </p:extLst>
              </p:nvPr>
            </p:nvGraphicFramePr>
            <p:xfrm>
              <a:off x="8275204" y="904951"/>
              <a:ext cx="1385870" cy="504809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2935">
                      <a:extLst>
                        <a:ext uri="{9D8B030D-6E8A-4147-A177-3AD203B41FA5}">
                          <a16:colId xmlns:a16="http://schemas.microsoft.com/office/drawing/2014/main" val="1450848817"/>
                        </a:ext>
                      </a:extLst>
                    </a:gridCol>
                    <a:gridCol w="692935">
                      <a:extLst>
                        <a:ext uri="{9D8B030D-6E8A-4147-A177-3AD203B41FA5}">
                          <a16:colId xmlns:a16="http://schemas.microsoft.com/office/drawing/2014/main" val="3349601207"/>
                        </a:ext>
                      </a:extLst>
                    </a:gridCol>
                  </a:tblGrid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9542434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4022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534704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937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85417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603380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252472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10667" r="-101754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39943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896858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/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A7A9A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591316"/>
                      </a:ext>
                    </a:extLst>
                  </a:tr>
                  <a:tr h="4589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Consolas" panose="020B0609020204030204" pitchFamily="49" charset="0"/>
                            </a:rPr>
                            <a:t>25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E7E8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6766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110E36D-5407-E9C0-B4BA-EAADC588599E}"/>
              </a:ext>
            </a:extLst>
          </p:cNvPr>
          <p:cNvSpPr txBox="1"/>
          <p:nvPr/>
        </p:nvSpPr>
        <p:spPr>
          <a:xfrm>
            <a:off x="3019631" y="27778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Abid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35C3E-62FD-5122-912E-9791DCC4FF98}"/>
              </a:ext>
            </a:extLst>
          </p:cNvPr>
          <p:cNvSpPr txBox="1"/>
          <p:nvPr/>
        </p:nvSpPr>
        <p:spPr>
          <a:xfrm>
            <a:off x="3818319" y="300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Ashe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D5428-B4A9-8024-E919-7F4CE46848BC}"/>
              </a:ext>
            </a:extLst>
          </p:cNvPr>
          <p:cNvSpPr txBox="1"/>
          <p:nvPr/>
        </p:nvSpPr>
        <p:spPr>
          <a:xfrm>
            <a:off x="3646246" y="338411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Blacksill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F0906-653F-0CA8-D6B8-CFFE5799F025}"/>
              </a:ext>
            </a:extLst>
          </p:cNvPr>
          <p:cNvSpPr txBox="1"/>
          <p:nvPr/>
        </p:nvSpPr>
        <p:spPr>
          <a:xfrm>
            <a:off x="3726068" y="410865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81CBE-05B4-FB2B-218D-0369AEB2CF86}"/>
              </a:ext>
            </a:extLst>
          </p:cNvPr>
          <p:cNvSpPr txBox="1"/>
          <p:nvPr/>
        </p:nvSpPr>
        <p:spPr>
          <a:xfrm>
            <a:off x="3143839" y="48253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Zorg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5C5A14-DCE9-77D0-1AA4-4CF1E6AEC4BF}"/>
              </a:ext>
            </a:extLst>
          </p:cNvPr>
          <p:cNvCxnSpPr>
            <a:cxnSpLocks/>
          </p:cNvCxnSpPr>
          <p:nvPr/>
        </p:nvCxnSpPr>
        <p:spPr>
          <a:xfrm flipV="1">
            <a:off x="4970648" y="1563214"/>
            <a:ext cx="3291641" cy="1998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7DA1BA-FE81-00B1-62B1-875B26B5DEED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543921" y="3882301"/>
            <a:ext cx="3747324" cy="4110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538349-C90E-141D-F77B-1FF42BC405F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835054" y="5009990"/>
            <a:ext cx="4521894" cy="7688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038604-D723-9143-D9A0-735B59007CF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10846" y="1021275"/>
            <a:ext cx="4551443" cy="19412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63FD3A-C0F1-5777-9FC2-D8D91CD527B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09534" y="1252848"/>
            <a:ext cx="3752755" cy="19329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9FD428-2FFF-AC64-C2FC-EBEE27AED050}"/>
              </a:ext>
            </a:extLst>
          </p:cNvPr>
          <p:cNvSpPr txBox="1"/>
          <p:nvPr/>
        </p:nvSpPr>
        <p:spPr>
          <a:xfrm>
            <a:off x="3932307" y="456862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Zhang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8AFD1A-D66F-60A9-B451-E7E943AE2476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4750160" y="4753286"/>
            <a:ext cx="3606788" cy="894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0B3930-E614-4399-005D-C67D586F7788}"/>
              </a:ext>
            </a:extLst>
          </p:cNvPr>
          <p:cNvSpPr txBox="1"/>
          <p:nvPr/>
        </p:nvSpPr>
        <p:spPr>
          <a:xfrm>
            <a:off x="-526551" y="3594853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Used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Surnames</a:t>
            </a:r>
          </a:p>
        </p:txBody>
      </p:sp>
    </p:spTree>
    <p:extLst>
      <p:ext uri="{BB962C8B-B14F-4D97-AF65-F5344CB8AC3E}">
        <p14:creationId xmlns:p14="http://schemas.microsoft.com/office/powerpoint/2010/main" val="221729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E06E599-483A-B08C-1DBF-4A869503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0" y="1423923"/>
            <a:ext cx="6858814" cy="4135236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3AA575D-140E-1466-768A-7DD53E8C5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48842"/>
              </p:ext>
            </p:extLst>
          </p:nvPr>
        </p:nvGraphicFramePr>
        <p:xfrm>
          <a:off x="7294652" y="1571327"/>
          <a:ext cx="1674687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42744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Abid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2A67E0ED-8EE2-DC5D-F20A-19E72E897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83431"/>
              </p:ext>
            </p:extLst>
          </p:nvPr>
        </p:nvGraphicFramePr>
        <p:xfrm>
          <a:off x="7294651" y="1992541"/>
          <a:ext cx="1674687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42744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Blacksill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FF7026AD-7CC2-8956-7A89-3DE91A8E0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83752"/>
              </p:ext>
            </p:extLst>
          </p:nvPr>
        </p:nvGraphicFramePr>
        <p:xfrm>
          <a:off x="9450513" y="1571327"/>
          <a:ext cx="1674687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42744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Ashe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12427308-5DBA-7C1E-84DB-13787F3D0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521198"/>
              </p:ext>
            </p:extLst>
          </p:nvPr>
        </p:nvGraphicFramePr>
        <p:xfrm>
          <a:off x="7282440" y="3638690"/>
          <a:ext cx="1713248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Gough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AD65A2CE-BCE7-6839-AC29-725ED998C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57494"/>
              </p:ext>
            </p:extLst>
          </p:nvPr>
        </p:nvGraphicFramePr>
        <p:xfrm>
          <a:off x="7294650" y="5022112"/>
          <a:ext cx="1674687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42744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Zorg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B12C0ED8-90BD-233A-0A0C-59F61D2C9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46514"/>
              </p:ext>
            </p:extLst>
          </p:nvPr>
        </p:nvGraphicFramePr>
        <p:xfrm>
          <a:off x="9450513" y="5022111"/>
          <a:ext cx="1674687" cy="318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33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1182910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  <a:gridCol w="242744">
                  <a:extLst>
                    <a:ext uri="{9D8B030D-6E8A-4147-A177-3AD203B41FA5}">
                      <a16:colId xmlns:a16="http://schemas.microsoft.com/office/drawing/2014/main" val="396877085"/>
                    </a:ext>
                  </a:extLst>
                </a:gridCol>
              </a:tblGrid>
              <a:tr h="318023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Zhang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E6DC35-9AEF-380B-0938-34B0F87B5B5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75461" y="1730338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FEDD22-2F9D-1049-8799-D89EB7B253F5}"/>
              </a:ext>
            </a:extLst>
          </p:cNvPr>
          <p:cNvCxnSpPr>
            <a:cxnSpLocks/>
          </p:cNvCxnSpPr>
          <p:nvPr/>
        </p:nvCxnSpPr>
        <p:spPr>
          <a:xfrm flipV="1">
            <a:off x="6563249" y="2108630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FD97EF-7D6F-3BCC-06EB-D78B1E5DE182}"/>
              </a:ext>
            </a:extLst>
          </p:cNvPr>
          <p:cNvCxnSpPr>
            <a:cxnSpLocks/>
          </p:cNvCxnSpPr>
          <p:nvPr/>
        </p:nvCxnSpPr>
        <p:spPr>
          <a:xfrm>
            <a:off x="8856324" y="1750886"/>
            <a:ext cx="7294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A9B6F2-4E3E-BF1C-F413-DE880A864597}"/>
              </a:ext>
            </a:extLst>
          </p:cNvPr>
          <p:cNvCxnSpPr>
            <a:cxnSpLocks/>
          </p:cNvCxnSpPr>
          <p:nvPr/>
        </p:nvCxnSpPr>
        <p:spPr>
          <a:xfrm>
            <a:off x="8856323" y="5181122"/>
            <a:ext cx="7294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8C9026-40DD-476D-FF9A-BCFBE9EF3282}"/>
              </a:ext>
            </a:extLst>
          </p:cNvPr>
          <p:cNvCxnSpPr>
            <a:cxnSpLocks/>
          </p:cNvCxnSpPr>
          <p:nvPr/>
        </p:nvCxnSpPr>
        <p:spPr>
          <a:xfrm flipV="1">
            <a:off x="6563248" y="3806718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A164ED-E93E-AA29-0A72-EC9D598E8A19}"/>
              </a:ext>
            </a:extLst>
          </p:cNvPr>
          <p:cNvCxnSpPr>
            <a:cxnSpLocks/>
          </p:cNvCxnSpPr>
          <p:nvPr/>
        </p:nvCxnSpPr>
        <p:spPr>
          <a:xfrm flipV="1">
            <a:off x="6563247" y="5162305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A90B94D-D3B5-B202-7416-ED75E9F101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9624" y="1433300"/>
            <a:ext cx="6718173" cy="4027847"/>
          </a:xfrm>
          <a:prstGeom prst="rect">
            <a:avLst/>
          </a:prstGeom>
        </p:spPr>
      </p:pic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FF7026AD-7CC2-8956-7A89-3DE91A8E0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04777"/>
              </p:ext>
            </p:extLst>
          </p:nvPr>
        </p:nvGraphicFramePr>
        <p:xfrm>
          <a:off x="7284376" y="1593269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254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Ashe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7BF126-A309-4481-902E-FC28CFBF53FD}"/>
              </a:ext>
            </a:extLst>
          </p:cNvPr>
          <p:cNvSpPr txBox="1"/>
          <p:nvPr/>
        </p:nvSpPr>
        <p:spPr>
          <a:xfrm>
            <a:off x="1266022" y="5974260"/>
            <a:ext cx="727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Order of entry: Ashe, Blacksill, Gough Zhang, Zorg, Abid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15EECF-8B8F-C3A1-E41F-5999CD7A13F6}"/>
              </a:ext>
            </a:extLst>
          </p:cNvPr>
          <p:cNvCxnSpPr>
            <a:cxnSpLocks/>
          </p:cNvCxnSpPr>
          <p:nvPr/>
        </p:nvCxnSpPr>
        <p:spPr>
          <a:xfrm flipV="1">
            <a:off x="6563246" y="1761140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1607E64-8CB5-4126-31DF-244988FC8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973851"/>
              </p:ext>
            </p:extLst>
          </p:nvPr>
        </p:nvGraphicFramePr>
        <p:xfrm>
          <a:off x="7284376" y="1931960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2622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Blacksill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9D4936-0C67-52C3-458A-814D4BEB8887}"/>
              </a:ext>
            </a:extLst>
          </p:cNvPr>
          <p:cNvCxnSpPr>
            <a:cxnSpLocks/>
          </p:cNvCxnSpPr>
          <p:nvPr/>
        </p:nvCxnSpPr>
        <p:spPr>
          <a:xfrm flipV="1">
            <a:off x="6563246" y="2071958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3FF987FA-E3D1-5B04-4911-FDA951BDE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15627"/>
              </p:ext>
            </p:extLst>
          </p:nvPr>
        </p:nvGraphicFramePr>
        <p:xfrm>
          <a:off x="7282437" y="3650438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1708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Gough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96F6D0-74FC-BAF7-98E2-6C00E2E9BD3C}"/>
              </a:ext>
            </a:extLst>
          </p:cNvPr>
          <p:cNvCxnSpPr>
            <a:cxnSpLocks/>
          </p:cNvCxnSpPr>
          <p:nvPr/>
        </p:nvCxnSpPr>
        <p:spPr>
          <a:xfrm flipV="1">
            <a:off x="6561307" y="3790436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3D4C35F1-A9C1-8184-D165-FFA3ACAB3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061025"/>
              </p:ext>
            </p:extLst>
          </p:nvPr>
        </p:nvGraphicFramePr>
        <p:xfrm>
          <a:off x="7280498" y="5001596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1913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Zhang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FE6836-4E89-36FC-A1AE-D95BC6038B2B}"/>
              </a:ext>
            </a:extLst>
          </p:cNvPr>
          <p:cNvCxnSpPr>
            <a:cxnSpLocks/>
          </p:cNvCxnSpPr>
          <p:nvPr/>
        </p:nvCxnSpPr>
        <p:spPr>
          <a:xfrm flipV="1">
            <a:off x="6559368" y="5141593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1EEAD303-894B-43B5-76ED-C7A5E4D91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85628"/>
              </p:ext>
            </p:extLst>
          </p:nvPr>
        </p:nvGraphicFramePr>
        <p:xfrm>
          <a:off x="7280498" y="2266766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Zorg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2BB470-8817-214F-6289-5B0A1FB5BB46}"/>
              </a:ext>
            </a:extLst>
          </p:cNvPr>
          <p:cNvCxnSpPr>
            <a:cxnSpLocks/>
          </p:cNvCxnSpPr>
          <p:nvPr/>
        </p:nvCxnSpPr>
        <p:spPr>
          <a:xfrm flipV="1">
            <a:off x="6559368" y="2417038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D6F5005C-2922-F6FC-078B-C74BAB73E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283776"/>
              </p:ext>
            </p:extLst>
          </p:nvPr>
        </p:nvGraphicFramePr>
        <p:xfrm>
          <a:off x="7280498" y="2603069"/>
          <a:ext cx="2065107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919">
                  <a:extLst>
                    <a:ext uri="{9D8B030D-6E8A-4147-A177-3AD203B41FA5}">
                      <a16:colId xmlns:a16="http://schemas.microsoft.com/office/drawing/2014/main" val="2991397174"/>
                    </a:ext>
                  </a:extLst>
                </a:gridCol>
                <a:gridCol w="924188">
                  <a:extLst>
                    <a:ext uri="{9D8B030D-6E8A-4147-A177-3AD203B41FA5}">
                      <a16:colId xmlns:a16="http://schemas.microsoft.com/office/drawing/2014/main" val="1445749125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Consolas" panose="020B0609020204030204" pitchFamily="49" charset="0"/>
                        </a:rPr>
                        <a:t>Abid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1" dirty="0">
                          <a:latin typeface="Consolas" panose="020B0609020204030204" pitchFamily="49" charset="0"/>
                        </a:rPr>
                        <a:t>Data</a:t>
                      </a:r>
                    </a:p>
                  </a:txBody>
                  <a:tcPr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7303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1607DD-1537-DD08-6281-C65653D73D2A}"/>
              </a:ext>
            </a:extLst>
          </p:cNvPr>
          <p:cNvCxnSpPr>
            <a:cxnSpLocks/>
          </p:cNvCxnSpPr>
          <p:nvPr/>
        </p:nvCxnSpPr>
        <p:spPr>
          <a:xfrm flipV="1">
            <a:off x="6559368" y="2753341"/>
            <a:ext cx="719191" cy="10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4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DEE974A8-F748-95DD-30D3-E1651ACCF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602658"/>
              </p:ext>
            </p:extLst>
          </p:nvPr>
        </p:nvGraphicFramePr>
        <p:xfrm>
          <a:off x="8675892" y="976870"/>
          <a:ext cx="1385870" cy="4589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2935">
                  <a:extLst>
                    <a:ext uri="{9D8B030D-6E8A-4147-A177-3AD203B41FA5}">
                      <a16:colId xmlns:a16="http://schemas.microsoft.com/office/drawing/2014/main" val="1450848817"/>
                    </a:ext>
                  </a:extLst>
                </a:gridCol>
                <a:gridCol w="692935">
                  <a:extLst>
                    <a:ext uri="{9D8B030D-6E8A-4147-A177-3AD203B41FA5}">
                      <a16:colId xmlns:a16="http://schemas.microsoft.com/office/drawing/2014/main" val="3349601207"/>
                    </a:ext>
                  </a:extLst>
                </a:gridCol>
              </a:tblGrid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42434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0223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4704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3716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85417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0338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52472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239943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896858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5913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E8504-988E-AD3F-80BD-242F690AEF8D}"/>
                  </a:ext>
                </a:extLst>
              </p:cNvPr>
              <p:cNvSpPr txBox="1"/>
              <p:nvPr/>
            </p:nvSpPr>
            <p:spPr>
              <a:xfrm>
                <a:off x="205483" y="1122828"/>
                <a:ext cx="8393987" cy="4497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</a:rPr>
                  <a:t> buckets</a:t>
                </a: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What is the probability of filling 4 next?</a:t>
                </a: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4 will get filled if something hashes to either of the buckets 0,1,2,3 or 4.</a:t>
                </a: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So 5 buckets out of 10 buckets, 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20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2000" dirty="0">
                    <a:latin typeface="Consolas" panose="020B0609020204030204" pitchFamily="49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endParaRPr lang="en-GB" sz="2000" dirty="0">
                  <a:latin typeface="Consolas" panose="020B0609020204030204" pitchFamily="49" charset="0"/>
                </a:endParaRP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In general an empty slot preceded by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</a:rPr>
                  <a:t> full buckets is filled next with probability </a:t>
                </a: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GB" sz="2000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E8504-988E-AD3F-80BD-242F690A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1122828"/>
                <a:ext cx="8393987" cy="4497706"/>
              </a:xfrm>
              <a:prstGeom prst="rect">
                <a:avLst/>
              </a:prstGeom>
              <a:blipFill>
                <a:blip r:embed="rId2"/>
                <a:stretch>
                  <a:fillRect l="-799" t="-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91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DEE974A8-F748-95DD-30D3-E1651ACCF872}"/>
              </a:ext>
            </a:extLst>
          </p:cNvPr>
          <p:cNvGraphicFramePr>
            <a:graphicFrameLocks noGrp="1"/>
          </p:cNvGraphicFramePr>
          <p:nvPr/>
        </p:nvGraphicFramePr>
        <p:xfrm>
          <a:off x="8675892" y="976870"/>
          <a:ext cx="1385870" cy="4589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2935">
                  <a:extLst>
                    <a:ext uri="{9D8B030D-6E8A-4147-A177-3AD203B41FA5}">
                      <a16:colId xmlns:a16="http://schemas.microsoft.com/office/drawing/2014/main" val="1450848817"/>
                    </a:ext>
                  </a:extLst>
                </a:gridCol>
                <a:gridCol w="692935">
                  <a:extLst>
                    <a:ext uri="{9D8B030D-6E8A-4147-A177-3AD203B41FA5}">
                      <a16:colId xmlns:a16="http://schemas.microsoft.com/office/drawing/2014/main" val="3349601207"/>
                    </a:ext>
                  </a:extLst>
                </a:gridCol>
              </a:tblGrid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42434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0223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4704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3716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85417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03380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52472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239943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896858"/>
                  </a:ext>
                </a:extLst>
              </a:tr>
              <a:tr h="458918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7A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5913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E8504-988E-AD3F-80BD-242F690AEF8D}"/>
                  </a:ext>
                </a:extLst>
              </p:cNvPr>
              <p:cNvSpPr txBox="1"/>
              <p:nvPr/>
            </p:nvSpPr>
            <p:spPr>
              <a:xfrm>
                <a:off x="205483" y="1122828"/>
                <a:ext cx="839398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</a:rPr>
                  <a:t> buckets</a:t>
                </a:r>
              </a:p>
              <a:p>
                <a:endParaRPr lang="en-GB" sz="2000" dirty="0">
                  <a:latin typeface="Consolas" panose="020B0609020204030204" pitchFamily="49" charset="0"/>
                </a:endParaRP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What is the probability of filling 4 next?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E8504-988E-AD3F-80BD-242F690A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1122828"/>
                <a:ext cx="8393987" cy="1015663"/>
              </a:xfrm>
              <a:prstGeom prst="rect">
                <a:avLst/>
              </a:prstGeom>
              <a:blipFill>
                <a:blip r:embed="rId2"/>
                <a:stretch>
                  <a:fillRect l="-799" t="-2994" b="-9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34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221</Words>
  <Application>Microsoft Office PowerPoint</Application>
  <PresentationFormat>Widescreen</PresentationFormat>
  <Paragraphs>178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2023-04-16T11:23:13Z</dcterms:created>
  <dcterms:modified xsi:type="dcterms:W3CDTF">2023-04-17T21:10:38Z</dcterms:modified>
</cp:coreProperties>
</file>