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_rels/slideMaster5.xml.rels" ContentType="application/vnd.openxmlformats-package.relationships+xml"/>
  <Override PartName="/ppt/slideMasters/_rels/slideMaster2.xml.rels" ContentType="application/vnd.openxmlformats-package.relationships+xml"/>
  <Override PartName="/ppt/slideMasters/_rels/slideMaster4.xml.rels" ContentType="application/vnd.openxmlformats-package.relationships+xml"/>
  <Override PartName="/ppt/slideMasters/_rels/slideMaster1.xml.rels" ContentType="application/vnd.openxmlformats-package.relationships+xml"/>
  <Override PartName="/ppt/slideMasters/_rels/slideMaster3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_rels/presentation.xml.rels" ContentType="application/vnd.openxmlformats-package.relationships+xml"/>
  <Override PartName="/ppt/slideLayouts/_rels/slideLayout52.xml.rels" ContentType="application/vnd.openxmlformats-package.relationships+xml"/>
  <Override PartName="/ppt/slideLayouts/_rels/slideLayout14.xml.rels" ContentType="application/vnd.openxmlformats-package.relationships+xml"/>
  <Override PartName="/ppt/slideLayouts/_rels/slideLayout30.xml.rels" ContentType="application/vnd.openxmlformats-package.relationships+xml"/>
  <Override PartName="/ppt/slideLayouts/_rels/slideLayout38.xml.rels" ContentType="application/vnd.openxmlformats-package.relationships+xml"/>
  <Override PartName="/ppt/slideLayouts/_rels/slideLayout45.xml.rels" ContentType="application/vnd.openxmlformats-package.relationships+xml"/>
  <Override PartName="/ppt/slideLayouts/_rels/slideLayout23.xml.rels" ContentType="application/vnd.openxmlformats-package.relationships+xml"/>
  <Override PartName="/ppt/slideLayouts/_rels/slideLayout19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31.xml.rels" ContentType="application/vnd.openxmlformats-package.relationships+xml"/>
  <Override PartName="/ppt/slideLayouts/_rels/slideLayout15.xml.rels" ContentType="application/vnd.openxmlformats-package.relationships+xml"/>
  <Override PartName="/ppt/slideLayouts/_rels/slideLayout24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32.xml.rels" ContentType="application/vnd.openxmlformats-package.relationships+xml"/>
  <Override PartName="/ppt/slideLayouts/_rels/slideLayout25.xml.rels" ContentType="application/vnd.openxmlformats-package.relationships+xml"/>
  <Override PartName="/ppt/slideLayouts/_rels/slideLayout26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17.xml.rels" ContentType="application/vnd.openxmlformats-package.relationships+xml"/>
  <Override PartName="/ppt/slideLayouts/_rels/slideLayout21.xml.rels" ContentType="application/vnd.openxmlformats-package.relationships+xml"/>
  <Override PartName="/ppt/slideLayouts/_rels/slideLayout36.xml.rels" ContentType="application/vnd.openxmlformats-package.relationships+xml"/>
  <Override PartName="/ppt/slideLayouts/_rels/slideLayout43.xml.rels" ContentType="application/vnd.openxmlformats-package.relationships+xml"/>
  <Override PartName="/ppt/slideLayouts/_rels/slideLayout27.xml.rels" ContentType="application/vnd.openxmlformats-package.relationships+xml"/>
  <Override PartName="/ppt/slideLayouts/_rels/slideLayout41.xml.rels" ContentType="application/vnd.openxmlformats-package.relationships+xml"/>
  <Override PartName="/ppt/slideLayouts/_rels/slideLayout49.xml.rels" ContentType="application/vnd.openxmlformats-package.relationships+xml"/>
  <Override PartName="/ppt/slideLayouts/_rels/slideLayout34.xml.rels" ContentType="application/vnd.openxmlformats-package.relationships+xml"/>
  <Override PartName="/ppt/slideLayouts/_rels/slideLayout50.xml.rels" ContentType="application/vnd.openxmlformats-package.relationships+xml"/>
  <Override PartName="/ppt/slideLayouts/_rels/slideLayout47.xml.rels" ContentType="application/vnd.openxmlformats-package.relationships+xml"/>
  <Override PartName="/ppt/slideLayouts/_rels/slideLayout54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29.xml.rels" ContentType="application/vnd.openxmlformats-package.relationships+xml"/>
  <Override PartName="/ppt/slideLayouts/_rels/slideLayout33.xml.rels" ContentType="application/vnd.openxmlformats-package.relationships+xml"/>
  <Override PartName="/ppt/slideLayouts/_rels/slideLayout48.xml.rels" ContentType="application/vnd.openxmlformats-package.relationships+xml"/>
  <Override PartName="/ppt/slideLayouts/_rels/slideLayout39.xml.rels" ContentType="application/vnd.openxmlformats-package.relationships+xml"/>
  <Override PartName="/ppt/slideLayouts/_rels/slideLayout40.xml.rels" ContentType="application/vnd.openxmlformats-package.relationships+xml"/>
  <Override PartName="/ppt/slideLayouts/_rels/slideLayout55.xml.rels" ContentType="application/vnd.openxmlformats-package.relationships+xml"/>
  <Override PartName="/ppt/slideLayouts/_rels/slideLayout18.xml.rels" ContentType="application/vnd.openxmlformats-package.relationships+xml"/>
  <Override PartName="/ppt/slideLayouts/_rels/slideLayout22.xml.rels" ContentType="application/vnd.openxmlformats-package.relationships+xml"/>
  <Override PartName="/ppt/slideLayouts/_rels/slideLayout28.xml.rels" ContentType="application/vnd.openxmlformats-package.relationships+xml"/>
  <Override PartName="/ppt/slideLayouts/_rels/slideLayout37.xml.rels" ContentType="application/vnd.openxmlformats-package.relationships+xml"/>
  <Override PartName="/ppt/slideLayouts/_rels/slideLayout44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59.xml.rels" ContentType="application/vnd.openxmlformats-package.relationships+xml"/>
  <Override PartName="/ppt/slideLayouts/_rels/slideLayout56.xml.rels" ContentType="application/vnd.openxmlformats-package.relationships+xml"/>
  <Override PartName="/ppt/slideLayouts/_rels/slideLayout60.xml.rels" ContentType="application/vnd.openxmlformats-package.relationships+xml"/>
  <Override PartName="/ppt/slideLayouts/_rels/slideLayout1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57.xml.rels" ContentType="application/vnd.openxmlformats-package.relationships+xml"/>
  <Override PartName="/ppt/slideLayouts/_rels/slideLayout16.xml.rels" ContentType="application/vnd.openxmlformats-package.relationships+xml"/>
  <Override PartName="/ppt/slideLayouts/_rels/slideLayout20.xml.rels" ContentType="application/vnd.openxmlformats-package.relationships+xml"/>
  <Override PartName="/ppt/slideLayouts/_rels/slideLayout35.xml.rels" ContentType="application/vnd.openxmlformats-package.relationships+xml"/>
  <Override PartName="/ppt/slideLayouts/_rels/slideLayout42.xml.rels" ContentType="application/vnd.openxmlformats-package.relationships+xml"/>
  <Override PartName="/ppt/slideLayouts/_rels/slideLayout51.xml.rels" ContentType="application/vnd.openxmlformats-package.relationships+xml"/>
  <Override PartName="/ppt/slideLayouts/_rels/slideLayout58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46.xml.rels" ContentType="application/vnd.openxmlformats-package.relationships+xml"/>
  <Override PartName="/ppt/slideLayouts/_rels/slideLayout53.xml.rels" ContentType="application/vnd.openxmlformats-package.relationships+xml"/>
  <Override PartName="/ppt/slideLayouts/slideLayout56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media/image1.png" ContentType="image/png"/>
  <Override PartName="/ppt/media/image2.png" ContentType="image/png"/>
  <Override PartName="/ppt/media/image3.png" ContentType="image/png"/>
  <Override PartName="/ppt/presProps.xml" ContentType="application/vnd.openxmlformats-officedocument.presentationml.presProps+xml"/>
  <Override PartName="/ppt/slides/slide29.xml" ContentType="application/vnd.openxmlformats-officedocument.presentationml.slide+xml"/>
  <Override PartName="/ppt/slides/slide28.xml" ContentType="application/vnd.openxmlformats-officedocument.presentationml.slide+xml"/>
  <Override PartName="/ppt/slides/slide27.xml" ContentType="application/vnd.openxmlformats-officedocument.presentationml.slide+xml"/>
  <Override PartName="/ppt/slides/slide26.xml" ContentType="application/vnd.openxmlformats-officedocument.presentationml.slide+xml"/>
  <Override PartName="/ppt/slides/slide25.xml" ContentType="application/vnd.openxmlformats-officedocument.presentationml.slide+xml"/>
  <Override PartName="/ppt/slides/slide24.xml" ContentType="application/vnd.openxmlformats-officedocument.presentationml.slide+xml"/>
  <Override PartName="/ppt/slides/slide23.xml" ContentType="application/vnd.openxmlformats-officedocument.presentationml.slide+xml"/>
  <Override PartName="/ppt/slides/slide22.xml" ContentType="application/vnd.openxmlformats-officedocument.presentationml.slide+xml"/>
  <Override PartName="/ppt/slides/slide21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18.xml" ContentType="application/vnd.openxmlformats-officedocument.presentationml.slide+xml"/>
  <Override PartName="/ppt/slides/slide17.xml" ContentType="application/vnd.openxmlformats-officedocument.presentationml.slide+xml"/>
  <Override PartName="/ppt/slides/slide16.xml" ContentType="application/vnd.openxmlformats-officedocument.presentationml.slide+xml"/>
  <Override PartName="/ppt/slides/slide15.xml" ContentType="application/vnd.openxmlformats-officedocument.presentationml.slide+xml"/>
  <Override PartName="/ppt/slides/slide14.xml" ContentType="application/vnd.openxmlformats-officedocument.presentationml.slid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40.xml" ContentType="application/vnd.openxmlformats-officedocument.presentationml.slide+xml"/>
  <Override PartName="/ppt/slides/slide32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3.xml" ContentType="application/vnd.openxmlformats-officedocument.presentationml.slide+xml"/>
  <Override PartName="/ppt/slides/slide45.xml" ContentType="application/vnd.openxmlformats-officedocument.presentationml.slide+xml"/>
  <Override PartName="/ppt/slides/slide34.xml" ContentType="application/vnd.openxmlformats-officedocument.presentationml.slide+xml"/>
  <Override PartName="/ppt/slides/slide46.xml" ContentType="application/vnd.openxmlformats-officedocument.presentationml.slide+xml"/>
  <Override PartName="/ppt/slides/slide39.xml" ContentType="application/vnd.openxmlformats-officedocument.presentationml.slide+xml"/>
  <Override PartName="/ppt/slides/slide6.xml" ContentType="application/vnd.openxmlformats-officedocument.presentationml.slide+xml"/>
  <Override PartName="/ppt/slides/slide41.xml" ContentType="application/vnd.openxmlformats-officedocument.presentationml.slide+xml"/>
  <Override PartName="/ppt/slides/slide50.xml" ContentType="application/vnd.openxmlformats-officedocument.presentationml.slide+xml"/>
  <Override PartName="/ppt/slides/slide13.xml" ContentType="application/vnd.openxmlformats-officedocument.presentationml.slide+xml"/>
  <Override PartName="/ppt/slides/slide11.xml" ContentType="application/vnd.openxmlformats-officedocument.presentationml.slide+xml"/>
  <Override PartName="/ppt/slides/slide48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31.xml" ContentType="application/vnd.openxmlformats-officedocument.presentationml.slide+xml"/>
  <Override PartName="/ppt/slides/_rels/slide41.xml.rels" ContentType="application/vnd.openxmlformats-package.relationships+xml"/>
  <Override PartName="/ppt/slides/_rels/slide49.xml.rels" ContentType="application/vnd.openxmlformats-package.relationships+xml"/>
  <Override PartName="/ppt/slides/_rels/slide34.xml.rels" ContentType="application/vnd.openxmlformats-package.relationships+xml"/>
  <Override PartName="/ppt/slides/_rels/slide50.xml.rels" ContentType="application/vnd.openxmlformats-package.relationships+xml"/>
  <Override PartName="/ppt/slides/_rels/slide6.xml.rels" ContentType="application/vnd.openxmlformats-package.relationships+xml"/>
  <Override PartName="/ppt/slides/_rels/slide7.xml.rels" ContentType="application/vnd.openxmlformats-package.relationships+xml"/>
  <Override PartName="/ppt/slides/_rels/slide42.xml.rels" ContentType="application/vnd.openxmlformats-package.relationships+xml"/>
  <Override PartName="/ppt/slides/_rels/slide51.xml.rels" ContentType="application/vnd.openxmlformats-package.relationships+xml"/>
  <Override PartName="/ppt/slides/_rels/slide35.xml.rels" ContentType="application/vnd.openxmlformats-package.relationships+xml"/>
  <Override PartName="/ppt/slides/_rels/slide1.xml.rels" ContentType="application/vnd.openxmlformats-package.relationships+xml"/>
  <Override PartName="/ppt/slides/_rels/slide20.xml.rels" ContentType="application/vnd.openxmlformats-package.relationships+xml"/>
  <Override PartName="/ppt/slides/_rels/slide10.xml.rels" ContentType="application/vnd.openxmlformats-package.relationships+xml"/>
  <Override PartName="/ppt/slides/_rels/slide32.xml.rels" ContentType="application/vnd.openxmlformats-package.relationships+xml"/>
  <Override PartName="/ppt/slides/_rels/slide16.xml.rels" ContentType="application/vnd.openxmlformats-package.relationships+xml"/>
  <Override PartName="/ppt/slides/_rels/slide25.xml.rels" ContentType="application/vnd.openxmlformats-package.relationships+xml"/>
  <Override PartName="/ppt/slides/_rels/slide47.xml.rels" ContentType="application/vnd.openxmlformats-package.relationships+xml"/>
  <Override PartName="/ppt/slides/_rels/slide4.xml.rels" ContentType="application/vnd.openxmlformats-package.relationships+xml"/>
  <Override PartName="/ppt/slides/_rels/slide8.xml.rels" ContentType="application/vnd.openxmlformats-package.relationships+xml"/>
  <Override PartName="/ppt/slides/_rels/slide43.xml.rels" ContentType="application/vnd.openxmlformats-package.relationships+xml"/>
  <Override PartName="/ppt/slides/_rels/slide36.xml.rels" ContentType="application/vnd.openxmlformats-package.relationships+xml"/>
  <Override PartName="/ppt/slides/_rels/slide2.xml.rels" ContentType="application/vnd.openxmlformats-package.relationships+xml"/>
  <Override PartName="/ppt/slides/_rels/slide21.xml.rels" ContentType="application/vnd.openxmlformats-package.relationships+xml"/>
  <Override PartName="/ppt/slides/_rels/slide27.xml.rels" ContentType="application/vnd.openxmlformats-package.relationships+xml"/>
  <Override PartName="/ppt/slides/_rels/slide46.xml.rels" ContentType="application/vnd.openxmlformats-package.relationships+xml"/>
  <Override PartName="/ppt/slides/_rels/slide52.xml.rels" ContentType="application/vnd.openxmlformats-package.relationships+xml"/>
  <Override PartName="/ppt/slides/_rels/slide48.xml.rels" ContentType="application/vnd.openxmlformats-package.relationships+xml"/>
  <Override PartName="/ppt/slides/_rels/slide33.xml.rels" ContentType="application/vnd.openxmlformats-package.relationships+xml"/>
  <Override PartName="/ppt/slides/_rels/slide40.xml.rels" ContentType="application/vnd.openxmlformats-package.relationships+xml"/>
  <Override PartName="/ppt/slides/_rels/slide5.xml.rels" ContentType="application/vnd.openxmlformats-package.relationships+xml"/>
  <Override PartName="/ppt/slides/_rels/slide45.xml.rels" ContentType="application/vnd.openxmlformats-package.relationships+xml"/>
  <Override PartName="/ppt/slides/_rels/slide14.xml.rels" ContentType="application/vnd.openxmlformats-package.relationships+xml"/>
  <Override PartName="/ppt/slides/_rels/slide30.xml.rels" ContentType="application/vnd.openxmlformats-package.relationships+xml"/>
  <Override PartName="/ppt/slides/_rels/slide29.xml.rels" ContentType="application/vnd.openxmlformats-package.relationships+xml"/>
  <Override PartName="/ppt/slides/_rels/slide38.xml.rels" ContentType="application/vnd.openxmlformats-package.relationships+xml"/>
  <Override PartName="/ppt/slides/_rels/slide23.xml.rels" ContentType="application/vnd.openxmlformats-package.relationships+xml"/>
  <Override PartName="/ppt/slides/_rels/slide24.xml.rels" ContentType="application/vnd.openxmlformats-package.relationships+xml"/>
  <Override PartName="/ppt/slides/_rels/slide39.xml.rels" ContentType="application/vnd.openxmlformats-package.relationships+xml"/>
  <Override PartName="/ppt/slides/_rels/slide15.xml.rels" ContentType="application/vnd.openxmlformats-package.relationships+xml"/>
  <Override PartName="/ppt/slides/_rels/slide31.xml.rels" ContentType="application/vnd.openxmlformats-package.relationships+xml"/>
  <Override PartName="/ppt/slides/_rels/slide19.xml.rels" ContentType="application/vnd.openxmlformats-package.relationships+xml"/>
  <Override PartName="/ppt/slides/_rels/slide13.xml.rels" ContentType="application/vnd.openxmlformats-package.relationships+xml"/>
  <Override PartName="/ppt/slides/_rels/slide18.xml.rels" ContentType="application/vnd.openxmlformats-package.relationships+xml"/>
  <Override PartName="/ppt/slides/_rels/slide12.xml.rels" ContentType="application/vnd.openxmlformats-package.relationships+xml"/>
  <Override PartName="/ppt/slides/_rels/slide28.xml.rels" ContentType="application/vnd.openxmlformats-package.relationships+xml"/>
  <Override PartName="/ppt/slides/_rels/slide44.xml.rels" ContentType="application/vnd.openxmlformats-package.relationships+xml"/>
  <Override PartName="/ppt/slides/_rels/slide22.xml.rels" ContentType="application/vnd.openxmlformats-package.relationships+xml"/>
  <Override PartName="/ppt/slides/_rels/slide37.xml.rels" ContentType="application/vnd.openxmlformats-package.relationships+xml"/>
  <Override PartName="/ppt/slides/_rels/slide3.xml.rels" ContentType="application/vnd.openxmlformats-package.relationships+xml"/>
  <Override PartName="/ppt/slides/_rels/slide9.xml.rels" ContentType="application/vnd.openxmlformats-package.relationships+xml"/>
  <Override PartName="/ppt/slides/_rels/slide26.xml.rels" ContentType="application/vnd.openxmlformats-package.relationships+xml"/>
  <Override PartName="/ppt/slides/_rels/slide11.xml.rels" ContentType="application/vnd.openxmlformats-package.relationships+xml"/>
  <Override PartName="/ppt/slides/_rels/slide17.xml.rels" ContentType="application/vnd.openxmlformats-package.relationships+xml"/>
  <Override PartName="/ppt/slides/slide30.xml" ContentType="application/vnd.openxmlformats-officedocument.presentationml.slide+xml"/>
  <Override PartName="/ppt/slides/slide49.xml" ContentType="application/vnd.openxmlformats-officedocument.presentationml.slide+xml"/>
  <Override PartName="/ppt/slides/slide12.xml" ContentType="application/vnd.openxmlformats-officedocument.presentationml.slide+xml"/>
  <Override PartName="/ppt/slides/slide10.xml" ContentType="application/vnd.openxmlformats-officedocument.presentationml.slide+xml"/>
  <Override PartName="/ppt/slides/slide47.xml" ContentType="application/vnd.openxmlformats-officedocument.presentationml.slide+xml"/>
  <Override PartName="/ppt/slides/slide9.xml" ContentType="application/vnd.openxmlformats-officedocument.presentationml.slide+xml"/>
  <Override PartName="/ppt/slides/slide44.xml" ContentType="application/vnd.openxmlformats-officedocument.presentationml.slide+xml"/>
  <Override PartName="/ppt/slides/slide8.xml" ContentType="application/vnd.openxmlformats-officedocument.presentationml.slide+xml"/>
  <Override PartName="/ppt/slides/slide43.xml" ContentType="application/vnd.openxmlformats-officedocument.presentationml.slide+xml"/>
  <Override PartName="/ppt/slides/slide7.xml" ContentType="application/vnd.openxmlformats-officedocument.presentationml.slide+xml"/>
  <Override PartName="/ppt/slides/slide42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61" r:id="rId3"/>
    <p:sldMasterId id="2147483674" r:id="rId4"/>
    <p:sldMasterId id="2147483687" r:id="rId5"/>
    <p:sldMasterId id="2147483700" r:id="rId6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</p:sldIdLst>
  <p:sldSz cx="9144000" cy="51435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Master" Target="slideMasters/slideMaster3.xml"/><Relationship Id="rId5" Type="http://schemas.openxmlformats.org/officeDocument/2006/relationships/slideMaster" Target="slideMasters/slideMaster4.xml"/><Relationship Id="rId6" Type="http://schemas.openxmlformats.org/officeDocument/2006/relationships/slideMaster" Target="slideMasters/slideMaster5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Relationship Id="rId57" Type="http://schemas.openxmlformats.org/officeDocument/2006/relationships/slide" Target="slides/slide51.xml"/><Relationship Id="rId58" Type="http://schemas.openxmlformats.org/officeDocument/2006/relationships/slide" Target="slides/slide52.xml"/><Relationship Id="rId59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2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2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2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2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3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3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4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4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4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4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4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4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4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4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4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4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5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5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5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5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5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5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5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5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5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5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6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sldNum" idx="1"/>
          </p:nvPr>
        </p:nvSpPr>
        <p:spPr/>
        <p:txBody>
          <a:bodyPr/>
          <a:p>
            <a:fld id="{9BC34AD0-ECE6-4D81-B868-869460062646}" type="slidenum">
              <a:t>&lt;#&gt;</a:t>
            </a:fld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laceHolder 1"/>
          <p:cNvSpPr>
            <a:spLocks noGrp="1"/>
          </p:cNvSpPr>
          <p:nvPr>
            <p:ph type="title"/>
          </p:nvPr>
        </p:nvSpPr>
        <p:spPr>
          <a:xfrm>
            <a:off x="730080" y="1318680"/>
            <a:ext cx="3300480" cy="1686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" name="PlaceHolder 2"/>
          <p:cNvSpPr>
            <a:spLocks noGrp="1"/>
          </p:cNvSpPr>
          <p:nvPr>
            <p:ph type="subTitle"/>
          </p:nvPr>
        </p:nvSpPr>
        <p:spPr>
          <a:xfrm>
            <a:off x="5174280" y="1352520"/>
            <a:ext cx="3373920" cy="3025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1"/>
          </p:nvPr>
        </p:nvSpPr>
        <p:spPr/>
        <p:txBody>
          <a:bodyPr/>
          <a:p>
            <a:fld id="{3CEB50BF-C77F-4B2E-B34F-3B14F96B5DFB}" type="slidenum">
              <a:t>&lt;#&gt;</a:t>
            </a:fld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730080" y="1318680"/>
            <a:ext cx="3300480" cy="1686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" name="PlaceHolder 2"/>
          <p:cNvSpPr>
            <a:spLocks noGrp="1"/>
          </p:cNvSpPr>
          <p:nvPr>
            <p:ph/>
          </p:nvPr>
        </p:nvSpPr>
        <p:spPr>
          <a:xfrm>
            <a:off x="5174280" y="1352520"/>
            <a:ext cx="3373920" cy="3025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1"/>
          </p:nvPr>
        </p:nvSpPr>
        <p:spPr/>
        <p:txBody>
          <a:bodyPr/>
          <a:p>
            <a:fld id="{6BF07497-4107-4D55-8C51-73C0A8DFE0DD}" type="slidenum">
              <a:t>&lt;#&gt;</a:t>
            </a:fld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730080" y="1318680"/>
            <a:ext cx="3300480" cy="1686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/>
          </p:nvPr>
        </p:nvSpPr>
        <p:spPr>
          <a:xfrm>
            <a:off x="5174280" y="1352520"/>
            <a:ext cx="1646280" cy="3025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" name="PlaceHolder 3"/>
          <p:cNvSpPr>
            <a:spLocks noGrp="1"/>
          </p:cNvSpPr>
          <p:nvPr>
            <p:ph/>
          </p:nvPr>
        </p:nvSpPr>
        <p:spPr>
          <a:xfrm>
            <a:off x="6903360" y="1352520"/>
            <a:ext cx="1646280" cy="3025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1"/>
          </p:nvPr>
        </p:nvSpPr>
        <p:spPr/>
        <p:txBody>
          <a:bodyPr/>
          <a:p>
            <a:fld id="{7429AC64-542E-4769-A794-5C3C2700AD35}" type="slidenum">
              <a:t>&lt;#&gt;</a:t>
            </a:fld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laceHolder 1"/>
          <p:cNvSpPr>
            <a:spLocks noGrp="1"/>
          </p:cNvSpPr>
          <p:nvPr>
            <p:ph type="title"/>
          </p:nvPr>
        </p:nvSpPr>
        <p:spPr>
          <a:xfrm>
            <a:off x="730080" y="1318680"/>
            <a:ext cx="3300480" cy="1686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ldNum" idx="1"/>
          </p:nvPr>
        </p:nvSpPr>
        <p:spPr/>
        <p:txBody>
          <a:bodyPr/>
          <a:p>
            <a:fld id="{B08065AA-24B1-465E-9916-016CDA352BA7}" type="slidenum">
              <a:t>&lt;#&gt;</a:t>
            </a:fld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laceHolder 1"/>
          <p:cNvSpPr>
            <a:spLocks noGrp="1"/>
          </p:cNvSpPr>
          <p:nvPr>
            <p:ph type="subTitle"/>
          </p:nvPr>
        </p:nvSpPr>
        <p:spPr>
          <a:xfrm>
            <a:off x="730080" y="1318680"/>
            <a:ext cx="3300480" cy="7821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/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ldNum" idx="1"/>
          </p:nvPr>
        </p:nvSpPr>
        <p:spPr/>
        <p:txBody>
          <a:bodyPr/>
          <a:p>
            <a:fld id="{957B8795-829A-416B-A239-F5253186602B}" type="slidenum">
              <a:t>&lt;#&gt;</a:t>
            </a:fld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730080" y="1318680"/>
            <a:ext cx="3300480" cy="1686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" name="PlaceHolder 2"/>
          <p:cNvSpPr>
            <a:spLocks noGrp="1"/>
          </p:cNvSpPr>
          <p:nvPr>
            <p:ph/>
          </p:nvPr>
        </p:nvSpPr>
        <p:spPr>
          <a:xfrm>
            <a:off x="5174280" y="1352520"/>
            <a:ext cx="1646280" cy="1442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" name="PlaceHolder 3"/>
          <p:cNvSpPr>
            <a:spLocks noGrp="1"/>
          </p:cNvSpPr>
          <p:nvPr>
            <p:ph/>
          </p:nvPr>
        </p:nvSpPr>
        <p:spPr>
          <a:xfrm>
            <a:off x="6903360" y="1352520"/>
            <a:ext cx="1646280" cy="3025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" name="PlaceHolder 4"/>
          <p:cNvSpPr>
            <a:spLocks noGrp="1"/>
          </p:cNvSpPr>
          <p:nvPr>
            <p:ph/>
          </p:nvPr>
        </p:nvSpPr>
        <p:spPr>
          <a:xfrm>
            <a:off x="5174280" y="2932920"/>
            <a:ext cx="1646280" cy="1442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sldNum" idx="1"/>
          </p:nvPr>
        </p:nvSpPr>
        <p:spPr/>
        <p:txBody>
          <a:bodyPr/>
          <a:p>
            <a:fld id="{9AD42F4E-8AA1-4D35-A392-AE6E0BF0B936}" type="slidenum">
              <a:t>&lt;#&gt;</a:t>
            </a:fld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PlaceHolder 1"/>
          <p:cNvSpPr>
            <a:spLocks noGrp="1"/>
          </p:cNvSpPr>
          <p:nvPr>
            <p:ph type="title"/>
          </p:nvPr>
        </p:nvSpPr>
        <p:spPr>
          <a:xfrm>
            <a:off x="730080" y="1318680"/>
            <a:ext cx="3300480" cy="1686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" name="PlaceHolder 2"/>
          <p:cNvSpPr>
            <a:spLocks noGrp="1"/>
          </p:cNvSpPr>
          <p:nvPr>
            <p:ph/>
          </p:nvPr>
        </p:nvSpPr>
        <p:spPr>
          <a:xfrm>
            <a:off x="5174280" y="1352520"/>
            <a:ext cx="1646280" cy="3025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" name="PlaceHolder 3"/>
          <p:cNvSpPr>
            <a:spLocks noGrp="1"/>
          </p:cNvSpPr>
          <p:nvPr>
            <p:ph/>
          </p:nvPr>
        </p:nvSpPr>
        <p:spPr>
          <a:xfrm>
            <a:off x="6903360" y="1352520"/>
            <a:ext cx="1646280" cy="1442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" name="PlaceHolder 4"/>
          <p:cNvSpPr>
            <a:spLocks noGrp="1"/>
          </p:cNvSpPr>
          <p:nvPr>
            <p:ph/>
          </p:nvPr>
        </p:nvSpPr>
        <p:spPr>
          <a:xfrm>
            <a:off x="6903360" y="2932920"/>
            <a:ext cx="1646280" cy="1442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sldNum" idx="1"/>
          </p:nvPr>
        </p:nvSpPr>
        <p:spPr/>
        <p:txBody>
          <a:bodyPr/>
          <a:p>
            <a:fld id="{8DD22009-EA8B-4265-A924-7B6B7AE9FB20}" type="slidenum">
              <a:t>&lt;#&gt;</a:t>
            </a:fld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PlaceHolder 1"/>
          <p:cNvSpPr>
            <a:spLocks noGrp="1"/>
          </p:cNvSpPr>
          <p:nvPr>
            <p:ph type="title"/>
          </p:nvPr>
        </p:nvSpPr>
        <p:spPr>
          <a:xfrm>
            <a:off x="730080" y="1318680"/>
            <a:ext cx="3300480" cy="1686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" name="PlaceHolder 2"/>
          <p:cNvSpPr>
            <a:spLocks noGrp="1"/>
          </p:cNvSpPr>
          <p:nvPr>
            <p:ph/>
          </p:nvPr>
        </p:nvSpPr>
        <p:spPr>
          <a:xfrm>
            <a:off x="5174280" y="1352520"/>
            <a:ext cx="1646280" cy="1442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" name="PlaceHolder 3"/>
          <p:cNvSpPr>
            <a:spLocks noGrp="1"/>
          </p:cNvSpPr>
          <p:nvPr>
            <p:ph/>
          </p:nvPr>
        </p:nvSpPr>
        <p:spPr>
          <a:xfrm>
            <a:off x="6903360" y="1352520"/>
            <a:ext cx="1646280" cy="1442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" name="PlaceHolder 4"/>
          <p:cNvSpPr>
            <a:spLocks noGrp="1"/>
          </p:cNvSpPr>
          <p:nvPr>
            <p:ph/>
          </p:nvPr>
        </p:nvSpPr>
        <p:spPr>
          <a:xfrm>
            <a:off x="5174280" y="2932920"/>
            <a:ext cx="3373920" cy="1442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sldNum" idx="1"/>
          </p:nvPr>
        </p:nvSpPr>
        <p:spPr/>
        <p:txBody>
          <a:bodyPr/>
          <a:p>
            <a:fld id="{1C40F357-1D24-4E61-BF9B-639EFFEA9C7F}" type="slidenum">
              <a:t>&lt;#&gt;</a:t>
            </a:fld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PlaceHolder 1"/>
          <p:cNvSpPr>
            <a:spLocks noGrp="1"/>
          </p:cNvSpPr>
          <p:nvPr>
            <p:ph type="title"/>
          </p:nvPr>
        </p:nvSpPr>
        <p:spPr>
          <a:xfrm>
            <a:off x="730080" y="1318680"/>
            <a:ext cx="3300480" cy="1686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" name="PlaceHolder 2"/>
          <p:cNvSpPr>
            <a:spLocks noGrp="1"/>
          </p:cNvSpPr>
          <p:nvPr>
            <p:ph/>
          </p:nvPr>
        </p:nvSpPr>
        <p:spPr>
          <a:xfrm>
            <a:off x="5174280" y="1352520"/>
            <a:ext cx="3373920" cy="1442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" name="PlaceHolder 3"/>
          <p:cNvSpPr>
            <a:spLocks noGrp="1"/>
          </p:cNvSpPr>
          <p:nvPr>
            <p:ph/>
          </p:nvPr>
        </p:nvSpPr>
        <p:spPr>
          <a:xfrm>
            <a:off x="5174280" y="2932920"/>
            <a:ext cx="3373920" cy="1442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1"/>
          </p:nvPr>
        </p:nvSpPr>
        <p:spPr/>
        <p:txBody>
          <a:bodyPr/>
          <a:p>
            <a:fld id="{64BC01AC-94A4-4C54-A76D-DC4FE18F7DF4}" type="slidenum">
              <a:t>&lt;#&gt;</a:t>
            </a:fld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PlaceHolder 1"/>
          <p:cNvSpPr>
            <a:spLocks noGrp="1"/>
          </p:cNvSpPr>
          <p:nvPr>
            <p:ph type="title"/>
          </p:nvPr>
        </p:nvSpPr>
        <p:spPr>
          <a:xfrm>
            <a:off x="730080" y="1318680"/>
            <a:ext cx="3300480" cy="1686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" name="PlaceHolder 2"/>
          <p:cNvSpPr>
            <a:spLocks noGrp="1"/>
          </p:cNvSpPr>
          <p:nvPr>
            <p:ph/>
          </p:nvPr>
        </p:nvSpPr>
        <p:spPr>
          <a:xfrm>
            <a:off x="5174280" y="1352520"/>
            <a:ext cx="1646280" cy="1442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" name="PlaceHolder 3"/>
          <p:cNvSpPr>
            <a:spLocks noGrp="1"/>
          </p:cNvSpPr>
          <p:nvPr>
            <p:ph/>
          </p:nvPr>
        </p:nvSpPr>
        <p:spPr>
          <a:xfrm>
            <a:off x="6903360" y="1352520"/>
            <a:ext cx="1646280" cy="1442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" name="PlaceHolder 4"/>
          <p:cNvSpPr>
            <a:spLocks noGrp="1"/>
          </p:cNvSpPr>
          <p:nvPr>
            <p:ph/>
          </p:nvPr>
        </p:nvSpPr>
        <p:spPr>
          <a:xfrm>
            <a:off x="5174280" y="2932920"/>
            <a:ext cx="1646280" cy="1442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" name="PlaceHolder 5"/>
          <p:cNvSpPr>
            <a:spLocks noGrp="1"/>
          </p:cNvSpPr>
          <p:nvPr>
            <p:ph/>
          </p:nvPr>
        </p:nvSpPr>
        <p:spPr>
          <a:xfrm>
            <a:off x="6903360" y="2932920"/>
            <a:ext cx="1646280" cy="1442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sldNum" idx="1"/>
          </p:nvPr>
        </p:nvSpPr>
        <p:spPr/>
        <p:txBody>
          <a:bodyPr/>
          <a:p>
            <a:fld id="{F06DC7D8-4690-4492-8A8A-CD8AE592EFD5}" type="slidenum">
              <a:t>&lt;#&gt;</a:t>
            </a:fld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PlaceHolder 1"/>
          <p:cNvSpPr>
            <a:spLocks noGrp="1"/>
          </p:cNvSpPr>
          <p:nvPr>
            <p:ph type="title"/>
          </p:nvPr>
        </p:nvSpPr>
        <p:spPr>
          <a:xfrm>
            <a:off x="730080" y="1318680"/>
            <a:ext cx="3300480" cy="1686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" name="PlaceHolder 2"/>
          <p:cNvSpPr>
            <a:spLocks noGrp="1"/>
          </p:cNvSpPr>
          <p:nvPr>
            <p:ph/>
          </p:nvPr>
        </p:nvSpPr>
        <p:spPr>
          <a:xfrm>
            <a:off x="5174280" y="1352520"/>
            <a:ext cx="1086120" cy="1442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" name="PlaceHolder 3"/>
          <p:cNvSpPr>
            <a:spLocks noGrp="1"/>
          </p:cNvSpPr>
          <p:nvPr>
            <p:ph/>
          </p:nvPr>
        </p:nvSpPr>
        <p:spPr>
          <a:xfrm>
            <a:off x="6315120" y="1352520"/>
            <a:ext cx="1086120" cy="1442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" name="PlaceHolder 4"/>
          <p:cNvSpPr>
            <a:spLocks noGrp="1"/>
          </p:cNvSpPr>
          <p:nvPr>
            <p:ph/>
          </p:nvPr>
        </p:nvSpPr>
        <p:spPr>
          <a:xfrm>
            <a:off x="7455960" y="1352520"/>
            <a:ext cx="1086120" cy="1442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1" name="PlaceHolder 5"/>
          <p:cNvSpPr>
            <a:spLocks noGrp="1"/>
          </p:cNvSpPr>
          <p:nvPr>
            <p:ph/>
          </p:nvPr>
        </p:nvSpPr>
        <p:spPr>
          <a:xfrm>
            <a:off x="5174280" y="2932920"/>
            <a:ext cx="1086120" cy="1442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2" name="PlaceHolder 6"/>
          <p:cNvSpPr>
            <a:spLocks noGrp="1"/>
          </p:cNvSpPr>
          <p:nvPr>
            <p:ph/>
          </p:nvPr>
        </p:nvSpPr>
        <p:spPr>
          <a:xfrm>
            <a:off x="6315120" y="2932920"/>
            <a:ext cx="1086120" cy="1442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3" name="PlaceHolder 7"/>
          <p:cNvSpPr>
            <a:spLocks noGrp="1"/>
          </p:cNvSpPr>
          <p:nvPr>
            <p:ph/>
          </p:nvPr>
        </p:nvSpPr>
        <p:spPr>
          <a:xfrm>
            <a:off x="7455960" y="2932920"/>
            <a:ext cx="1086120" cy="1442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sldNum" idx="1"/>
          </p:nvPr>
        </p:nvSpPr>
        <p:spPr/>
        <p:txBody>
          <a:bodyPr/>
          <a:p>
            <a:fld id="{60EC5F25-6EA6-479F-9B1B-9CCD279A9D6A}" type="slidenum">
              <a:t>&lt;#&gt;</a:t>
            </a:fld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408C5C8F-DD69-4688-9804-D4360DE8C3CD}" type="slidenum">
              <a:t>&lt;#&gt;</a:t>
            </a:fld>
          </a:p>
        </p:txBody>
      </p:sp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PlaceHolder 1"/>
          <p:cNvSpPr>
            <a:spLocks noGrp="1"/>
          </p:cNvSpPr>
          <p:nvPr>
            <p:ph type="title"/>
          </p:nvPr>
        </p:nvSpPr>
        <p:spPr>
          <a:xfrm>
            <a:off x="730080" y="1318680"/>
            <a:ext cx="3300480" cy="1686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1" name="PlaceHolder 2"/>
          <p:cNvSpPr>
            <a:spLocks noGrp="1"/>
          </p:cNvSpPr>
          <p:nvPr>
            <p:ph type="subTitle"/>
          </p:nvPr>
        </p:nvSpPr>
        <p:spPr>
          <a:xfrm>
            <a:off x="5174280" y="1352520"/>
            <a:ext cx="3373920" cy="3025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9AF5D0AF-7461-4BBC-9D78-1BC9094CB46B}" type="slidenum">
              <a:t>&lt;#&gt;</a:t>
            </a:fld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PlaceHolder 1"/>
          <p:cNvSpPr>
            <a:spLocks noGrp="1"/>
          </p:cNvSpPr>
          <p:nvPr>
            <p:ph type="title"/>
          </p:nvPr>
        </p:nvSpPr>
        <p:spPr>
          <a:xfrm>
            <a:off x="730080" y="1318680"/>
            <a:ext cx="3300480" cy="1686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3" name="PlaceHolder 2"/>
          <p:cNvSpPr>
            <a:spLocks noGrp="1"/>
          </p:cNvSpPr>
          <p:nvPr>
            <p:ph/>
          </p:nvPr>
        </p:nvSpPr>
        <p:spPr>
          <a:xfrm>
            <a:off x="5174280" y="1352520"/>
            <a:ext cx="3373920" cy="3025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1AB6243D-39AC-4804-8D08-9C69468F0AB5}" type="slidenum">
              <a:t>&lt;#&gt;</a:t>
            </a:fld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PlaceHolder 1"/>
          <p:cNvSpPr>
            <a:spLocks noGrp="1"/>
          </p:cNvSpPr>
          <p:nvPr>
            <p:ph type="title"/>
          </p:nvPr>
        </p:nvSpPr>
        <p:spPr>
          <a:xfrm>
            <a:off x="730080" y="1318680"/>
            <a:ext cx="3300480" cy="1686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5" name="PlaceHolder 2"/>
          <p:cNvSpPr>
            <a:spLocks noGrp="1"/>
          </p:cNvSpPr>
          <p:nvPr>
            <p:ph/>
          </p:nvPr>
        </p:nvSpPr>
        <p:spPr>
          <a:xfrm>
            <a:off x="5174280" y="1352520"/>
            <a:ext cx="1646280" cy="3025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6" name="PlaceHolder 3"/>
          <p:cNvSpPr>
            <a:spLocks noGrp="1"/>
          </p:cNvSpPr>
          <p:nvPr>
            <p:ph/>
          </p:nvPr>
        </p:nvSpPr>
        <p:spPr>
          <a:xfrm>
            <a:off x="6903360" y="1352520"/>
            <a:ext cx="1646280" cy="3025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CD9D0993-441E-4D12-9C4F-EABBA952C935}" type="slidenum">
              <a:t>&lt;#&gt;</a:t>
            </a:fld>
          </a:p>
        </p:txBody>
      </p: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PlaceHolder 1"/>
          <p:cNvSpPr>
            <a:spLocks noGrp="1"/>
          </p:cNvSpPr>
          <p:nvPr>
            <p:ph type="title"/>
          </p:nvPr>
        </p:nvSpPr>
        <p:spPr>
          <a:xfrm>
            <a:off x="730080" y="1318680"/>
            <a:ext cx="3300480" cy="1686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669CDF3F-F823-4D28-A39A-B3FB2C41743B}" type="slidenum">
              <a:t>&lt;#&gt;</a:t>
            </a:fld>
          </a:p>
        </p:txBody>
      </p:sp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PlaceHolder 1"/>
          <p:cNvSpPr>
            <a:spLocks noGrp="1"/>
          </p:cNvSpPr>
          <p:nvPr>
            <p:ph type="subTitle"/>
          </p:nvPr>
        </p:nvSpPr>
        <p:spPr>
          <a:xfrm>
            <a:off x="730080" y="1318680"/>
            <a:ext cx="3300480" cy="7821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/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F336671E-AB7E-4BFD-BDF3-A564EFEF68D0}" type="slidenum">
              <a:t>&lt;#&gt;</a:t>
            </a:fld>
          </a:p>
        </p:txBody>
      </p:sp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PlaceHolder 1"/>
          <p:cNvSpPr>
            <a:spLocks noGrp="1"/>
          </p:cNvSpPr>
          <p:nvPr>
            <p:ph type="title"/>
          </p:nvPr>
        </p:nvSpPr>
        <p:spPr>
          <a:xfrm>
            <a:off x="730080" y="1318680"/>
            <a:ext cx="3300480" cy="1686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0" name="PlaceHolder 2"/>
          <p:cNvSpPr>
            <a:spLocks noGrp="1"/>
          </p:cNvSpPr>
          <p:nvPr>
            <p:ph/>
          </p:nvPr>
        </p:nvSpPr>
        <p:spPr>
          <a:xfrm>
            <a:off x="5174280" y="1352520"/>
            <a:ext cx="1646280" cy="1442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1" name="PlaceHolder 3"/>
          <p:cNvSpPr>
            <a:spLocks noGrp="1"/>
          </p:cNvSpPr>
          <p:nvPr>
            <p:ph/>
          </p:nvPr>
        </p:nvSpPr>
        <p:spPr>
          <a:xfrm>
            <a:off x="6903360" y="1352520"/>
            <a:ext cx="1646280" cy="3025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2" name="PlaceHolder 4"/>
          <p:cNvSpPr>
            <a:spLocks noGrp="1"/>
          </p:cNvSpPr>
          <p:nvPr>
            <p:ph/>
          </p:nvPr>
        </p:nvSpPr>
        <p:spPr>
          <a:xfrm>
            <a:off x="5174280" y="2932920"/>
            <a:ext cx="1646280" cy="1442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B2E06AE2-94DD-455F-8EAD-DBB4DD9B034A}" type="slidenum">
              <a:t>&lt;#&gt;</a:t>
            </a:fld>
          </a:p>
        </p:txBody>
      </p:sp>
    </p:spTree>
  </p:cSld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PlaceHolder 1"/>
          <p:cNvSpPr>
            <a:spLocks noGrp="1"/>
          </p:cNvSpPr>
          <p:nvPr>
            <p:ph type="title"/>
          </p:nvPr>
        </p:nvSpPr>
        <p:spPr>
          <a:xfrm>
            <a:off x="730080" y="1318680"/>
            <a:ext cx="3300480" cy="1686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4" name="PlaceHolder 2"/>
          <p:cNvSpPr>
            <a:spLocks noGrp="1"/>
          </p:cNvSpPr>
          <p:nvPr>
            <p:ph/>
          </p:nvPr>
        </p:nvSpPr>
        <p:spPr>
          <a:xfrm>
            <a:off x="5174280" y="1352520"/>
            <a:ext cx="1646280" cy="3025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5" name="PlaceHolder 3"/>
          <p:cNvSpPr>
            <a:spLocks noGrp="1"/>
          </p:cNvSpPr>
          <p:nvPr>
            <p:ph/>
          </p:nvPr>
        </p:nvSpPr>
        <p:spPr>
          <a:xfrm>
            <a:off x="6903360" y="1352520"/>
            <a:ext cx="1646280" cy="1442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6" name="PlaceHolder 4"/>
          <p:cNvSpPr>
            <a:spLocks noGrp="1"/>
          </p:cNvSpPr>
          <p:nvPr>
            <p:ph/>
          </p:nvPr>
        </p:nvSpPr>
        <p:spPr>
          <a:xfrm>
            <a:off x="6903360" y="2932920"/>
            <a:ext cx="1646280" cy="1442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0306C1AD-2B68-4D09-BB60-B03445744CD3}" type="slidenum">
              <a:t>&lt;#&gt;</a:t>
            </a:fld>
          </a:p>
        </p:txBody>
      </p:sp>
    </p:spTree>
  </p:cSld>
</p:sldLayout>
</file>

<file path=ppt/slideLayouts/slideLayout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PlaceHolder 1"/>
          <p:cNvSpPr>
            <a:spLocks noGrp="1"/>
          </p:cNvSpPr>
          <p:nvPr>
            <p:ph type="title"/>
          </p:nvPr>
        </p:nvSpPr>
        <p:spPr>
          <a:xfrm>
            <a:off x="730080" y="1318680"/>
            <a:ext cx="3300480" cy="1686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8" name="PlaceHolder 2"/>
          <p:cNvSpPr>
            <a:spLocks noGrp="1"/>
          </p:cNvSpPr>
          <p:nvPr>
            <p:ph/>
          </p:nvPr>
        </p:nvSpPr>
        <p:spPr>
          <a:xfrm>
            <a:off x="5174280" y="1352520"/>
            <a:ext cx="1646280" cy="1442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9" name="PlaceHolder 3"/>
          <p:cNvSpPr>
            <a:spLocks noGrp="1"/>
          </p:cNvSpPr>
          <p:nvPr>
            <p:ph/>
          </p:nvPr>
        </p:nvSpPr>
        <p:spPr>
          <a:xfrm>
            <a:off x="6903360" y="1352520"/>
            <a:ext cx="1646280" cy="1442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0" name="PlaceHolder 4"/>
          <p:cNvSpPr>
            <a:spLocks noGrp="1"/>
          </p:cNvSpPr>
          <p:nvPr>
            <p:ph/>
          </p:nvPr>
        </p:nvSpPr>
        <p:spPr>
          <a:xfrm>
            <a:off x="5174280" y="2932920"/>
            <a:ext cx="3373920" cy="1442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4936587F-F8FB-4720-8C28-AE0AEAE6FC41}" type="slidenum">
              <a:t>&lt;#&gt;</a:t>
            </a:fld>
          </a:p>
        </p:txBody>
      </p:sp>
    </p:spTree>
  </p:cSld>
</p:sldLayout>
</file>

<file path=ppt/slideLayouts/slideLayout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PlaceHolder 1"/>
          <p:cNvSpPr>
            <a:spLocks noGrp="1"/>
          </p:cNvSpPr>
          <p:nvPr>
            <p:ph type="title"/>
          </p:nvPr>
        </p:nvSpPr>
        <p:spPr>
          <a:xfrm>
            <a:off x="730080" y="1318680"/>
            <a:ext cx="3300480" cy="1686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2" name="PlaceHolder 2"/>
          <p:cNvSpPr>
            <a:spLocks noGrp="1"/>
          </p:cNvSpPr>
          <p:nvPr>
            <p:ph/>
          </p:nvPr>
        </p:nvSpPr>
        <p:spPr>
          <a:xfrm>
            <a:off x="5174280" y="1352520"/>
            <a:ext cx="3373920" cy="1442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3" name="PlaceHolder 3"/>
          <p:cNvSpPr>
            <a:spLocks noGrp="1"/>
          </p:cNvSpPr>
          <p:nvPr>
            <p:ph/>
          </p:nvPr>
        </p:nvSpPr>
        <p:spPr>
          <a:xfrm>
            <a:off x="5174280" y="2932920"/>
            <a:ext cx="3373920" cy="1442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B97408DE-47ED-4FB7-A69A-FB55335FCACE}" type="slidenum">
              <a:t>&lt;#&gt;</a:t>
            </a:fld>
          </a:p>
        </p:txBody>
      </p:sp>
    </p:spTree>
  </p:cSld>
</p:sldLayout>
</file>

<file path=ppt/slideLayouts/slideLayout2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PlaceHolder 1"/>
          <p:cNvSpPr>
            <a:spLocks noGrp="1"/>
          </p:cNvSpPr>
          <p:nvPr>
            <p:ph type="title"/>
          </p:nvPr>
        </p:nvSpPr>
        <p:spPr>
          <a:xfrm>
            <a:off x="730080" y="1318680"/>
            <a:ext cx="3300480" cy="1686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5" name="PlaceHolder 2"/>
          <p:cNvSpPr>
            <a:spLocks noGrp="1"/>
          </p:cNvSpPr>
          <p:nvPr>
            <p:ph/>
          </p:nvPr>
        </p:nvSpPr>
        <p:spPr>
          <a:xfrm>
            <a:off x="5174280" y="1352520"/>
            <a:ext cx="1646280" cy="1442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6" name="PlaceHolder 3"/>
          <p:cNvSpPr>
            <a:spLocks noGrp="1"/>
          </p:cNvSpPr>
          <p:nvPr>
            <p:ph/>
          </p:nvPr>
        </p:nvSpPr>
        <p:spPr>
          <a:xfrm>
            <a:off x="6903360" y="1352520"/>
            <a:ext cx="1646280" cy="1442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7" name="PlaceHolder 4"/>
          <p:cNvSpPr>
            <a:spLocks noGrp="1"/>
          </p:cNvSpPr>
          <p:nvPr>
            <p:ph/>
          </p:nvPr>
        </p:nvSpPr>
        <p:spPr>
          <a:xfrm>
            <a:off x="5174280" y="2932920"/>
            <a:ext cx="1646280" cy="1442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8" name="PlaceHolder 5"/>
          <p:cNvSpPr>
            <a:spLocks noGrp="1"/>
          </p:cNvSpPr>
          <p:nvPr>
            <p:ph/>
          </p:nvPr>
        </p:nvSpPr>
        <p:spPr>
          <a:xfrm>
            <a:off x="6903360" y="2932920"/>
            <a:ext cx="1646280" cy="1442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C523F2A3-83A6-4D9D-A4F2-AFD267BD48CC}" type="slidenum">
              <a:t>&lt;#&gt;</a:t>
            </a:fld>
          </a:p>
        </p:txBody>
      </p:sp>
    </p:spTree>
  </p:cSld>
</p:sldLayout>
</file>

<file path=ppt/slideLayouts/slideLayout2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PlaceHolder 1"/>
          <p:cNvSpPr>
            <a:spLocks noGrp="1"/>
          </p:cNvSpPr>
          <p:nvPr>
            <p:ph type="title"/>
          </p:nvPr>
        </p:nvSpPr>
        <p:spPr>
          <a:xfrm>
            <a:off x="730080" y="1318680"/>
            <a:ext cx="3300480" cy="1686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0" name="PlaceHolder 2"/>
          <p:cNvSpPr>
            <a:spLocks noGrp="1"/>
          </p:cNvSpPr>
          <p:nvPr>
            <p:ph/>
          </p:nvPr>
        </p:nvSpPr>
        <p:spPr>
          <a:xfrm>
            <a:off x="5174280" y="1352520"/>
            <a:ext cx="1086120" cy="1442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1" name="PlaceHolder 3"/>
          <p:cNvSpPr>
            <a:spLocks noGrp="1"/>
          </p:cNvSpPr>
          <p:nvPr>
            <p:ph/>
          </p:nvPr>
        </p:nvSpPr>
        <p:spPr>
          <a:xfrm>
            <a:off x="6315120" y="1352520"/>
            <a:ext cx="1086120" cy="1442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2" name="PlaceHolder 4"/>
          <p:cNvSpPr>
            <a:spLocks noGrp="1"/>
          </p:cNvSpPr>
          <p:nvPr>
            <p:ph/>
          </p:nvPr>
        </p:nvSpPr>
        <p:spPr>
          <a:xfrm>
            <a:off x="7455960" y="1352520"/>
            <a:ext cx="1086120" cy="1442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3" name="PlaceHolder 5"/>
          <p:cNvSpPr>
            <a:spLocks noGrp="1"/>
          </p:cNvSpPr>
          <p:nvPr>
            <p:ph/>
          </p:nvPr>
        </p:nvSpPr>
        <p:spPr>
          <a:xfrm>
            <a:off x="5174280" y="2932920"/>
            <a:ext cx="1086120" cy="1442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4" name="PlaceHolder 6"/>
          <p:cNvSpPr>
            <a:spLocks noGrp="1"/>
          </p:cNvSpPr>
          <p:nvPr>
            <p:ph/>
          </p:nvPr>
        </p:nvSpPr>
        <p:spPr>
          <a:xfrm>
            <a:off x="6315120" y="2932920"/>
            <a:ext cx="1086120" cy="1442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5" name="PlaceHolder 7"/>
          <p:cNvSpPr>
            <a:spLocks noGrp="1"/>
          </p:cNvSpPr>
          <p:nvPr>
            <p:ph/>
          </p:nvPr>
        </p:nvSpPr>
        <p:spPr>
          <a:xfrm>
            <a:off x="7455960" y="2932920"/>
            <a:ext cx="1086120" cy="1442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98AF22AA-9B65-4869-9323-088280A530B2}" type="slidenum">
              <a:t>&lt;#&gt;</a:t>
            </a:fld>
          </a:p>
        </p:txBody>
      </p:sp>
    </p:spTree>
  </p:cSld>
</p:sldLayout>
</file>

<file path=ppt/slideLayouts/slideLayout2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5EC3E4A6-9A6B-4CC0-93C2-68B94928C41A}" type="slidenum">
              <a:t>&lt;#&gt;</a:t>
            </a:fld>
          </a:p>
        </p:txBody>
      </p:sp>
    </p:spTree>
  </p:cSld>
</p:sldLayout>
</file>

<file path=ppt/slideLayouts/slideLayout2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PlaceHolder 1"/>
          <p:cNvSpPr>
            <a:spLocks noGrp="1"/>
          </p:cNvSpPr>
          <p:nvPr>
            <p:ph type="title"/>
          </p:nvPr>
        </p:nvSpPr>
        <p:spPr>
          <a:xfrm>
            <a:off x="730080" y="1318680"/>
            <a:ext cx="3300480" cy="1686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4" name="PlaceHolder 2"/>
          <p:cNvSpPr>
            <a:spLocks noGrp="1"/>
          </p:cNvSpPr>
          <p:nvPr>
            <p:ph type="subTitle"/>
          </p:nvPr>
        </p:nvSpPr>
        <p:spPr>
          <a:xfrm>
            <a:off x="5174280" y="1352520"/>
            <a:ext cx="3373920" cy="3025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3EBEC995-E008-4882-A1BE-1EDB5891BF50}" type="slidenum">
              <a:t>&lt;#&gt;</a:t>
            </a:fld>
          </a:p>
        </p:txBody>
      </p:sp>
    </p:spTree>
  </p:cSld>
</p:sldLayout>
</file>

<file path=ppt/slideLayouts/slideLayout2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PlaceHolder 1"/>
          <p:cNvSpPr>
            <a:spLocks noGrp="1"/>
          </p:cNvSpPr>
          <p:nvPr>
            <p:ph type="title"/>
          </p:nvPr>
        </p:nvSpPr>
        <p:spPr>
          <a:xfrm>
            <a:off x="730080" y="1318680"/>
            <a:ext cx="3300480" cy="1686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6" name="PlaceHolder 2"/>
          <p:cNvSpPr>
            <a:spLocks noGrp="1"/>
          </p:cNvSpPr>
          <p:nvPr>
            <p:ph/>
          </p:nvPr>
        </p:nvSpPr>
        <p:spPr>
          <a:xfrm>
            <a:off x="5174280" y="1352520"/>
            <a:ext cx="3373920" cy="3025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38C7560D-5EA1-498B-B8E6-58A9576C8A75}" type="slidenum">
              <a:t>&lt;#&gt;</a:t>
            </a:fld>
          </a:p>
        </p:txBody>
      </p:sp>
    </p:spTree>
  </p:cSld>
</p:sldLayout>
</file>

<file path=ppt/slideLayouts/slideLayout2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PlaceHolder 1"/>
          <p:cNvSpPr>
            <a:spLocks noGrp="1"/>
          </p:cNvSpPr>
          <p:nvPr>
            <p:ph type="title"/>
          </p:nvPr>
        </p:nvSpPr>
        <p:spPr>
          <a:xfrm>
            <a:off x="730080" y="1318680"/>
            <a:ext cx="3300480" cy="1686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8" name="PlaceHolder 2"/>
          <p:cNvSpPr>
            <a:spLocks noGrp="1"/>
          </p:cNvSpPr>
          <p:nvPr>
            <p:ph/>
          </p:nvPr>
        </p:nvSpPr>
        <p:spPr>
          <a:xfrm>
            <a:off x="5174280" y="1352520"/>
            <a:ext cx="1646280" cy="3025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9" name="PlaceHolder 3"/>
          <p:cNvSpPr>
            <a:spLocks noGrp="1"/>
          </p:cNvSpPr>
          <p:nvPr>
            <p:ph/>
          </p:nvPr>
        </p:nvSpPr>
        <p:spPr>
          <a:xfrm>
            <a:off x="6903360" y="1352520"/>
            <a:ext cx="1646280" cy="3025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399EC1A2-EFE0-43CE-9F0A-25D09403263C}" type="slidenum">
              <a:t>&lt;#&gt;</a:t>
            </a:fld>
          </a:p>
        </p:txBody>
      </p:sp>
    </p:spTree>
  </p:cSld>
</p:sldLayout>
</file>

<file path=ppt/slideLayouts/slideLayout2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PlaceHolder 1"/>
          <p:cNvSpPr>
            <a:spLocks noGrp="1"/>
          </p:cNvSpPr>
          <p:nvPr>
            <p:ph type="title"/>
          </p:nvPr>
        </p:nvSpPr>
        <p:spPr>
          <a:xfrm>
            <a:off x="730080" y="1318680"/>
            <a:ext cx="3300480" cy="1686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445A42F5-901D-4349-9D02-E89AB5E3E568}" type="slidenum">
              <a:t>&lt;#&gt;</a:t>
            </a:fld>
          </a:p>
        </p:txBody>
      </p:sp>
    </p:spTree>
  </p:cSld>
</p:sldLayout>
</file>

<file path=ppt/slideLayouts/slideLayout3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PlaceHolder 1"/>
          <p:cNvSpPr>
            <a:spLocks noGrp="1"/>
          </p:cNvSpPr>
          <p:nvPr>
            <p:ph type="subTitle"/>
          </p:nvPr>
        </p:nvSpPr>
        <p:spPr>
          <a:xfrm>
            <a:off x="730080" y="1318680"/>
            <a:ext cx="3300480" cy="7821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/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25982A8C-594D-4C63-9E8D-F22D6D689DFD}" type="slidenum">
              <a:t>&lt;#&gt;</a:t>
            </a:fld>
          </a:p>
        </p:txBody>
      </p:sp>
    </p:spTree>
  </p:cSld>
</p:sldLayout>
</file>

<file path=ppt/slideLayouts/slideLayout3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PlaceHolder 1"/>
          <p:cNvSpPr>
            <a:spLocks noGrp="1"/>
          </p:cNvSpPr>
          <p:nvPr>
            <p:ph type="title"/>
          </p:nvPr>
        </p:nvSpPr>
        <p:spPr>
          <a:xfrm>
            <a:off x="730080" y="1318680"/>
            <a:ext cx="3300480" cy="1686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3" name="PlaceHolder 2"/>
          <p:cNvSpPr>
            <a:spLocks noGrp="1"/>
          </p:cNvSpPr>
          <p:nvPr>
            <p:ph/>
          </p:nvPr>
        </p:nvSpPr>
        <p:spPr>
          <a:xfrm>
            <a:off x="5174280" y="1352520"/>
            <a:ext cx="1646280" cy="1442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4" name="PlaceHolder 3"/>
          <p:cNvSpPr>
            <a:spLocks noGrp="1"/>
          </p:cNvSpPr>
          <p:nvPr>
            <p:ph/>
          </p:nvPr>
        </p:nvSpPr>
        <p:spPr>
          <a:xfrm>
            <a:off x="6903360" y="1352520"/>
            <a:ext cx="1646280" cy="3025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5" name="PlaceHolder 4"/>
          <p:cNvSpPr>
            <a:spLocks noGrp="1"/>
          </p:cNvSpPr>
          <p:nvPr>
            <p:ph/>
          </p:nvPr>
        </p:nvSpPr>
        <p:spPr>
          <a:xfrm>
            <a:off x="5174280" y="2932920"/>
            <a:ext cx="1646280" cy="1442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0469315C-3868-49DA-B797-7DDAE5502B64}" type="slidenum">
              <a:t>&lt;#&gt;</a:t>
            </a:fld>
          </a:p>
        </p:txBody>
      </p:sp>
    </p:spTree>
  </p:cSld>
</p:sldLayout>
</file>

<file path=ppt/slideLayouts/slideLayout3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PlaceHolder 1"/>
          <p:cNvSpPr>
            <a:spLocks noGrp="1"/>
          </p:cNvSpPr>
          <p:nvPr>
            <p:ph type="title"/>
          </p:nvPr>
        </p:nvSpPr>
        <p:spPr>
          <a:xfrm>
            <a:off x="730080" y="1318680"/>
            <a:ext cx="3300480" cy="1686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7" name="PlaceHolder 2"/>
          <p:cNvSpPr>
            <a:spLocks noGrp="1"/>
          </p:cNvSpPr>
          <p:nvPr>
            <p:ph/>
          </p:nvPr>
        </p:nvSpPr>
        <p:spPr>
          <a:xfrm>
            <a:off x="5174280" y="1352520"/>
            <a:ext cx="1646280" cy="3025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8" name="PlaceHolder 3"/>
          <p:cNvSpPr>
            <a:spLocks noGrp="1"/>
          </p:cNvSpPr>
          <p:nvPr>
            <p:ph/>
          </p:nvPr>
        </p:nvSpPr>
        <p:spPr>
          <a:xfrm>
            <a:off x="6903360" y="1352520"/>
            <a:ext cx="1646280" cy="1442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9" name="PlaceHolder 4"/>
          <p:cNvSpPr>
            <a:spLocks noGrp="1"/>
          </p:cNvSpPr>
          <p:nvPr>
            <p:ph/>
          </p:nvPr>
        </p:nvSpPr>
        <p:spPr>
          <a:xfrm>
            <a:off x="6903360" y="2932920"/>
            <a:ext cx="1646280" cy="1442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E0B666A6-59A3-4C4F-8CCF-964985F8127E}" type="slidenum">
              <a:t>&lt;#&gt;</a:t>
            </a:fld>
          </a:p>
        </p:txBody>
      </p:sp>
    </p:spTree>
  </p:cSld>
</p:sldLayout>
</file>

<file path=ppt/slideLayouts/slideLayout3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PlaceHolder 1"/>
          <p:cNvSpPr>
            <a:spLocks noGrp="1"/>
          </p:cNvSpPr>
          <p:nvPr>
            <p:ph type="title"/>
          </p:nvPr>
        </p:nvSpPr>
        <p:spPr>
          <a:xfrm>
            <a:off x="730080" y="1318680"/>
            <a:ext cx="3300480" cy="1686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1" name="PlaceHolder 2"/>
          <p:cNvSpPr>
            <a:spLocks noGrp="1"/>
          </p:cNvSpPr>
          <p:nvPr>
            <p:ph/>
          </p:nvPr>
        </p:nvSpPr>
        <p:spPr>
          <a:xfrm>
            <a:off x="5174280" y="1352520"/>
            <a:ext cx="1646280" cy="1442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2" name="PlaceHolder 3"/>
          <p:cNvSpPr>
            <a:spLocks noGrp="1"/>
          </p:cNvSpPr>
          <p:nvPr>
            <p:ph/>
          </p:nvPr>
        </p:nvSpPr>
        <p:spPr>
          <a:xfrm>
            <a:off x="6903360" y="1352520"/>
            <a:ext cx="1646280" cy="1442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3" name="PlaceHolder 4"/>
          <p:cNvSpPr>
            <a:spLocks noGrp="1"/>
          </p:cNvSpPr>
          <p:nvPr>
            <p:ph/>
          </p:nvPr>
        </p:nvSpPr>
        <p:spPr>
          <a:xfrm>
            <a:off x="5174280" y="2932920"/>
            <a:ext cx="3373920" cy="1442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0A9D5AB3-AF21-45AE-ACBF-26A43D34F1C5}" type="slidenum">
              <a:t>&lt;#&gt;</a:t>
            </a:fld>
          </a:p>
        </p:txBody>
      </p:sp>
    </p:spTree>
  </p:cSld>
</p:sldLayout>
</file>

<file path=ppt/slideLayouts/slideLayout3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PlaceHolder 1"/>
          <p:cNvSpPr>
            <a:spLocks noGrp="1"/>
          </p:cNvSpPr>
          <p:nvPr>
            <p:ph type="title"/>
          </p:nvPr>
        </p:nvSpPr>
        <p:spPr>
          <a:xfrm>
            <a:off x="730080" y="1318680"/>
            <a:ext cx="3300480" cy="1686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5" name="PlaceHolder 2"/>
          <p:cNvSpPr>
            <a:spLocks noGrp="1"/>
          </p:cNvSpPr>
          <p:nvPr>
            <p:ph/>
          </p:nvPr>
        </p:nvSpPr>
        <p:spPr>
          <a:xfrm>
            <a:off x="5174280" y="1352520"/>
            <a:ext cx="3373920" cy="1442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6" name="PlaceHolder 3"/>
          <p:cNvSpPr>
            <a:spLocks noGrp="1"/>
          </p:cNvSpPr>
          <p:nvPr>
            <p:ph/>
          </p:nvPr>
        </p:nvSpPr>
        <p:spPr>
          <a:xfrm>
            <a:off x="5174280" y="2932920"/>
            <a:ext cx="3373920" cy="1442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CCF22690-1221-46F2-8DF6-E8587767D268}" type="slidenum">
              <a:t>&lt;#&gt;</a:t>
            </a:fld>
          </a:p>
        </p:txBody>
      </p:sp>
    </p:spTree>
  </p:cSld>
</p:sldLayout>
</file>

<file path=ppt/slideLayouts/slideLayout3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PlaceHolder 1"/>
          <p:cNvSpPr>
            <a:spLocks noGrp="1"/>
          </p:cNvSpPr>
          <p:nvPr>
            <p:ph type="title"/>
          </p:nvPr>
        </p:nvSpPr>
        <p:spPr>
          <a:xfrm>
            <a:off x="730080" y="1318680"/>
            <a:ext cx="3300480" cy="1686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8" name="PlaceHolder 2"/>
          <p:cNvSpPr>
            <a:spLocks noGrp="1"/>
          </p:cNvSpPr>
          <p:nvPr>
            <p:ph/>
          </p:nvPr>
        </p:nvSpPr>
        <p:spPr>
          <a:xfrm>
            <a:off x="5174280" y="1352520"/>
            <a:ext cx="1646280" cy="1442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9" name="PlaceHolder 3"/>
          <p:cNvSpPr>
            <a:spLocks noGrp="1"/>
          </p:cNvSpPr>
          <p:nvPr>
            <p:ph/>
          </p:nvPr>
        </p:nvSpPr>
        <p:spPr>
          <a:xfrm>
            <a:off x="6903360" y="1352520"/>
            <a:ext cx="1646280" cy="1442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0" name="PlaceHolder 4"/>
          <p:cNvSpPr>
            <a:spLocks noGrp="1"/>
          </p:cNvSpPr>
          <p:nvPr>
            <p:ph/>
          </p:nvPr>
        </p:nvSpPr>
        <p:spPr>
          <a:xfrm>
            <a:off x="5174280" y="2932920"/>
            <a:ext cx="1646280" cy="1442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1" name="PlaceHolder 5"/>
          <p:cNvSpPr>
            <a:spLocks noGrp="1"/>
          </p:cNvSpPr>
          <p:nvPr>
            <p:ph/>
          </p:nvPr>
        </p:nvSpPr>
        <p:spPr>
          <a:xfrm>
            <a:off x="6903360" y="2932920"/>
            <a:ext cx="1646280" cy="1442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15A3EF7C-C50D-4ADF-9B3E-B3390CEE84B3}" type="slidenum">
              <a:t>&lt;#&gt;</a:t>
            </a:fld>
          </a:p>
        </p:txBody>
      </p:sp>
    </p:spTree>
  </p:cSld>
</p:sldLayout>
</file>

<file path=ppt/slideLayouts/slideLayout3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PlaceHolder 1"/>
          <p:cNvSpPr>
            <a:spLocks noGrp="1"/>
          </p:cNvSpPr>
          <p:nvPr>
            <p:ph type="title"/>
          </p:nvPr>
        </p:nvSpPr>
        <p:spPr>
          <a:xfrm>
            <a:off x="730080" y="1318680"/>
            <a:ext cx="3300480" cy="1686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3" name="PlaceHolder 2"/>
          <p:cNvSpPr>
            <a:spLocks noGrp="1"/>
          </p:cNvSpPr>
          <p:nvPr>
            <p:ph/>
          </p:nvPr>
        </p:nvSpPr>
        <p:spPr>
          <a:xfrm>
            <a:off x="5174280" y="1352520"/>
            <a:ext cx="1086120" cy="1442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4" name="PlaceHolder 3"/>
          <p:cNvSpPr>
            <a:spLocks noGrp="1"/>
          </p:cNvSpPr>
          <p:nvPr>
            <p:ph/>
          </p:nvPr>
        </p:nvSpPr>
        <p:spPr>
          <a:xfrm>
            <a:off x="6315120" y="1352520"/>
            <a:ext cx="1086120" cy="1442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5" name="PlaceHolder 4"/>
          <p:cNvSpPr>
            <a:spLocks noGrp="1"/>
          </p:cNvSpPr>
          <p:nvPr>
            <p:ph/>
          </p:nvPr>
        </p:nvSpPr>
        <p:spPr>
          <a:xfrm>
            <a:off x="7455960" y="1352520"/>
            <a:ext cx="1086120" cy="1442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6" name="PlaceHolder 5"/>
          <p:cNvSpPr>
            <a:spLocks noGrp="1"/>
          </p:cNvSpPr>
          <p:nvPr>
            <p:ph/>
          </p:nvPr>
        </p:nvSpPr>
        <p:spPr>
          <a:xfrm>
            <a:off x="5174280" y="2932920"/>
            <a:ext cx="1086120" cy="1442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7" name="PlaceHolder 6"/>
          <p:cNvSpPr>
            <a:spLocks noGrp="1"/>
          </p:cNvSpPr>
          <p:nvPr>
            <p:ph/>
          </p:nvPr>
        </p:nvSpPr>
        <p:spPr>
          <a:xfrm>
            <a:off x="6315120" y="2932920"/>
            <a:ext cx="1086120" cy="1442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8" name="PlaceHolder 7"/>
          <p:cNvSpPr>
            <a:spLocks noGrp="1"/>
          </p:cNvSpPr>
          <p:nvPr>
            <p:ph/>
          </p:nvPr>
        </p:nvSpPr>
        <p:spPr>
          <a:xfrm>
            <a:off x="7455960" y="2932920"/>
            <a:ext cx="1086120" cy="1442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DA6DAC64-C8C4-4071-9336-C298595260AD}" type="slidenum">
              <a:t>&lt;#&gt;</a:t>
            </a:fld>
          </a:p>
        </p:txBody>
      </p:sp>
    </p:spTree>
  </p:cSld>
</p:sldLayout>
</file>

<file path=ppt/slideLayouts/slideLayout3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sldNum" idx="4"/>
          </p:nvPr>
        </p:nvSpPr>
        <p:spPr/>
        <p:txBody>
          <a:bodyPr/>
          <a:p>
            <a:fld id="{7630DD18-7142-4CBE-898A-1BDA1C1887E7}" type="slidenum">
              <a:t>&lt;#&gt;</a:t>
            </a:fld>
          </a:p>
        </p:txBody>
      </p:sp>
    </p:spTree>
  </p:cSld>
</p:sldLayout>
</file>

<file path=ppt/slideLayouts/slideLayout3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PlaceHolder 1"/>
          <p:cNvSpPr>
            <a:spLocks noGrp="1"/>
          </p:cNvSpPr>
          <p:nvPr>
            <p:ph type="title"/>
          </p:nvPr>
        </p:nvSpPr>
        <p:spPr>
          <a:xfrm>
            <a:off x="730080" y="1318680"/>
            <a:ext cx="3300480" cy="1686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7" name="PlaceHolder 2"/>
          <p:cNvSpPr>
            <a:spLocks noGrp="1"/>
          </p:cNvSpPr>
          <p:nvPr>
            <p:ph type="subTitle"/>
          </p:nvPr>
        </p:nvSpPr>
        <p:spPr>
          <a:xfrm>
            <a:off x="5174280" y="1352520"/>
            <a:ext cx="3373920" cy="3025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4"/>
          </p:nvPr>
        </p:nvSpPr>
        <p:spPr/>
        <p:txBody>
          <a:bodyPr/>
          <a:p>
            <a:fld id="{E608799E-3C6E-4D07-98B0-1C707A741F25}" type="slidenum">
              <a:t>&lt;#&gt;</a:t>
            </a:fld>
          </a:p>
        </p:txBody>
      </p:sp>
    </p:spTree>
  </p:cSld>
</p:sldLayout>
</file>

<file path=ppt/slideLayouts/slideLayout3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PlaceHolder 1"/>
          <p:cNvSpPr>
            <a:spLocks noGrp="1"/>
          </p:cNvSpPr>
          <p:nvPr>
            <p:ph type="title"/>
          </p:nvPr>
        </p:nvSpPr>
        <p:spPr>
          <a:xfrm>
            <a:off x="730080" y="1318680"/>
            <a:ext cx="3300480" cy="1686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9" name="PlaceHolder 2"/>
          <p:cNvSpPr>
            <a:spLocks noGrp="1"/>
          </p:cNvSpPr>
          <p:nvPr>
            <p:ph/>
          </p:nvPr>
        </p:nvSpPr>
        <p:spPr>
          <a:xfrm>
            <a:off x="5174280" y="1352520"/>
            <a:ext cx="3373920" cy="3025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4"/>
          </p:nvPr>
        </p:nvSpPr>
        <p:spPr/>
        <p:txBody>
          <a:bodyPr/>
          <a:p>
            <a:fld id="{0D69B95A-10F6-402B-9907-633B58113E8B}" type="slidenum">
              <a:t>&lt;#&gt;</a:t>
            </a:fld>
          </a:p>
        </p:txBody>
      </p:sp>
    </p:spTree>
  </p:cSld>
</p:sldLayout>
</file>

<file path=ppt/slideLayouts/slideLayout4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PlaceHolder 1"/>
          <p:cNvSpPr>
            <a:spLocks noGrp="1"/>
          </p:cNvSpPr>
          <p:nvPr>
            <p:ph type="title"/>
          </p:nvPr>
        </p:nvSpPr>
        <p:spPr>
          <a:xfrm>
            <a:off x="730080" y="1318680"/>
            <a:ext cx="3300480" cy="1686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1" name="PlaceHolder 2"/>
          <p:cNvSpPr>
            <a:spLocks noGrp="1"/>
          </p:cNvSpPr>
          <p:nvPr>
            <p:ph/>
          </p:nvPr>
        </p:nvSpPr>
        <p:spPr>
          <a:xfrm>
            <a:off x="5174280" y="1352520"/>
            <a:ext cx="1646280" cy="3025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2" name="PlaceHolder 3"/>
          <p:cNvSpPr>
            <a:spLocks noGrp="1"/>
          </p:cNvSpPr>
          <p:nvPr>
            <p:ph/>
          </p:nvPr>
        </p:nvSpPr>
        <p:spPr>
          <a:xfrm>
            <a:off x="6903360" y="1352520"/>
            <a:ext cx="1646280" cy="3025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4"/>
          </p:nvPr>
        </p:nvSpPr>
        <p:spPr/>
        <p:txBody>
          <a:bodyPr/>
          <a:p>
            <a:fld id="{A943540B-8A29-4F55-83C1-914F42D7BF88}" type="slidenum">
              <a:t>&lt;#&gt;</a:t>
            </a:fld>
          </a:p>
        </p:txBody>
      </p:sp>
    </p:spTree>
  </p:cSld>
</p:sldLayout>
</file>

<file path=ppt/slideLayouts/slideLayout4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PlaceHolder 1"/>
          <p:cNvSpPr>
            <a:spLocks noGrp="1"/>
          </p:cNvSpPr>
          <p:nvPr>
            <p:ph type="title"/>
          </p:nvPr>
        </p:nvSpPr>
        <p:spPr>
          <a:xfrm>
            <a:off x="730080" y="1318680"/>
            <a:ext cx="3300480" cy="1686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ldNum" idx="4"/>
          </p:nvPr>
        </p:nvSpPr>
        <p:spPr/>
        <p:txBody>
          <a:bodyPr/>
          <a:p>
            <a:fld id="{47C1EEBE-2F6E-4471-9A45-8956C89A24E1}" type="slidenum">
              <a:t>&lt;#&gt;</a:t>
            </a:fld>
          </a:p>
        </p:txBody>
      </p:sp>
    </p:spTree>
  </p:cSld>
</p:sldLayout>
</file>

<file path=ppt/slideLayouts/slideLayout4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PlaceHolder 1"/>
          <p:cNvSpPr>
            <a:spLocks noGrp="1"/>
          </p:cNvSpPr>
          <p:nvPr>
            <p:ph type="subTitle"/>
          </p:nvPr>
        </p:nvSpPr>
        <p:spPr>
          <a:xfrm>
            <a:off x="730080" y="1318680"/>
            <a:ext cx="3300480" cy="7821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/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ldNum" idx="4"/>
          </p:nvPr>
        </p:nvSpPr>
        <p:spPr/>
        <p:txBody>
          <a:bodyPr/>
          <a:p>
            <a:fld id="{15D0ADC9-7FEB-426C-92B4-B9298377836C}" type="slidenum">
              <a:t>&lt;#&gt;</a:t>
            </a:fld>
          </a:p>
        </p:txBody>
      </p:sp>
    </p:spTree>
  </p:cSld>
</p:sldLayout>
</file>

<file path=ppt/slideLayouts/slideLayout4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PlaceHolder 1"/>
          <p:cNvSpPr>
            <a:spLocks noGrp="1"/>
          </p:cNvSpPr>
          <p:nvPr>
            <p:ph type="title"/>
          </p:nvPr>
        </p:nvSpPr>
        <p:spPr>
          <a:xfrm>
            <a:off x="730080" y="1318680"/>
            <a:ext cx="3300480" cy="1686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6" name="PlaceHolder 2"/>
          <p:cNvSpPr>
            <a:spLocks noGrp="1"/>
          </p:cNvSpPr>
          <p:nvPr>
            <p:ph/>
          </p:nvPr>
        </p:nvSpPr>
        <p:spPr>
          <a:xfrm>
            <a:off x="5174280" y="1352520"/>
            <a:ext cx="1646280" cy="1442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7" name="PlaceHolder 3"/>
          <p:cNvSpPr>
            <a:spLocks noGrp="1"/>
          </p:cNvSpPr>
          <p:nvPr>
            <p:ph/>
          </p:nvPr>
        </p:nvSpPr>
        <p:spPr>
          <a:xfrm>
            <a:off x="6903360" y="1352520"/>
            <a:ext cx="1646280" cy="3025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8" name="PlaceHolder 4"/>
          <p:cNvSpPr>
            <a:spLocks noGrp="1"/>
          </p:cNvSpPr>
          <p:nvPr>
            <p:ph/>
          </p:nvPr>
        </p:nvSpPr>
        <p:spPr>
          <a:xfrm>
            <a:off x="5174280" y="2932920"/>
            <a:ext cx="1646280" cy="1442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sldNum" idx="4"/>
          </p:nvPr>
        </p:nvSpPr>
        <p:spPr/>
        <p:txBody>
          <a:bodyPr/>
          <a:p>
            <a:fld id="{5DC4B7E8-5A72-4FC4-94B4-E015C8778CFF}" type="slidenum">
              <a:t>&lt;#&gt;</a:t>
            </a:fld>
          </a:p>
        </p:txBody>
      </p:sp>
    </p:spTree>
  </p:cSld>
</p:sldLayout>
</file>

<file path=ppt/slideLayouts/slideLayout4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PlaceHolder 1"/>
          <p:cNvSpPr>
            <a:spLocks noGrp="1"/>
          </p:cNvSpPr>
          <p:nvPr>
            <p:ph type="title"/>
          </p:nvPr>
        </p:nvSpPr>
        <p:spPr>
          <a:xfrm>
            <a:off x="730080" y="1318680"/>
            <a:ext cx="3300480" cy="1686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0" name="PlaceHolder 2"/>
          <p:cNvSpPr>
            <a:spLocks noGrp="1"/>
          </p:cNvSpPr>
          <p:nvPr>
            <p:ph/>
          </p:nvPr>
        </p:nvSpPr>
        <p:spPr>
          <a:xfrm>
            <a:off x="5174280" y="1352520"/>
            <a:ext cx="1646280" cy="3025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1" name="PlaceHolder 3"/>
          <p:cNvSpPr>
            <a:spLocks noGrp="1"/>
          </p:cNvSpPr>
          <p:nvPr>
            <p:ph/>
          </p:nvPr>
        </p:nvSpPr>
        <p:spPr>
          <a:xfrm>
            <a:off x="6903360" y="1352520"/>
            <a:ext cx="1646280" cy="1442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2" name="PlaceHolder 4"/>
          <p:cNvSpPr>
            <a:spLocks noGrp="1"/>
          </p:cNvSpPr>
          <p:nvPr>
            <p:ph/>
          </p:nvPr>
        </p:nvSpPr>
        <p:spPr>
          <a:xfrm>
            <a:off x="6903360" y="2932920"/>
            <a:ext cx="1646280" cy="1442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sldNum" idx="4"/>
          </p:nvPr>
        </p:nvSpPr>
        <p:spPr/>
        <p:txBody>
          <a:bodyPr/>
          <a:p>
            <a:fld id="{D1A7BB65-6447-4A49-B701-648C665E88C9}" type="slidenum">
              <a:t>&lt;#&gt;</a:t>
            </a:fld>
          </a:p>
        </p:txBody>
      </p:sp>
    </p:spTree>
  </p:cSld>
</p:sldLayout>
</file>

<file path=ppt/slideLayouts/slideLayout4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PlaceHolder 1"/>
          <p:cNvSpPr>
            <a:spLocks noGrp="1"/>
          </p:cNvSpPr>
          <p:nvPr>
            <p:ph type="title"/>
          </p:nvPr>
        </p:nvSpPr>
        <p:spPr>
          <a:xfrm>
            <a:off x="730080" y="1318680"/>
            <a:ext cx="3300480" cy="1686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4" name="PlaceHolder 2"/>
          <p:cNvSpPr>
            <a:spLocks noGrp="1"/>
          </p:cNvSpPr>
          <p:nvPr>
            <p:ph/>
          </p:nvPr>
        </p:nvSpPr>
        <p:spPr>
          <a:xfrm>
            <a:off x="5174280" y="1352520"/>
            <a:ext cx="1646280" cy="1442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5" name="PlaceHolder 3"/>
          <p:cNvSpPr>
            <a:spLocks noGrp="1"/>
          </p:cNvSpPr>
          <p:nvPr>
            <p:ph/>
          </p:nvPr>
        </p:nvSpPr>
        <p:spPr>
          <a:xfrm>
            <a:off x="6903360" y="1352520"/>
            <a:ext cx="1646280" cy="1442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6" name="PlaceHolder 4"/>
          <p:cNvSpPr>
            <a:spLocks noGrp="1"/>
          </p:cNvSpPr>
          <p:nvPr>
            <p:ph/>
          </p:nvPr>
        </p:nvSpPr>
        <p:spPr>
          <a:xfrm>
            <a:off x="5174280" y="2932920"/>
            <a:ext cx="3373920" cy="1442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sldNum" idx="4"/>
          </p:nvPr>
        </p:nvSpPr>
        <p:spPr/>
        <p:txBody>
          <a:bodyPr/>
          <a:p>
            <a:fld id="{8E06CAA0-D0D0-4E1E-8983-B13E0CABBD42}" type="slidenum">
              <a:t>&lt;#&gt;</a:t>
            </a:fld>
          </a:p>
        </p:txBody>
      </p:sp>
    </p:spTree>
  </p:cSld>
</p:sldLayout>
</file>

<file path=ppt/slideLayouts/slideLayout4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PlaceHolder 1"/>
          <p:cNvSpPr>
            <a:spLocks noGrp="1"/>
          </p:cNvSpPr>
          <p:nvPr>
            <p:ph type="title"/>
          </p:nvPr>
        </p:nvSpPr>
        <p:spPr>
          <a:xfrm>
            <a:off x="730080" y="1318680"/>
            <a:ext cx="3300480" cy="1686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8" name="PlaceHolder 2"/>
          <p:cNvSpPr>
            <a:spLocks noGrp="1"/>
          </p:cNvSpPr>
          <p:nvPr>
            <p:ph/>
          </p:nvPr>
        </p:nvSpPr>
        <p:spPr>
          <a:xfrm>
            <a:off x="5174280" y="1352520"/>
            <a:ext cx="3373920" cy="1442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9" name="PlaceHolder 3"/>
          <p:cNvSpPr>
            <a:spLocks noGrp="1"/>
          </p:cNvSpPr>
          <p:nvPr>
            <p:ph/>
          </p:nvPr>
        </p:nvSpPr>
        <p:spPr>
          <a:xfrm>
            <a:off x="5174280" y="2932920"/>
            <a:ext cx="3373920" cy="1442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4"/>
          </p:nvPr>
        </p:nvSpPr>
        <p:spPr/>
        <p:txBody>
          <a:bodyPr/>
          <a:p>
            <a:fld id="{CC6199FB-BF21-4647-A5B2-5C400F9EC9BE}" type="slidenum">
              <a:t>&lt;#&gt;</a:t>
            </a:fld>
          </a:p>
        </p:txBody>
      </p:sp>
    </p:spTree>
  </p:cSld>
</p:sldLayout>
</file>

<file path=ppt/slideLayouts/slideLayout4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PlaceHolder 1"/>
          <p:cNvSpPr>
            <a:spLocks noGrp="1"/>
          </p:cNvSpPr>
          <p:nvPr>
            <p:ph type="title"/>
          </p:nvPr>
        </p:nvSpPr>
        <p:spPr>
          <a:xfrm>
            <a:off x="730080" y="1318680"/>
            <a:ext cx="3300480" cy="1686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1" name="PlaceHolder 2"/>
          <p:cNvSpPr>
            <a:spLocks noGrp="1"/>
          </p:cNvSpPr>
          <p:nvPr>
            <p:ph/>
          </p:nvPr>
        </p:nvSpPr>
        <p:spPr>
          <a:xfrm>
            <a:off x="5174280" y="1352520"/>
            <a:ext cx="1646280" cy="1442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2" name="PlaceHolder 3"/>
          <p:cNvSpPr>
            <a:spLocks noGrp="1"/>
          </p:cNvSpPr>
          <p:nvPr>
            <p:ph/>
          </p:nvPr>
        </p:nvSpPr>
        <p:spPr>
          <a:xfrm>
            <a:off x="6903360" y="1352520"/>
            <a:ext cx="1646280" cy="1442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3" name="PlaceHolder 4"/>
          <p:cNvSpPr>
            <a:spLocks noGrp="1"/>
          </p:cNvSpPr>
          <p:nvPr>
            <p:ph/>
          </p:nvPr>
        </p:nvSpPr>
        <p:spPr>
          <a:xfrm>
            <a:off x="5174280" y="2932920"/>
            <a:ext cx="1646280" cy="1442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4" name="PlaceHolder 5"/>
          <p:cNvSpPr>
            <a:spLocks noGrp="1"/>
          </p:cNvSpPr>
          <p:nvPr>
            <p:ph/>
          </p:nvPr>
        </p:nvSpPr>
        <p:spPr>
          <a:xfrm>
            <a:off x="6903360" y="2932920"/>
            <a:ext cx="1646280" cy="1442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sldNum" idx="4"/>
          </p:nvPr>
        </p:nvSpPr>
        <p:spPr/>
        <p:txBody>
          <a:bodyPr/>
          <a:p>
            <a:fld id="{E3811472-8479-4289-ADAC-41AFA04E2B6F}" type="slidenum">
              <a:t>&lt;#&gt;</a:t>
            </a:fld>
          </a:p>
        </p:txBody>
      </p:sp>
    </p:spTree>
  </p:cSld>
</p:sldLayout>
</file>

<file path=ppt/slideLayouts/slideLayout4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PlaceHolder 1"/>
          <p:cNvSpPr>
            <a:spLocks noGrp="1"/>
          </p:cNvSpPr>
          <p:nvPr>
            <p:ph type="title"/>
          </p:nvPr>
        </p:nvSpPr>
        <p:spPr>
          <a:xfrm>
            <a:off x="730080" y="1318680"/>
            <a:ext cx="3300480" cy="1686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6" name="PlaceHolder 2"/>
          <p:cNvSpPr>
            <a:spLocks noGrp="1"/>
          </p:cNvSpPr>
          <p:nvPr>
            <p:ph/>
          </p:nvPr>
        </p:nvSpPr>
        <p:spPr>
          <a:xfrm>
            <a:off x="5174280" y="1352520"/>
            <a:ext cx="1086120" cy="1442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7" name="PlaceHolder 3"/>
          <p:cNvSpPr>
            <a:spLocks noGrp="1"/>
          </p:cNvSpPr>
          <p:nvPr>
            <p:ph/>
          </p:nvPr>
        </p:nvSpPr>
        <p:spPr>
          <a:xfrm>
            <a:off x="6315120" y="1352520"/>
            <a:ext cx="1086120" cy="1442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8" name="PlaceHolder 4"/>
          <p:cNvSpPr>
            <a:spLocks noGrp="1"/>
          </p:cNvSpPr>
          <p:nvPr>
            <p:ph/>
          </p:nvPr>
        </p:nvSpPr>
        <p:spPr>
          <a:xfrm>
            <a:off x="7455960" y="1352520"/>
            <a:ext cx="1086120" cy="1442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9" name="PlaceHolder 5"/>
          <p:cNvSpPr>
            <a:spLocks noGrp="1"/>
          </p:cNvSpPr>
          <p:nvPr>
            <p:ph/>
          </p:nvPr>
        </p:nvSpPr>
        <p:spPr>
          <a:xfrm>
            <a:off x="5174280" y="2932920"/>
            <a:ext cx="1086120" cy="1442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0" name="PlaceHolder 6"/>
          <p:cNvSpPr>
            <a:spLocks noGrp="1"/>
          </p:cNvSpPr>
          <p:nvPr>
            <p:ph/>
          </p:nvPr>
        </p:nvSpPr>
        <p:spPr>
          <a:xfrm>
            <a:off x="6315120" y="2932920"/>
            <a:ext cx="1086120" cy="1442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1" name="PlaceHolder 7"/>
          <p:cNvSpPr>
            <a:spLocks noGrp="1"/>
          </p:cNvSpPr>
          <p:nvPr>
            <p:ph/>
          </p:nvPr>
        </p:nvSpPr>
        <p:spPr>
          <a:xfrm>
            <a:off x="7455960" y="2932920"/>
            <a:ext cx="1086120" cy="1442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sldNum" idx="4"/>
          </p:nvPr>
        </p:nvSpPr>
        <p:spPr/>
        <p:txBody>
          <a:bodyPr/>
          <a:p>
            <a:fld id="{45AED7D9-70BA-4BD1-A23E-95AF7562A65D}" type="slidenum">
              <a:t>&lt;#&gt;</a:t>
            </a:fld>
          </a:p>
        </p:txBody>
      </p:sp>
    </p:spTree>
  </p:cSld>
</p:sldLayout>
</file>

<file path=ppt/slideLayouts/slideLayout4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952C4E47-0F3B-4EB3-A87F-DE95F746F770}" type="slidenum">
              <a:t>&lt;#&gt;</a:t>
            </a:fld>
          </a:p>
        </p:txBody>
      </p:sp>
    </p:spTree>
  </p:cSld>
</p:sldLayout>
</file>

<file path=ppt/slideLayouts/slideLayout5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PlaceHolder 1"/>
          <p:cNvSpPr>
            <a:spLocks noGrp="1"/>
          </p:cNvSpPr>
          <p:nvPr>
            <p:ph type="title"/>
          </p:nvPr>
        </p:nvSpPr>
        <p:spPr>
          <a:xfrm>
            <a:off x="730080" y="1318680"/>
            <a:ext cx="3300480" cy="1686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0" name="PlaceHolder 2"/>
          <p:cNvSpPr>
            <a:spLocks noGrp="1"/>
          </p:cNvSpPr>
          <p:nvPr>
            <p:ph type="subTitle"/>
          </p:nvPr>
        </p:nvSpPr>
        <p:spPr>
          <a:xfrm>
            <a:off x="5174280" y="1352520"/>
            <a:ext cx="3373920" cy="3025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78D2DE8C-D594-43E6-B162-F062C3E2F6E8}" type="slidenum">
              <a:t>&lt;#&gt;</a:t>
            </a:fld>
          </a:p>
        </p:txBody>
      </p:sp>
    </p:spTree>
  </p:cSld>
</p:sldLayout>
</file>

<file path=ppt/slideLayouts/slideLayout5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PlaceHolder 1"/>
          <p:cNvSpPr>
            <a:spLocks noGrp="1"/>
          </p:cNvSpPr>
          <p:nvPr>
            <p:ph type="title"/>
          </p:nvPr>
        </p:nvSpPr>
        <p:spPr>
          <a:xfrm>
            <a:off x="730080" y="1318680"/>
            <a:ext cx="3300480" cy="1686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2" name="PlaceHolder 2"/>
          <p:cNvSpPr>
            <a:spLocks noGrp="1"/>
          </p:cNvSpPr>
          <p:nvPr>
            <p:ph/>
          </p:nvPr>
        </p:nvSpPr>
        <p:spPr>
          <a:xfrm>
            <a:off x="5174280" y="1352520"/>
            <a:ext cx="3373920" cy="3025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467BFEB5-7CD1-4209-9D56-44014EE80D21}" type="slidenum">
              <a:t>&lt;#&gt;</a:t>
            </a:fld>
          </a:p>
        </p:txBody>
      </p:sp>
    </p:spTree>
  </p:cSld>
</p:sldLayout>
</file>

<file path=ppt/slideLayouts/slideLayout5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PlaceHolder 1"/>
          <p:cNvSpPr>
            <a:spLocks noGrp="1"/>
          </p:cNvSpPr>
          <p:nvPr>
            <p:ph type="title"/>
          </p:nvPr>
        </p:nvSpPr>
        <p:spPr>
          <a:xfrm>
            <a:off x="730080" y="1318680"/>
            <a:ext cx="3300480" cy="1686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4" name="PlaceHolder 2"/>
          <p:cNvSpPr>
            <a:spLocks noGrp="1"/>
          </p:cNvSpPr>
          <p:nvPr>
            <p:ph/>
          </p:nvPr>
        </p:nvSpPr>
        <p:spPr>
          <a:xfrm>
            <a:off x="5174280" y="1352520"/>
            <a:ext cx="1646280" cy="3025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5" name="PlaceHolder 3"/>
          <p:cNvSpPr>
            <a:spLocks noGrp="1"/>
          </p:cNvSpPr>
          <p:nvPr>
            <p:ph/>
          </p:nvPr>
        </p:nvSpPr>
        <p:spPr>
          <a:xfrm>
            <a:off x="6903360" y="1352520"/>
            <a:ext cx="1646280" cy="3025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37B18939-7CD3-490F-9BCF-BD609ED92BF0}" type="slidenum">
              <a:t>&lt;#&gt;</a:t>
            </a:fld>
          </a:p>
        </p:txBody>
      </p:sp>
    </p:spTree>
  </p:cSld>
</p:sldLayout>
</file>

<file path=ppt/slideLayouts/slideLayout5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PlaceHolder 1"/>
          <p:cNvSpPr>
            <a:spLocks noGrp="1"/>
          </p:cNvSpPr>
          <p:nvPr>
            <p:ph type="title"/>
          </p:nvPr>
        </p:nvSpPr>
        <p:spPr>
          <a:xfrm>
            <a:off x="730080" y="1318680"/>
            <a:ext cx="3300480" cy="1686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10374064-CCC8-4DAD-B63C-F4DE8E1BAA06}" type="slidenum">
              <a:t>&lt;#&gt;</a:t>
            </a:fld>
          </a:p>
        </p:txBody>
      </p:sp>
    </p:spTree>
  </p:cSld>
</p:sldLayout>
</file>

<file path=ppt/slideLayouts/slideLayout5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PlaceHolder 1"/>
          <p:cNvSpPr>
            <a:spLocks noGrp="1"/>
          </p:cNvSpPr>
          <p:nvPr>
            <p:ph type="subTitle"/>
          </p:nvPr>
        </p:nvSpPr>
        <p:spPr>
          <a:xfrm>
            <a:off x="730080" y="1318680"/>
            <a:ext cx="3300480" cy="7821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/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8A865D4F-1822-4894-BDC0-9A599777AA2D}" type="slidenum">
              <a:t>&lt;#&gt;</a:t>
            </a:fld>
          </a:p>
        </p:txBody>
      </p:sp>
    </p:spTree>
  </p:cSld>
</p:sldLayout>
</file>

<file path=ppt/slideLayouts/slideLayout5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PlaceHolder 1"/>
          <p:cNvSpPr>
            <a:spLocks noGrp="1"/>
          </p:cNvSpPr>
          <p:nvPr>
            <p:ph type="title"/>
          </p:nvPr>
        </p:nvSpPr>
        <p:spPr>
          <a:xfrm>
            <a:off x="730080" y="1318680"/>
            <a:ext cx="3300480" cy="1686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9" name="PlaceHolder 2"/>
          <p:cNvSpPr>
            <a:spLocks noGrp="1"/>
          </p:cNvSpPr>
          <p:nvPr>
            <p:ph/>
          </p:nvPr>
        </p:nvSpPr>
        <p:spPr>
          <a:xfrm>
            <a:off x="5174280" y="1352520"/>
            <a:ext cx="1646280" cy="1442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0" name="PlaceHolder 3"/>
          <p:cNvSpPr>
            <a:spLocks noGrp="1"/>
          </p:cNvSpPr>
          <p:nvPr>
            <p:ph/>
          </p:nvPr>
        </p:nvSpPr>
        <p:spPr>
          <a:xfrm>
            <a:off x="6903360" y="1352520"/>
            <a:ext cx="1646280" cy="3025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1" name="PlaceHolder 4"/>
          <p:cNvSpPr>
            <a:spLocks noGrp="1"/>
          </p:cNvSpPr>
          <p:nvPr>
            <p:ph/>
          </p:nvPr>
        </p:nvSpPr>
        <p:spPr>
          <a:xfrm>
            <a:off x="5174280" y="2932920"/>
            <a:ext cx="1646280" cy="1442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D38122FB-E79C-4C9A-A178-B52222FE7657}" type="slidenum">
              <a:t>&lt;#&gt;</a:t>
            </a:fld>
          </a:p>
        </p:txBody>
      </p:sp>
    </p:spTree>
  </p:cSld>
</p:sldLayout>
</file>

<file path=ppt/slideLayouts/slideLayout5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PlaceHolder 1"/>
          <p:cNvSpPr>
            <a:spLocks noGrp="1"/>
          </p:cNvSpPr>
          <p:nvPr>
            <p:ph type="title"/>
          </p:nvPr>
        </p:nvSpPr>
        <p:spPr>
          <a:xfrm>
            <a:off x="730080" y="1318680"/>
            <a:ext cx="3300480" cy="1686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3" name="PlaceHolder 2"/>
          <p:cNvSpPr>
            <a:spLocks noGrp="1"/>
          </p:cNvSpPr>
          <p:nvPr>
            <p:ph/>
          </p:nvPr>
        </p:nvSpPr>
        <p:spPr>
          <a:xfrm>
            <a:off x="5174280" y="1352520"/>
            <a:ext cx="1646280" cy="3025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4" name="PlaceHolder 3"/>
          <p:cNvSpPr>
            <a:spLocks noGrp="1"/>
          </p:cNvSpPr>
          <p:nvPr>
            <p:ph/>
          </p:nvPr>
        </p:nvSpPr>
        <p:spPr>
          <a:xfrm>
            <a:off x="6903360" y="1352520"/>
            <a:ext cx="1646280" cy="1442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5" name="PlaceHolder 4"/>
          <p:cNvSpPr>
            <a:spLocks noGrp="1"/>
          </p:cNvSpPr>
          <p:nvPr>
            <p:ph/>
          </p:nvPr>
        </p:nvSpPr>
        <p:spPr>
          <a:xfrm>
            <a:off x="6903360" y="2932920"/>
            <a:ext cx="1646280" cy="1442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B49B7667-C452-41F5-B96B-190530809B9C}" type="slidenum">
              <a:t>&lt;#&gt;</a:t>
            </a:fld>
          </a:p>
        </p:txBody>
      </p:sp>
    </p:spTree>
  </p:cSld>
</p:sldLayout>
</file>

<file path=ppt/slideLayouts/slideLayout5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PlaceHolder 1"/>
          <p:cNvSpPr>
            <a:spLocks noGrp="1"/>
          </p:cNvSpPr>
          <p:nvPr>
            <p:ph type="title"/>
          </p:nvPr>
        </p:nvSpPr>
        <p:spPr>
          <a:xfrm>
            <a:off x="730080" y="1318680"/>
            <a:ext cx="3300480" cy="1686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7" name="PlaceHolder 2"/>
          <p:cNvSpPr>
            <a:spLocks noGrp="1"/>
          </p:cNvSpPr>
          <p:nvPr>
            <p:ph/>
          </p:nvPr>
        </p:nvSpPr>
        <p:spPr>
          <a:xfrm>
            <a:off x="5174280" y="1352520"/>
            <a:ext cx="1646280" cy="1442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8" name="PlaceHolder 3"/>
          <p:cNvSpPr>
            <a:spLocks noGrp="1"/>
          </p:cNvSpPr>
          <p:nvPr>
            <p:ph/>
          </p:nvPr>
        </p:nvSpPr>
        <p:spPr>
          <a:xfrm>
            <a:off x="6903360" y="1352520"/>
            <a:ext cx="1646280" cy="1442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9" name="PlaceHolder 4"/>
          <p:cNvSpPr>
            <a:spLocks noGrp="1"/>
          </p:cNvSpPr>
          <p:nvPr>
            <p:ph/>
          </p:nvPr>
        </p:nvSpPr>
        <p:spPr>
          <a:xfrm>
            <a:off x="5174280" y="2932920"/>
            <a:ext cx="3373920" cy="1442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6C22E5CD-7A7D-4BB4-95E5-5624B5534F7F}" type="slidenum">
              <a:t>&lt;#&gt;</a:t>
            </a:fld>
          </a:p>
        </p:txBody>
      </p:sp>
    </p:spTree>
  </p:cSld>
</p:sldLayout>
</file>

<file path=ppt/slideLayouts/slideLayout5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PlaceHolder 1"/>
          <p:cNvSpPr>
            <a:spLocks noGrp="1"/>
          </p:cNvSpPr>
          <p:nvPr>
            <p:ph type="title"/>
          </p:nvPr>
        </p:nvSpPr>
        <p:spPr>
          <a:xfrm>
            <a:off x="730080" y="1318680"/>
            <a:ext cx="3300480" cy="1686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1" name="PlaceHolder 2"/>
          <p:cNvSpPr>
            <a:spLocks noGrp="1"/>
          </p:cNvSpPr>
          <p:nvPr>
            <p:ph/>
          </p:nvPr>
        </p:nvSpPr>
        <p:spPr>
          <a:xfrm>
            <a:off x="5174280" y="1352520"/>
            <a:ext cx="3373920" cy="1442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2" name="PlaceHolder 3"/>
          <p:cNvSpPr>
            <a:spLocks noGrp="1"/>
          </p:cNvSpPr>
          <p:nvPr>
            <p:ph/>
          </p:nvPr>
        </p:nvSpPr>
        <p:spPr>
          <a:xfrm>
            <a:off x="5174280" y="2932920"/>
            <a:ext cx="3373920" cy="1442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B423A126-4AED-400B-9A92-21FABD72FE69}" type="slidenum">
              <a:t>&lt;#&gt;</a:t>
            </a:fld>
          </a:p>
        </p:txBody>
      </p:sp>
    </p:spTree>
  </p:cSld>
</p:sldLayout>
</file>

<file path=ppt/slideLayouts/slideLayout5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PlaceHolder 1"/>
          <p:cNvSpPr>
            <a:spLocks noGrp="1"/>
          </p:cNvSpPr>
          <p:nvPr>
            <p:ph type="title"/>
          </p:nvPr>
        </p:nvSpPr>
        <p:spPr>
          <a:xfrm>
            <a:off x="730080" y="1318680"/>
            <a:ext cx="3300480" cy="1686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4" name="PlaceHolder 2"/>
          <p:cNvSpPr>
            <a:spLocks noGrp="1"/>
          </p:cNvSpPr>
          <p:nvPr>
            <p:ph/>
          </p:nvPr>
        </p:nvSpPr>
        <p:spPr>
          <a:xfrm>
            <a:off x="5174280" y="1352520"/>
            <a:ext cx="1646280" cy="1442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5" name="PlaceHolder 3"/>
          <p:cNvSpPr>
            <a:spLocks noGrp="1"/>
          </p:cNvSpPr>
          <p:nvPr>
            <p:ph/>
          </p:nvPr>
        </p:nvSpPr>
        <p:spPr>
          <a:xfrm>
            <a:off x="6903360" y="1352520"/>
            <a:ext cx="1646280" cy="1442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6" name="PlaceHolder 4"/>
          <p:cNvSpPr>
            <a:spLocks noGrp="1"/>
          </p:cNvSpPr>
          <p:nvPr>
            <p:ph/>
          </p:nvPr>
        </p:nvSpPr>
        <p:spPr>
          <a:xfrm>
            <a:off x="5174280" y="2932920"/>
            <a:ext cx="1646280" cy="1442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7" name="PlaceHolder 5"/>
          <p:cNvSpPr>
            <a:spLocks noGrp="1"/>
          </p:cNvSpPr>
          <p:nvPr>
            <p:ph/>
          </p:nvPr>
        </p:nvSpPr>
        <p:spPr>
          <a:xfrm>
            <a:off x="6903360" y="2932920"/>
            <a:ext cx="1646280" cy="1442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611E8CC8-E866-42E9-8944-AF213908DE7E}" type="slidenum">
              <a:t>&lt;#&gt;</a:t>
            </a:fld>
          </a:p>
        </p:txBody>
      </p:sp>
    </p:spTree>
  </p:cSld>
</p:sldLayout>
</file>

<file path=ppt/slideLayouts/slideLayout6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PlaceHolder 1"/>
          <p:cNvSpPr>
            <a:spLocks noGrp="1"/>
          </p:cNvSpPr>
          <p:nvPr>
            <p:ph type="title"/>
          </p:nvPr>
        </p:nvSpPr>
        <p:spPr>
          <a:xfrm>
            <a:off x="730080" y="1318680"/>
            <a:ext cx="3300480" cy="1686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9" name="PlaceHolder 2"/>
          <p:cNvSpPr>
            <a:spLocks noGrp="1"/>
          </p:cNvSpPr>
          <p:nvPr>
            <p:ph/>
          </p:nvPr>
        </p:nvSpPr>
        <p:spPr>
          <a:xfrm>
            <a:off x="5174280" y="1352520"/>
            <a:ext cx="1086120" cy="1442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0" name="PlaceHolder 3"/>
          <p:cNvSpPr>
            <a:spLocks noGrp="1"/>
          </p:cNvSpPr>
          <p:nvPr>
            <p:ph/>
          </p:nvPr>
        </p:nvSpPr>
        <p:spPr>
          <a:xfrm>
            <a:off x="6315120" y="1352520"/>
            <a:ext cx="1086120" cy="1442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1" name="PlaceHolder 4"/>
          <p:cNvSpPr>
            <a:spLocks noGrp="1"/>
          </p:cNvSpPr>
          <p:nvPr>
            <p:ph/>
          </p:nvPr>
        </p:nvSpPr>
        <p:spPr>
          <a:xfrm>
            <a:off x="7455960" y="1352520"/>
            <a:ext cx="1086120" cy="1442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2" name="PlaceHolder 5"/>
          <p:cNvSpPr>
            <a:spLocks noGrp="1"/>
          </p:cNvSpPr>
          <p:nvPr>
            <p:ph/>
          </p:nvPr>
        </p:nvSpPr>
        <p:spPr>
          <a:xfrm>
            <a:off x="5174280" y="2932920"/>
            <a:ext cx="1086120" cy="1442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3" name="PlaceHolder 6"/>
          <p:cNvSpPr>
            <a:spLocks noGrp="1"/>
          </p:cNvSpPr>
          <p:nvPr>
            <p:ph/>
          </p:nvPr>
        </p:nvSpPr>
        <p:spPr>
          <a:xfrm>
            <a:off x="6315120" y="2932920"/>
            <a:ext cx="1086120" cy="1442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4" name="PlaceHolder 7"/>
          <p:cNvSpPr>
            <a:spLocks noGrp="1"/>
          </p:cNvSpPr>
          <p:nvPr>
            <p:ph/>
          </p:nvPr>
        </p:nvSpPr>
        <p:spPr>
          <a:xfrm>
            <a:off x="7455960" y="2932920"/>
            <a:ext cx="1086120" cy="1442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E18FBDF7-256E-4BFA-809D-361549E21592}" type="slidenum">
              <a:t>&lt;#&gt;</a:t>
            </a:fld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2.xml"/><Relationship Id="rId12" Type="http://schemas.openxmlformats.org/officeDocument/2006/relationships/slideLayout" Target="../slideLayouts/slideLayout23.xml"/><Relationship Id="rId13" Type="http://schemas.openxmlformats.org/officeDocument/2006/relationships/slideLayout" Target="../slideLayouts/slideLayout24.xml"/>
</Relationships>
</file>

<file path=ppt/slideMasters/_rels/slideMaster3.xml.rels><?xml version="1.0" encoding="UTF-8"?>
<Relationships xmlns="http://schemas.openxmlformats.org/package/2006/relationships"><Relationship Id="rId1" Type="http://schemas.openxmlformats.org/officeDocument/2006/relationships/theme" Target="../theme/theme3.xml"/><Relationship Id="rId2" Type="http://schemas.openxmlformats.org/officeDocument/2006/relationships/slideLayout" Target="../slideLayouts/slideLayout25.xml"/><Relationship Id="rId3" Type="http://schemas.openxmlformats.org/officeDocument/2006/relationships/slideLayout" Target="../slideLayouts/slideLayout26.xml"/><Relationship Id="rId4" Type="http://schemas.openxmlformats.org/officeDocument/2006/relationships/slideLayout" Target="../slideLayouts/slideLayout27.xml"/><Relationship Id="rId5" Type="http://schemas.openxmlformats.org/officeDocument/2006/relationships/slideLayout" Target="../slideLayouts/slideLayout28.xml"/><Relationship Id="rId6" Type="http://schemas.openxmlformats.org/officeDocument/2006/relationships/slideLayout" Target="../slideLayouts/slideLayout29.xml"/><Relationship Id="rId7" Type="http://schemas.openxmlformats.org/officeDocument/2006/relationships/slideLayout" Target="../slideLayouts/slideLayout30.xml"/><Relationship Id="rId8" Type="http://schemas.openxmlformats.org/officeDocument/2006/relationships/slideLayout" Target="../slideLayouts/slideLayout31.xml"/><Relationship Id="rId9" Type="http://schemas.openxmlformats.org/officeDocument/2006/relationships/slideLayout" Target="../slideLayouts/slideLayout32.xml"/><Relationship Id="rId10" Type="http://schemas.openxmlformats.org/officeDocument/2006/relationships/slideLayout" Target="../slideLayouts/slideLayout33.xml"/><Relationship Id="rId11" Type="http://schemas.openxmlformats.org/officeDocument/2006/relationships/slideLayout" Target="../slideLayouts/slideLayout34.xml"/><Relationship Id="rId12" Type="http://schemas.openxmlformats.org/officeDocument/2006/relationships/slideLayout" Target="../slideLayouts/slideLayout35.xml"/><Relationship Id="rId13" Type="http://schemas.openxmlformats.org/officeDocument/2006/relationships/slideLayout" Target="../slideLayouts/slideLayout36.xml"/>
</Relationships>
</file>

<file path=ppt/slideMasters/_rels/slideMaster4.xml.rels><?xml version="1.0" encoding="UTF-8"?>
<Relationships xmlns="http://schemas.openxmlformats.org/package/2006/relationships"><Relationship Id="rId1" Type="http://schemas.openxmlformats.org/officeDocument/2006/relationships/theme" Target="../theme/theme4.xml"/><Relationship Id="rId2" Type="http://schemas.openxmlformats.org/officeDocument/2006/relationships/slideLayout" Target="../slideLayouts/slideLayout37.xml"/><Relationship Id="rId3" Type="http://schemas.openxmlformats.org/officeDocument/2006/relationships/slideLayout" Target="../slideLayouts/slideLayout38.xml"/><Relationship Id="rId4" Type="http://schemas.openxmlformats.org/officeDocument/2006/relationships/slideLayout" Target="../slideLayouts/slideLayout39.xml"/><Relationship Id="rId5" Type="http://schemas.openxmlformats.org/officeDocument/2006/relationships/slideLayout" Target="../slideLayouts/slideLayout40.xml"/><Relationship Id="rId6" Type="http://schemas.openxmlformats.org/officeDocument/2006/relationships/slideLayout" Target="../slideLayouts/slideLayout41.xml"/><Relationship Id="rId7" Type="http://schemas.openxmlformats.org/officeDocument/2006/relationships/slideLayout" Target="../slideLayouts/slideLayout42.xml"/><Relationship Id="rId8" Type="http://schemas.openxmlformats.org/officeDocument/2006/relationships/slideLayout" Target="../slideLayouts/slideLayout43.xml"/><Relationship Id="rId9" Type="http://schemas.openxmlformats.org/officeDocument/2006/relationships/slideLayout" Target="../slideLayouts/slideLayout44.xml"/><Relationship Id="rId10" Type="http://schemas.openxmlformats.org/officeDocument/2006/relationships/slideLayout" Target="../slideLayouts/slideLayout45.xml"/><Relationship Id="rId11" Type="http://schemas.openxmlformats.org/officeDocument/2006/relationships/slideLayout" Target="../slideLayouts/slideLayout46.xml"/><Relationship Id="rId12" Type="http://schemas.openxmlformats.org/officeDocument/2006/relationships/slideLayout" Target="../slideLayouts/slideLayout47.xml"/><Relationship Id="rId13" Type="http://schemas.openxmlformats.org/officeDocument/2006/relationships/slideLayout" Target="../slideLayouts/slideLayout48.xml"/>
</Relationships>
</file>

<file path=ppt/slideMasters/_rels/slideMaster5.xml.rels><?xml version="1.0" encoding="UTF-8"?>
<Relationships xmlns="http://schemas.openxmlformats.org/package/2006/relationships"><Relationship Id="rId1" Type="http://schemas.openxmlformats.org/officeDocument/2006/relationships/theme" Target="../theme/theme5.xml"/><Relationship Id="rId2" Type="http://schemas.openxmlformats.org/officeDocument/2006/relationships/slideLayout" Target="../slideLayouts/slideLayout49.xml"/><Relationship Id="rId3" Type="http://schemas.openxmlformats.org/officeDocument/2006/relationships/slideLayout" Target="../slideLayouts/slideLayout50.xml"/><Relationship Id="rId4" Type="http://schemas.openxmlformats.org/officeDocument/2006/relationships/slideLayout" Target="../slideLayouts/slideLayout51.xml"/><Relationship Id="rId5" Type="http://schemas.openxmlformats.org/officeDocument/2006/relationships/slideLayout" Target="../slideLayouts/slideLayout52.xml"/><Relationship Id="rId6" Type="http://schemas.openxmlformats.org/officeDocument/2006/relationships/slideLayout" Target="../slideLayouts/slideLayout53.xml"/><Relationship Id="rId7" Type="http://schemas.openxmlformats.org/officeDocument/2006/relationships/slideLayout" Target="../slideLayouts/slideLayout54.xml"/><Relationship Id="rId8" Type="http://schemas.openxmlformats.org/officeDocument/2006/relationships/slideLayout" Target="../slideLayouts/slideLayout55.xml"/><Relationship Id="rId9" Type="http://schemas.openxmlformats.org/officeDocument/2006/relationships/slideLayout" Target="../slideLayouts/slideLayout56.xml"/><Relationship Id="rId10" Type="http://schemas.openxmlformats.org/officeDocument/2006/relationships/slideLayout" Target="../slideLayouts/slideLayout57.xml"/><Relationship Id="rId11" Type="http://schemas.openxmlformats.org/officeDocument/2006/relationships/slideLayout" Target="../slideLayouts/slideLayout58.xml"/><Relationship Id="rId12" Type="http://schemas.openxmlformats.org/officeDocument/2006/relationships/slideLayout" Target="../slideLayouts/slideLayout59.xml"/><Relationship Id="rId13" Type="http://schemas.openxmlformats.org/officeDocument/2006/relationships/slideLayout" Target="../slideLayouts/slideLayout60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Google Shape;10;p2"/>
          <p:cNvSpPr/>
          <p:nvPr/>
        </p:nvSpPr>
        <p:spPr>
          <a:xfrm>
            <a:off x="0" y="0"/>
            <a:ext cx="9143640" cy="487440"/>
          </a:xfrm>
          <a:prstGeom prst="rect">
            <a:avLst/>
          </a:prstGeom>
          <a:solidFill>
            <a:schemeClr val="lt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grpSp>
        <p:nvGrpSpPr>
          <p:cNvPr id="1" name="Google Shape;11;p2"/>
          <p:cNvGrpSpPr/>
          <p:nvPr/>
        </p:nvGrpSpPr>
        <p:grpSpPr>
          <a:xfrm>
            <a:off x="530280" y="1205640"/>
            <a:ext cx="1342800" cy="17280"/>
            <a:chOff x="530280" y="1205640"/>
            <a:chExt cx="1342800" cy="17280"/>
          </a:xfrm>
        </p:grpSpPr>
        <p:sp>
          <p:nvSpPr>
            <p:cNvPr id="2" name="Google Shape;12;p2"/>
            <p:cNvSpPr/>
            <p:nvPr/>
          </p:nvSpPr>
          <p:spPr>
            <a:xfrm rot="16200000">
              <a:off x="1380600" y="730440"/>
              <a:ext cx="17280" cy="967320"/>
            </a:xfrm>
            <a:prstGeom prst="rect">
              <a:avLst/>
            </a:prstGeom>
            <a:solidFill>
              <a:schemeClr val="accent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3" name="Google Shape;13;p2"/>
            <p:cNvSpPr/>
            <p:nvPr/>
          </p:nvSpPr>
          <p:spPr>
            <a:xfrm rot="16200000">
              <a:off x="1009440" y="726480"/>
              <a:ext cx="17280" cy="975600"/>
            </a:xfrm>
            <a:prstGeom prst="rect">
              <a:avLst/>
            </a:prstGeom>
            <a:solidFill>
              <a:schemeClr val="dk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sp>
        <p:nvSpPr>
          <p:cNvPr id="4" name="PlaceHolder 1"/>
          <p:cNvSpPr>
            <a:spLocks noGrp="1"/>
          </p:cNvSpPr>
          <p:nvPr>
            <p:ph type="title"/>
          </p:nvPr>
        </p:nvSpPr>
        <p:spPr>
          <a:xfrm>
            <a:off x="729360" y="1322280"/>
            <a:ext cx="7687800" cy="166428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t">
            <a:normAutofit/>
          </a:bodyPr>
          <a:p>
            <a:pPr indent="0">
              <a:buNone/>
            </a:pPr>
            <a:r>
              <a:rPr b="0" lang="en-US" sz="42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4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PlaceHolder 2"/>
          <p:cNvSpPr>
            <a:spLocks noGrp="1"/>
          </p:cNvSpPr>
          <p:nvPr>
            <p:ph type="sldNum" idx="1"/>
          </p:nvPr>
        </p:nvSpPr>
        <p:spPr>
          <a:xfrm>
            <a:off x="8536320" y="4749840"/>
            <a:ext cx="548280" cy="39312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ctr">
            <a:norm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l" sz="1000" spc="-1" strike="noStrike">
                <a:solidFill>
                  <a:schemeClr val="accent1"/>
                </a:solidFill>
                <a:latin typeface="Lato"/>
                <a:ea typeface="Lato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B94606CB-D7C7-4562-BE14-AFEB0515156D}" type="slidenum">
              <a:rPr b="0" lang="el" sz="1000" spc="-1" strike="noStrike">
                <a:solidFill>
                  <a:schemeClr val="accent1"/>
                </a:solidFill>
                <a:latin typeface="Lato"/>
                <a:ea typeface="Lato"/>
              </a:rPr>
              <a:t>&lt;number&gt;</a:t>
            </a:fld>
            <a:endParaRPr b="0" lang="en-US" sz="10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" name="Google Shape;17;p2"/>
          <p:cNvSpPr/>
          <p:nvPr/>
        </p:nvSpPr>
        <p:spPr>
          <a:xfrm>
            <a:off x="6590880" y="3867120"/>
            <a:ext cx="1945080" cy="738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t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" name="PlaceHolder 3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dk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4" name="Google Shape;20;p3"/>
          <p:cNvGrpSpPr/>
          <p:nvPr/>
        </p:nvGrpSpPr>
        <p:grpSpPr>
          <a:xfrm>
            <a:off x="530280" y="1205640"/>
            <a:ext cx="1342800" cy="17280"/>
            <a:chOff x="530280" y="1205640"/>
            <a:chExt cx="1342800" cy="17280"/>
          </a:xfrm>
        </p:grpSpPr>
        <p:sp>
          <p:nvSpPr>
            <p:cNvPr id="45" name="Google Shape;21;p3"/>
            <p:cNvSpPr/>
            <p:nvPr/>
          </p:nvSpPr>
          <p:spPr>
            <a:xfrm rot="16200000">
              <a:off x="1380600" y="730440"/>
              <a:ext cx="17280" cy="967320"/>
            </a:xfrm>
            <a:prstGeom prst="rect">
              <a:avLst/>
            </a:prstGeom>
            <a:solidFill>
              <a:schemeClr val="l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46" name="Google Shape;22;p3"/>
            <p:cNvSpPr/>
            <p:nvPr/>
          </p:nvSpPr>
          <p:spPr>
            <a:xfrm rot="16200000">
              <a:off x="1009440" y="726480"/>
              <a:ext cx="17280" cy="975600"/>
            </a:xfrm>
            <a:prstGeom prst="rect">
              <a:avLst/>
            </a:prstGeom>
            <a:solidFill>
              <a:schemeClr val="l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sp>
        <p:nvSpPr>
          <p:cNvPr id="47" name="PlaceHolder 1"/>
          <p:cNvSpPr>
            <a:spLocks noGrp="1"/>
          </p:cNvSpPr>
          <p:nvPr>
            <p:ph type="title"/>
          </p:nvPr>
        </p:nvSpPr>
        <p:spPr>
          <a:xfrm>
            <a:off x="729360" y="1322280"/>
            <a:ext cx="7688160" cy="151812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t">
            <a:normAutofit/>
          </a:bodyPr>
          <a:p>
            <a:pPr indent="0">
              <a:buNone/>
            </a:pPr>
            <a:r>
              <a:rPr b="0" lang="en-US" sz="36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3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8" name="PlaceHolder 2"/>
          <p:cNvSpPr>
            <a:spLocks noGrp="1"/>
          </p:cNvSpPr>
          <p:nvPr>
            <p:ph type="sldNum" idx="2"/>
          </p:nvPr>
        </p:nvSpPr>
        <p:spPr>
          <a:xfrm>
            <a:off x="8536320" y="4749840"/>
            <a:ext cx="548280" cy="39312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ctr">
            <a:norm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l" sz="1000" spc="-1" strike="noStrike">
                <a:solidFill>
                  <a:schemeClr val="lt1"/>
                </a:solidFill>
                <a:latin typeface="Lato"/>
                <a:ea typeface="Lato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C52ED9B8-8657-4841-AA3A-BE6D83C85871}" type="slidenum">
              <a:rPr b="0" lang="el" sz="1000" spc="-1" strike="noStrike">
                <a:solidFill>
                  <a:schemeClr val="lt1"/>
                </a:solidFill>
                <a:latin typeface="Lato"/>
                <a:ea typeface="Lato"/>
              </a:rPr>
              <a:t>&lt;number&gt;</a:t>
            </a:fld>
            <a:endParaRPr b="0" lang="en-US" sz="10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9" name="PlaceHolder 3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</p:sldMaster>
</file>

<file path=ppt/slideMasters/slideMaster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26;p4"/>
          <p:cNvSpPr/>
          <p:nvPr/>
        </p:nvSpPr>
        <p:spPr>
          <a:xfrm>
            <a:off x="0" y="0"/>
            <a:ext cx="9143640" cy="487440"/>
          </a:xfrm>
          <a:prstGeom prst="rect">
            <a:avLst/>
          </a:prstGeom>
          <a:solidFill>
            <a:schemeClr val="lt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grpSp>
        <p:nvGrpSpPr>
          <p:cNvPr id="87" name="Google Shape;27;p4"/>
          <p:cNvGrpSpPr/>
          <p:nvPr/>
        </p:nvGrpSpPr>
        <p:grpSpPr>
          <a:xfrm>
            <a:off x="530280" y="1205640"/>
            <a:ext cx="1342800" cy="17280"/>
            <a:chOff x="530280" y="1205640"/>
            <a:chExt cx="1342800" cy="17280"/>
          </a:xfrm>
        </p:grpSpPr>
        <p:sp>
          <p:nvSpPr>
            <p:cNvPr id="88" name="Google Shape;28;p4"/>
            <p:cNvSpPr/>
            <p:nvPr/>
          </p:nvSpPr>
          <p:spPr>
            <a:xfrm rot="16200000">
              <a:off x="1380600" y="730440"/>
              <a:ext cx="17280" cy="967320"/>
            </a:xfrm>
            <a:prstGeom prst="rect">
              <a:avLst/>
            </a:prstGeom>
            <a:solidFill>
              <a:schemeClr val="accent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89" name="Google Shape;29;p4"/>
            <p:cNvSpPr/>
            <p:nvPr/>
          </p:nvSpPr>
          <p:spPr>
            <a:xfrm rot="16200000">
              <a:off x="1009440" y="726480"/>
              <a:ext cx="17280" cy="975600"/>
            </a:xfrm>
            <a:prstGeom prst="rect">
              <a:avLst/>
            </a:prstGeom>
            <a:solidFill>
              <a:schemeClr val="dk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sp>
        <p:nvSpPr>
          <p:cNvPr id="90" name="PlaceHolder 1"/>
          <p:cNvSpPr>
            <a:spLocks noGrp="1"/>
          </p:cNvSpPr>
          <p:nvPr>
            <p:ph type="title"/>
          </p:nvPr>
        </p:nvSpPr>
        <p:spPr>
          <a:xfrm>
            <a:off x="729360" y="572040"/>
            <a:ext cx="7688520" cy="53496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t">
            <a:normAutofit fontScale="88000"/>
          </a:bodyPr>
          <a:p>
            <a:pPr indent="0">
              <a:buNone/>
            </a:pPr>
            <a:r>
              <a:rPr b="0" lang="en-US" sz="26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2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1" name="PlaceHolder 2"/>
          <p:cNvSpPr>
            <a:spLocks noGrp="1"/>
          </p:cNvSpPr>
          <p:nvPr>
            <p:ph type="body"/>
          </p:nvPr>
        </p:nvSpPr>
        <p:spPr>
          <a:xfrm>
            <a:off x="729360" y="1378080"/>
            <a:ext cx="7688520" cy="296172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6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6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6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6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6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6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6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2" name="PlaceHolder 3"/>
          <p:cNvSpPr>
            <a:spLocks noGrp="1"/>
          </p:cNvSpPr>
          <p:nvPr>
            <p:ph type="sldNum" idx="3"/>
          </p:nvPr>
        </p:nvSpPr>
        <p:spPr>
          <a:xfrm>
            <a:off x="8536320" y="4749840"/>
            <a:ext cx="548280" cy="39312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ctr">
            <a:norm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l" sz="1000" spc="-1" strike="noStrike">
                <a:solidFill>
                  <a:schemeClr val="accent1"/>
                </a:solidFill>
                <a:latin typeface="Lato"/>
                <a:ea typeface="Lato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2F59E95B-231C-4C08-A900-1F34FA881895}" type="slidenum">
              <a:rPr b="0" lang="el" sz="1000" spc="-1" strike="noStrike">
                <a:solidFill>
                  <a:schemeClr val="accent1"/>
                </a:solidFill>
                <a:latin typeface="Lato"/>
                <a:ea typeface="Lato"/>
              </a:rPr>
              <a:t>&lt;number&gt;</a:t>
            </a:fld>
            <a:endParaRPr b="0" lang="en-US" sz="10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75" r:id="rId2"/>
    <p:sldLayoutId id="2147483676" r:id="rId3"/>
    <p:sldLayoutId id="2147483677" r:id="rId4"/>
    <p:sldLayoutId id="2147483678" r:id="rId5"/>
    <p:sldLayoutId id="2147483679" r:id="rId6"/>
    <p:sldLayoutId id="2147483680" r:id="rId7"/>
    <p:sldLayoutId id="2147483681" r:id="rId8"/>
    <p:sldLayoutId id="2147483682" r:id="rId9"/>
    <p:sldLayoutId id="2147483683" r:id="rId10"/>
    <p:sldLayoutId id="2147483684" r:id="rId11"/>
    <p:sldLayoutId id="2147483685" r:id="rId12"/>
    <p:sldLayoutId id="2147483686" r:id="rId13"/>
  </p:sldLayoutIdLst>
</p:sldMaster>
</file>

<file path=ppt/slideMasters/slideMaster4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34;p5"/>
          <p:cNvSpPr/>
          <p:nvPr/>
        </p:nvSpPr>
        <p:spPr>
          <a:xfrm>
            <a:off x="0" y="0"/>
            <a:ext cx="9143640" cy="487440"/>
          </a:xfrm>
          <a:prstGeom prst="rect">
            <a:avLst/>
          </a:prstGeom>
          <a:solidFill>
            <a:schemeClr val="accent3"/>
          </a:solidFill>
          <a:ln w="9525">
            <a:solidFill>
              <a:srgbClr val="eb56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l" sz="1400" spc="-1" strike="noStrike">
                <a:solidFill>
                  <a:schemeClr val="lt1"/>
                </a:solidFill>
                <a:latin typeface="Arial"/>
                <a:ea typeface="Arial"/>
              </a:rPr>
              <a:t>Not relevant for the assessment of the module!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grpSp>
        <p:nvGrpSpPr>
          <p:cNvPr id="130" name="Google Shape;35;p5"/>
          <p:cNvGrpSpPr/>
          <p:nvPr/>
        </p:nvGrpSpPr>
        <p:grpSpPr>
          <a:xfrm>
            <a:off x="530280" y="1205640"/>
            <a:ext cx="1342800" cy="17280"/>
            <a:chOff x="530280" y="1205640"/>
            <a:chExt cx="1342800" cy="17280"/>
          </a:xfrm>
        </p:grpSpPr>
        <p:sp>
          <p:nvSpPr>
            <p:cNvPr id="131" name="Google Shape;36;p5"/>
            <p:cNvSpPr/>
            <p:nvPr/>
          </p:nvSpPr>
          <p:spPr>
            <a:xfrm rot="16200000">
              <a:off x="1380600" y="730440"/>
              <a:ext cx="17280" cy="967320"/>
            </a:xfrm>
            <a:prstGeom prst="rect">
              <a:avLst/>
            </a:prstGeom>
            <a:solidFill>
              <a:schemeClr val="accent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32" name="Google Shape;37;p5"/>
            <p:cNvSpPr/>
            <p:nvPr/>
          </p:nvSpPr>
          <p:spPr>
            <a:xfrm rot="16200000">
              <a:off x="1009440" y="726480"/>
              <a:ext cx="17280" cy="975600"/>
            </a:xfrm>
            <a:prstGeom prst="rect">
              <a:avLst/>
            </a:prstGeom>
            <a:solidFill>
              <a:schemeClr val="dk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sp>
        <p:nvSpPr>
          <p:cNvPr id="133" name="PlaceHolder 1"/>
          <p:cNvSpPr>
            <a:spLocks noGrp="1"/>
          </p:cNvSpPr>
          <p:nvPr>
            <p:ph type="title"/>
          </p:nvPr>
        </p:nvSpPr>
        <p:spPr>
          <a:xfrm>
            <a:off x="729360" y="572040"/>
            <a:ext cx="7688520" cy="53496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t">
            <a:normAutofit fontScale="88000"/>
          </a:bodyPr>
          <a:p>
            <a:pPr indent="0">
              <a:buNone/>
            </a:pPr>
            <a:r>
              <a:rPr b="0" lang="en-US" sz="26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2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4" name="PlaceHolder 2"/>
          <p:cNvSpPr>
            <a:spLocks noGrp="1"/>
          </p:cNvSpPr>
          <p:nvPr>
            <p:ph type="body"/>
          </p:nvPr>
        </p:nvSpPr>
        <p:spPr>
          <a:xfrm>
            <a:off x="729360" y="1378080"/>
            <a:ext cx="7688520" cy="296172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6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6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6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6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6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6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6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5" name="PlaceHolder 3"/>
          <p:cNvSpPr>
            <a:spLocks noGrp="1"/>
          </p:cNvSpPr>
          <p:nvPr>
            <p:ph type="sldNum" idx="4"/>
          </p:nvPr>
        </p:nvSpPr>
        <p:spPr>
          <a:xfrm>
            <a:off x="8536320" y="4749840"/>
            <a:ext cx="548280" cy="39312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ctr">
            <a:norm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l" sz="1000" spc="-1" strike="noStrike">
                <a:solidFill>
                  <a:schemeClr val="accent1"/>
                </a:solidFill>
                <a:latin typeface="Lato"/>
                <a:ea typeface="Lato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0F8D4EB3-66B2-43BB-ADB0-1EFB4F666A28}" type="slidenum">
              <a:rPr b="0" lang="el" sz="1000" spc="-1" strike="noStrike">
                <a:solidFill>
                  <a:schemeClr val="accent1"/>
                </a:solidFill>
                <a:latin typeface="Lato"/>
                <a:ea typeface="Lato"/>
              </a:rPr>
              <a:t>&lt;number&gt;</a:t>
            </a:fld>
            <a:endParaRPr b="0" lang="en-US" sz="10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88" r:id="rId2"/>
    <p:sldLayoutId id="2147483689" r:id="rId3"/>
    <p:sldLayoutId id="2147483690" r:id="rId4"/>
    <p:sldLayoutId id="2147483691" r:id="rId5"/>
    <p:sldLayoutId id="2147483692" r:id="rId6"/>
    <p:sldLayoutId id="2147483693" r:id="rId7"/>
    <p:sldLayoutId id="2147483694" r:id="rId8"/>
    <p:sldLayoutId id="2147483695" r:id="rId9"/>
    <p:sldLayoutId id="2147483696" r:id="rId10"/>
    <p:sldLayoutId id="2147483697" r:id="rId11"/>
    <p:sldLayoutId id="2147483698" r:id="rId12"/>
    <p:sldLayoutId id="2147483699" r:id="rId13"/>
  </p:sldLayoutIdLst>
</p:sldMaster>
</file>

<file path=ppt/slideMasters/slideMaster5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88;p12"/>
          <p:cNvSpPr/>
          <p:nvPr/>
        </p:nvSpPr>
        <p:spPr>
          <a:xfrm>
            <a:off x="0" y="0"/>
            <a:ext cx="4571640" cy="5143320"/>
          </a:xfrm>
          <a:prstGeom prst="rect">
            <a:avLst/>
          </a:prstGeom>
          <a:solidFill>
            <a:schemeClr val="lt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grpSp>
        <p:nvGrpSpPr>
          <p:cNvPr id="173" name="Google Shape;89;p12"/>
          <p:cNvGrpSpPr/>
          <p:nvPr/>
        </p:nvGrpSpPr>
        <p:grpSpPr>
          <a:xfrm>
            <a:off x="530280" y="1205640"/>
            <a:ext cx="1342800" cy="17280"/>
            <a:chOff x="530280" y="1205640"/>
            <a:chExt cx="1342800" cy="17280"/>
          </a:xfrm>
        </p:grpSpPr>
        <p:sp>
          <p:nvSpPr>
            <p:cNvPr id="174" name="Google Shape;90;p12"/>
            <p:cNvSpPr/>
            <p:nvPr/>
          </p:nvSpPr>
          <p:spPr>
            <a:xfrm rot="16200000">
              <a:off x="1380600" y="730440"/>
              <a:ext cx="17280" cy="967320"/>
            </a:xfrm>
            <a:prstGeom prst="rect">
              <a:avLst/>
            </a:prstGeom>
            <a:solidFill>
              <a:schemeClr val="accent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75" name="Google Shape;91;p12"/>
            <p:cNvSpPr/>
            <p:nvPr/>
          </p:nvSpPr>
          <p:spPr>
            <a:xfrm rot="16200000">
              <a:off x="1009440" y="726480"/>
              <a:ext cx="17280" cy="975600"/>
            </a:xfrm>
            <a:prstGeom prst="rect">
              <a:avLst/>
            </a:prstGeom>
            <a:solidFill>
              <a:schemeClr val="dk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sp>
        <p:nvSpPr>
          <p:cNvPr id="176" name="PlaceHolder 1"/>
          <p:cNvSpPr>
            <a:spLocks noGrp="1"/>
          </p:cNvSpPr>
          <p:nvPr>
            <p:ph type="title"/>
          </p:nvPr>
        </p:nvSpPr>
        <p:spPr>
          <a:xfrm>
            <a:off x="730080" y="1318680"/>
            <a:ext cx="3300480" cy="168696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t">
            <a:normAutofit/>
          </a:bodyPr>
          <a:p>
            <a:pPr indent="0">
              <a:buNone/>
            </a:pPr>
            <a:r>
              <a:rPr b="0" lang="en-US" sz="26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2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7" name="PlaceHolder 2"/>
          <p:cNvSpPr>
            <a:spLocks noGrp="1"/>
          </p:cNvSpPr>
          <p:nvPr>
            <p:ph type="body"/>
          </p:nvPr>
        </p:nvSpPr>
        <p:spPr>
          <a:xfrm>
            <a:off x="5174280" y="1352520"/>
            <a:ext cx="3373920" cy="302508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t">
            <a:normAutofit fontScale="74000"/>
          </a:bodyPr>
          <a:p>
            <a:pPr marL="319680" indent="-23976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3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  <a:p>
            <a:pPr lvl="1" marL="639360" indent="-23976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3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  <a:p>
            <a:pPr lvl="2" marL="959040" indent="-21312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3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  <a:p>
            <a:pPr lvl="3" marL="1278720" indent="-15984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3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  <a:p>
            <a:pPr lvl="4" marL="1598400" indent="-15984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3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  <a:p>
            <a:pPr lvl="5" marL="1918080" indent="-15984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3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  <a:p>
            <a:pPr lvl="6" marL="2237760" indent="-15984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3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8" name="PlaceHolder 3"/>
          <p:cNvSpPr>
            <a:spLocks noGrp="1"/>
          </p:cNvSpPr>
          <p:nvPr>
            <p:ph type="sldNum" idx="5"/>
          </p:nvPr>
        </p:nvSpPr>
        <p:spPr>
          <a:xfrm>
            <a:off x="8536320" y="4749840"/>
            <a:ext cx="548280" cy="39312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ctr">
            <a:norm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l" sz="1000" spc="-1" strike="noStrike">
                <a:solidFill>
                  <a:schemeClr val="accent1"/>
                </a:solidFill>
                <a:latin typeface="Lato"/>
                <a:ea typeface="Lato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237D56C2-7B80-40BF-94C0-6D2CBD4DCEF6}" type="slidenum">
              <a:rPr b="0" lang="el" sz="1000" spc="-1" strike="noStrike">
                <a:solidFill>
                  <a:schemeClr val="accent1"/>
                </a:solidFill>
                <a:latin typeface="Lato"/>
                <a:ea typeface="Lato"/>
              </a:rPr>
              <a:t>&lt;number&gt;</a:t>
            </a:fld>
            <a:endParaRPr b="0" lang="en-US" sz="10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701" r:id="rId2"/>
    <p:sldLayoutId id="2147483702" r:id="rId3"/>
    <p:sldLayoutId id="2147483703" r:id="rId4"/>
    <p:sldLayoutId id="2147483704" r:id="rId5"/>
    <p:sldLayoutId id="2147483705" r:id="rId6"/>
    <p:sldLayoutId id="2147483706" r:id="rId7"/>
    <p:sldLayoutId id="2147483707" r:id="rId8"/>
    <p:sldLayoutId id="2147483708" r:id="rId9"/>
    <p:sldLayoutId id="2147483709" r:id="rId10"/>
    <p:sldLayoutId id="2147483710" r:id="rId11"/>
    <p:sldLayoutId id="2147483711" r:id="rId12"/>
    <p:sldLayoutId id="2147483712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7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7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7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7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7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7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7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7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7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7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7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7.xml"/>
</Relationships>
</file>

<file path=ppt/slides/_rels/slide16.xml.rels><?xml version="1.0" encoding="UTF-8"?>
<Relationships xmlns="http://schemas.openxmlformats.org/package/2006/relationships"><Relationship Id="rId1" Type="http://schemas.openxmlformats.org/officeDocument/2006/relationships/hyperlink" Target="http://www.righto.com/2012/11/obama-on-sorting-1m-integers-bubble.html" TargetMode="External"/><Relationship Id="rId2" Type="http://schemas.openxmlformats.org/officeDocument/2006/relationships/slideLayout" Target="../slideLayouts/slideLayout27.xml"/>
</Relationships>
</file>

<file path=ppt/slides/_rels/slide1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7.xml"/>
</Relationships>
</file>

<file path=ppt/slides/_rels/slide1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7.xml"/>
</Relationships>
</file>

<file path=ppt/slides/_rels/slide1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7.xml"/>
</Relationships>
</file>

<file path=ppt/slides/_rels/slide2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7.xml"/>
</Relationships>
</file>

<file path=ppt/slides/_rels/slide21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27.xml"/>
</Relationships>
</file>

<file path=ppt/slides/_rels/slide2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7.xml"/>
</Relationships>
</file>

<file path=ppt/slides/_rels/slide2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7.xml"/>
</Relationships>
</file>

<file path=ppt/slides/_rels/slide2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7.xml"/>
</Relationships>
</file>

<file path=ppt/slides/_rels/slide2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7.xml"/>
</Relationships>
</file>

<file path=ppt/slides/_rels/slide2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7.xml"/>
</Relationships>
</file>

<file path=ppt/slides/_rels/slide2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7.xml"/>
</Relationships>
</file>

<file path=ppt/slides/_rels/slide2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7.xml"/>
</Relationships>
</file>

<file path=ppt/slides/_rels/slide2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7.xml"/>
</Relationships>
</file>

<file path=ppt/slides/_rels/slide3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7.xml"/>
</Relationships>
</file>

<file path=ppt/slides/_rels/slide3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7.xml"/>
</Relationships>
</file>

<file path=ppt/slides/_rels/slide3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33.xml.rels><?xml version="1.0" encoding="UTF-8"?>
<Relationships xmlns="http://schemas.openxmlformats.org/package/2006/relationships"><Relationship Id="rId1" Type="http://schemas.openxmlformats.org/officeDocument/2006/relationships/hyperlink" Target="https://en.wikipedia.org/wiki/Fibonacci_sequence" TargetMode="External"/><Relationship Id="rId2" Type="http://schemas.openxmlformats.org/officeDocument/2006/relationships/slideLayout" Target="../slideLayouts/slideLayout27.xml"/>
</Relationships>
</file>

<file path=ppt/slides/_rels/slide3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7.xml"/>
</Relationships>
</file>

<file path=ppt/slides/_rels/slide3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7.xml"/>
</Relationships>
</file>

<file path=ppt/slides/_rels/slide3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7.xml"/>
</Relationships>
</file>

<file path=ppt/slides/_rels/slide3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7.xml"/>
</Relationships>
</file>

<file path=ppt/slides/_rels/slide3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7.xml"/>
</Relationships>
</file>

<file path=ppt/slides/_rels/slide3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7.xml"/>
</Relationships>
</file>

<file path=ppt/slides/_rels/slide4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7.xml"/>
</Relationships>
</file>

<file path=ppt/slides/_rels/slide4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4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7.xml"/>
</Relationships>
</file>

<file path=ppt/slides/_rels/slide4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7.xml"/>
</Relationships>
</file>

<file path=ppt/slides/_rels/slide4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7.xml"/>
</Relationships>
</file>

<file path=ppt/slides/_rels/slide4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7.xml"/>
</Relationships>
</file>

<file path=ppt/slides/_rels/slide4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7.xml"/>
</Relationships>
</file>

<file path=ppt/slides/_rels/slide4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7.xml"/>
</Relationships>
</file>

<file path=ppt/slides/_rels/slide4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7.xml"/>
</Relationships>
</file>

<file path=ppt/slides/_rels/slide4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7.xml"/>
</Relationships>
</file>

<file path=ppt/slides/_rels/slide50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27.xml"/>
</Relationships>
</file>

<file path=ppt/slides/_rels/slide5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7.xml"/>
</Relationships>
</file>

<file path=ppt/slides/_rels/slide52.xml.rels><?xml version="1.0" encoding="UTF-8"?>
<Relationships xmlns="http://schemas.openxmlformats.org/package/2006/relationships"><Relationship Id="rId1" Type="http://schemas.openxmlformats.org/officeDocument/2006/relationships/hyperlink" Target="https://forms.gle/zezKMVzhaT4xyJgk8" TargetMode="External"/><Relationship Id="rId2" Type="http://schemas.openxmlformats.org/officeDocument/2006/relationships/hyperlink" Target="https://forms.gle/zezKMVzhaT4xyJgk8" TargetMode="External"/><Relationship Id="rId3" Type="http://schemas.openxmlformats.org/officeDocument/2006/relationships/image" Target="../media/image3.png"/><Relationship Id="rId4" Type="http://schemas.openxmlformats.org/officeDocument/2006/relationships/slideLayout" Target="../slideLayouts/slideLayout49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PlaceHolder 1"/>
          <p:cNvSpPr>
            <a:spLocks noGrp="1"/>
          </p:cNvSpPr>
          <p:nvPr>
            <p:ph type="title"/>
          </p:nvPr>
        </p:nvSpPr>
        <p:spPr>
          <a:xfrm>
            <a:off x="729360" y="1322280"/>
            <a:ext cx="7687800" cy="166428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t">
            <a:norm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l" sz="4200" spc="-1" strike="noStrike">
                <a:solidFill>
                  <a:schemeClr val="dk2"/>
                </a:solidFill>
                <a:latin typeface="Lato"/>
                <a:ea typeface="Lato"/>
              </a:rPr>
              <a:t>Computer Systems, Data Structures &amp; Data Management</a:t>
            </a:r>
            <a:endParaRPr b="0" lang="en-US" sz="4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6" name="PlaceHolder 2"/>
          <p:cNvSpPr>
            <a:spLocks noGrp="1"/>
          </p:cNvSpPr>
          <p:nvPr>
            <p:ph type="subTitle"/>
          </p:nvPr>
        </p:nvSpPr>
        <p:spPr>
          <a:xfrm>
            <a:off x="729720" y="3173040"/>
            <a:ext cx="7687800" cy="82800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t">
            <a:norm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l" sz="1600" spc="-1" strike="noStrike">
                <a:solidFill>
                  <a:schemeClr val="accent1"/>
                </a:solidFill>
                <a:latin typeface="Lato"/>
                <a:ea typeface="Lato"/>
              </a:rPr>
              <a:t>Markos Vassilis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l" sz="1600" spc="-1" strike="noStrike">
                <a:solidFill>
                  <a:schemeClr val="accent1"/>
                </a:solidFill>
                <a:latin typeface="Lato"/>
                <a:ea typeface="Lato"/>
              </a:rPr>
              <a:t>Mediterranean College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7" name="Google Shape;114;p16"/>
          <p:cNvSpPr/>
          <p:nvPr/>
        </p:nvSpPr>
        <p:spPr>
          <a:xfrm>
            <a:off x="6029640" y="4001400"/>
            <a:ext cx="2387520" cy="615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t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8" name="PlaceHolder 3"/>
          <p:cNvSpPr>
            <a:spLocks noGrp="1"/>
          </p:cNvSpPr>
          <p:nvPr>
            <p:ph type="subTitle"/>
          </p:nvPr>
        </p:nvSpPr>
        <p:spPr>
          <a:xfrm>
            <a:off x="6057000" y="3821760"/>
            <a:ext cx="2360520" cy="112140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t">
            <a:normAutofit/>
          </a:bodyPr>
          <a:p>
            <a:pPr algn="r">
              <a:lnSpc>
                <a:spcPct val="115000"/>
              </a:lnSpc>
              <a:spcAft>
                <a:spcPts val="1199"/>
              </a:spcAft>
              <a:tabLst>
                <a:tab algn="l" pos="0"/>
              </a:tabLst>
            </a:pPr>
            <a:r>
              <a:rPr b="0" lang="el" sz="1300" spc="-1" strike="noStrike">
                <a:solidFill>
                  <a:schemeClr val="accent1"/>
                </a:solidFill>
                <a:latin typeface="Lato"/>
                <a:ea typeface="Lato"/>
              </a:rPr>
              <a:t>Week 07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PlaceHolder 1"/>
          <p:cNvSpPr>
            <a:spLocks noGrp="1"/>
          </p:cNvSpPr>
          <p:nvPr>
            <p:ph type="title"/>
          </p:nvPr>
        </p:nvSpPr>
        <p:spPr>
          <a:xfrm>
            <a:off x="729360" y="1322280"/>
            <a:ext cx="7688160" cy="151812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t">
            <a:norm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l" sz="3600" spc="-1" strike="noStrike">
                <a:solidFill>
                  <a:schemeClr val="lt1"/>
                </a:solidFill>
                <a:latin typeface="Lato"/>
                <a:ea typeface="Lato"/>
              </a:rPr>
              <a:t>Primes (Warm Up)</a:t>
            </a:r>
            <a:endParaRPr b="0" lang="en-US" sz="3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0" name="PlaceHolder 2"/>
          <p:cNvSpPr>
            <a:spLocks noGrp="1"/>
          </p:cNvSpPr>
          <p:nvPr>
            <p:ph type="sldNum" idx="6"/>
          </p:nvPr>
        </p:nvSpPr>
        <p:spPr>
          <a:xfrm>
            <a:off x="8536320" y="4749840"/>
            <a:ext cx="548280" cy="39312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ctr">
            <a:norm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l" sz="1000" spc="-1" strike="noStrike">
                <a:solidFill>
                  <a:schemeClr val="lt1"/>
                </a:solidFill>
                <a:latin typeface="Lato"/>
                <a:ea typeface="Lato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520CE5F7-092E-445C-9B52-27A576A29810}" type="slidenum">
              <a:rPr b="0" lang="el" sz="1000" spc="-1" strike="noStrike">
                <a:solidFill>
                  <a:schemeClr val="lt1"/>
                </a:solidFill>
                <a:latin typeface="Lato"/>
                <a:ea typeface="Lato"/>
              </a:rPr>
              <a:t>2</a:t>
            </a:fld>
            <a:endParaRPr b="0" lang="en-US" sz="10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PlaceHolder 1"/>
          <p:cNvSpPr>
            <a:spLocks noGrp="1"/>
          </p:cNvSpPr>
          <p:nvPr>
            <p:ph type="title"/>
          </p:nvPr>
        </p:nvSpPr>
        <p:spPr>
          <a:xfrm>
            <a:off x="729360" y="572040"/>
            <a:ext cx="7688520" cy="53496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t">
            <a:normAutofit fontScale="88000"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l" sz="2600" spc="-1" strike="noStrike">
                <a:solidFill>
                  <a:schemeClr val="dk2"/>
                </a:solidFill>
                <a:latin typeface="Lato"/>
                <a:ea typeface="Lato"/>
              </a:rPr>
              <a:t>Primes</a:t>
            </a:r>
            <a:endParaRPr b="0" lang="en-US" sz="2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2" name="PlaceHolder 2"/>
          <p:cNvSpPr>
            <a:spLocks noGrp="1"/>
          </p:cNvSpPr>
          <p:nvPr>
            <p:ph/>
          </p:nvPr>
        </p:nvSpPr>
        <p:spPr>
          <a:xfrm>
            <a:off x="729360" y="1378080"/>
            <a:ext cx="7688520" cy="296172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t">
            <a:normAutofit/>
          </a:bodyPr>
          <a:p>
            <a:pPr marL="457200" indent="-330120">
              <a:lnSpc>
                <a:spcPct val="115000"/>
              </a:lnSpc>
              <a:buClr>
                <a:srgbClr val="595959"/>
              </a:buClr>
              <a:buFont typeface="Lato"/>
              <a:buChar char="●"/>
            </a:pPr>
            <a:r>
              <a:rPr b="0" lang="el" sz="1600" spc="-1" strike="noStrike">
                <a:solidFill>
                  <a:schemeClr val="accent1"/>
                </a:solidFill>
                <a:latin typeface="Lato"/>
                <a:ea typeface="Lato"/>
              </a:rPr>
              <a:t>A positive integer is said to be </a:t>
            </a:r>
            <a:r>
              <a:rPr b="1" lang="el" sz="1600" spc="-1" strike="noStrike">
                <a:solidFill>
                  <a:schemeClr val="accent1"/>
                </a:solidFill>
                <a:latin typeface="Lato"/>
                <a:ea typeface="Lato"/>
              </a:rPr>
              <a:t>prime</a:t>
            </a:r>
            <a:r>
              <a:rPr b="0" lang="el" sz="1600" spc="-1" strike="noStrike">
                <a:solidFill>
                  <a:schemeClr val="accent1"/>
                </a:solidFill>
                <a:latin typeface="Lato"/>
                <a:ea typeface="Lato"/>
              </a:rPr>
              <a:t> if it is &gt; 1 and its only divisors are 1 and itself.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lvl="1" marL="914400" indent="-330120">
              <a:lnSpc>
                <a:spcPct val="115000"/>
              </a:lnSpc>
              <a:buClr>
                <a:srgbClr val="595959"/>
              </a:buClr>
              <a:buFont typeface="Lato"/>
              <a:buChar char="○"/>
            </a:pPr>
            <a:r>
              <a:rPr b="0" lang="el" sz="1600" spc="-1" strike="noStrike">
                <a:solidFill>
                  <a:schemeClr val="accent1"/>
                </a:solidFill>
                <a:latin typeface="Lato"/>
                <a:ea typeface="Lato"/>
              </a:rPr>
              <a:t>Some primes: 2, 3, 5, 7, 11, 13, 17, 19, …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lvl="1" marL="914400" indent="-330120">
              <a:lnSpc>
                <a:spcPct val="115000"/>
              </a:lnSpc>
              <a:buClr>
                <a:srgbClr val="595959"/>
              </a:buClr>
              <a:buFont typeface="Lato"/>
              <a:buChar char="○"/>
            </a:pPr>
            <a:r>
              <a:rPr b="0" lang="el" sz="1600" spc="-1" strike="noStrike">
                <a:solidFill>
                  <a:schemeClr val="accent1"/>
                </a:solidFill>
                <a:latin typeface="Lato"/>
                <a:ea typeface="Lato"/>
              </a:rPr>
              <a:t>Some composites (non-primes): 4, 6, 8, 9, 10, 12, 14, 15, 16, …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marL="457200" indent="-330120">
              <a:lnSpc>
                <a:spcPct val="115000"/>
              </a:lnSpc>
              <a:buClr>
                <a:srgbClr val="595959"/>
              </a:buClr>
              <a:buFont typeface="Lato"/>
              <a:buChar char="●"/>
            </a:pPr>
            <a:r>
              <a:rPr b="0" lang="el" sz="1600" spc="-1" strike="noStrike">
                <a:solidFill>
                  <a:schemeClr val="accent1"/>
                </a:solidFill>
                <a:latin typeface="Lato"/>
                <a:ea typeface="Lato"/>
              </a:rPr>
              <a:t>There are infinitely many prime numbers.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marL="457200" indent="-330120">
              <a:lnSpc>
                <a:spcPct val="115000"/>
              </a:lnSpc>
              <a:buClr>
                <a:srgbClr val="595959"/>
              </a:buClr>
              <a:buFont typeface="Lato"/>
              <a:buChar char="●"/>
            </a:pPr>
            <a:r>
              <a:rPr b="0" lang="el" sz="1600" spc="-1" strike="noStrike">
                <a:solidFill>
                  <a:schemeClr val="accent1"/>
                </a:solidFill>
                <a:latin typeface="Lato"/>
                <a:ea typeface="Lato"/>
              </a:rPr>
              <a:t>There is no known formula to generate them, yet.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marL="457200" indent="-330120">
              <a:lnSpc>
                <a:spcPct val="115000"/>
              </a:lnSpc>
              <a:buClr>
                <a:srgbClr val="595959"/>
              </a:buClr>
              <a:buFont typeface="Lato"/>
              <a:buChar char="●"/>
            </a:pPr>
            <a:r>
              <a:rPr b="0" lang="el" sz="1600" spc="-1" strike="noStrike">
                <a:solidFill>
                  <a:schemeClr val="accent1"/>
                </a:solidFill>
                <a:latin typeface="Lato"/>
                <a:ea typeface="Lato"/>
              </a:rPr>
              <a:t>So, we have to check for each number whether its prime or not (well, not exactly, but, something like that).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marL="457200" indent="-330120">
              <a:lnSpc>
                <a:spcPct val="115000"/>
              </a:lnSpc>
              <a:buClr>
                <a:srgbClr val="595959"/>
              </a:buClr>
              <a:buFont typeface="Lato"/>
              <a:buChar char="●"/>
            </a:pPr>
            <a:r>
              <a:rPr b="0" lang="el" sz="1600" spc="-1" strike="noStrike">
                <a:solidFill>
                  <a:schemeClr val="accent1"/>
                </a:solidFill>
                <a:latin typeface="Lato"/>
                <a:ea typeface="Lato"/>
              </a:rPr>
              <a:t>Can you think of a way to check whether a number is prime?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3" name="PlaceHolder 3"/>
          <p:cNvSpPr>
            <a:spLocks noGrp="1"/>
          </p:cNvSpPr>
          <p:nvPr>
            <p:ph type="sldNum" idx="7"/>
          </p:nvPr>
        </p:nvSpPr>
        <p:spPr>
          <a:xfrm>
            <a:off x="8536320" y="4749840"/>
            <a:ext cx="548280" cy="39312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ctr">
            <a:norm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l" sz="1000" spc="-1" strike="noStrike">
                <a:solidFill>
                  <a:schemeClr val="accent1"/>
                </a:solidFill>
                <a:latin typeface="Lato"/>
                <a:ea typeface="Lato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47AFFEE0-4A33-4508-A52B-609138457066}" type="slidenum">
              <a:rPr b="0" lang="el" sz="1000" spc="-1" strike="noStrike">
                <a:solidFill>
                  <a:schemeClr val="accent1"/>
                </a:solidFill>
                <a:latin typeface="Lato"/>
                <a:ea typeface="Lato"/>
              </a:rPr>
              <a:t>3</a:t>
            </a:fld>
            <a:endParaRPr b="0" lang="en-US" sz="10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>
          <p:childTnLst>
            <p:seq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PlaceHolder 1"/>
          <p:cNvSpPr>
            <a:spLocks noGrp="1"/>
          </p:cNvSpPr>
          <p:nvPr>
            <p:ph type="title"/>
          </p:nvPr>
        </p:nvSpPr>
        <p:spPr>
          <a:xfrm>
            <a:off x="729360" y="572040"/>
            <a:ext cx="7688520" cy="53496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t">
            <a:normAutofit fontScale="88000"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l" sz="2600" spc="-1" strike="noStrike">
                <a:solidFill>
                  <a:schemeClr val="dk2"/>
                </a:solidFill>
                <a:latin typeface="Lato"/>
                <a:ea typeface="Lato"/>
              </a:rPr>
              <a:t>Primal Fears…</a:t>
            </a:r>
            <a:endParaRPr b="0" lang="en-US" sz="2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5" name="PlaceHolder 2"/>
          <p:cNvSpPr>
            <a:spLocks noGrp="1"/>
          </p:cNvSpPr>
          <p:nvPr>
            <p:ph/>
          </p:nvPr>
        </p:nvSpPr>
        <p:spPr>
          <a:xfrm>
            <a:off x="729360" y="1378080"/>
            <a:ext cx="7688520" cy="296172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t">
            <a:normAutofit/>
          </a:bodyPr>
          <a:p>
            <a:pPr marL="457200" indent="-330120">
              <a:lnSpc>
                <a:spcPct val="115000"/>
              </a:lnSpc>
              <a:buClr>
                <a:srgbClr val="595959"/>
              </a:buClr>
              <a:buFont typeface="Lato"/>
              <a:buChar char="●"/>
            </a:pPr>
            <a:r>
              <a:rPr b="0" lang="el" sz="1600" spc="-1" strike="noStrike">
                <a:solidFill>
                  <a:schemeClr val="accent1"/>
                </a:solidFill>
                <a:latin typeface="Lato"/>
                <a:ea typeface="Lato"/>
              </a:rPr>
              <a:t>Of course you can!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marL="457200" indent="-330120">
              <a:lnSpc>
                <a:spcPct val="115000"/>
              </a:lnSpc>
              <a:buClr>
                <a:srgbClr val="595959"/>
              </a:buClr>
              <a:buFont typeface="Lato"/>
              <a:buChar char="●"/>
            </a:pPr>
            <a:r>
              <a:rPr b="0" lang="el" sz="1600" spc="-1" strike="noStrike">
                <a:solidFill>
                  <a:schemeClr val="accent1"/>
                </a:solidFill>
                <a:latin typeface="Lato"/>
                <a:ea typeface="Lato"/>
              </a:rPr>
              <a:t>Open ‘</a:t>
            </a:r>
            <a:r>
              <a:rPr b="0" lang="el" sz="1600" spc="-1" strike="noStrike">
                <a:solidFill>
                  <a:schemeClr val="accent1"/>
                </a:solidFill>
                <a:latin typeface="Consolas"/>
                <a:ea typeface="Consolas"/>
              </a:rPr>
              <a:t>complexity_cpp &gt; complexity_testing.cpp</a:t>
            </a:r>
            <a:r>
              <a:rPr b="0" lang="el" sz="1600" spc="-1" strike="noStrike">
                <a:solidFill>
                  <a:schemeClr val="accent1"/>
                </a:solidFill>
                <a:latin typeface="Lato"/>
                <a:ea typeface="Lato"/>
              </a:rPr>
              <a:t>’.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marL="457200" indent="-330120">
              <a:lnSpc>
                <a:spcPct val="115000"/>
              </a:lnSpc>
              <a:buClr>
                <a:srgbClr val="595959"/>
              </a:buClr>
              <a:buFont typeface="Lato"/>
              <a:buChar char="●"/>
            </a:pPr>
            <a:r>
              <a:rPr b="0" lang="el" sz="1600" spc="-1" strike="noStrike">
                <a:solidFill>
                  <a:schemeClr val="accent1"/>
                </a:solidFill>
                <a:latin typeface="Lato"/>
                <a:ea typeface="Lato"/>
              </a:rPr>
              <a:t>What does </a:t>
            </a:r>
            <a:r>
              <a:rPr b="0" lang="el" sz="1600" spc="-1" strike="noStrike">
                <a:solidFill>
                  <a:schemeClr val="accent1"/>
                </a:solidFill>
                <a:latin typeface="Consolas"/>
                <a:ea typeface="Consolas"/>
              </a:rPr>
              <a:t>isPrime1()</a:t>
            </a:r>
            <a:r>
              <a:rPr b="0" lang="el" sz="1600" spc="-1" strike="noStrike">
                <a:solidFill>
                  <a:schemeClr val="accent1"/>
                </a:solidFill>
                <a:latin typeface="Lato"/>
                <a:ea typeface="Lato"/>
              </a:rPr>
              <a:t> do?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lvl="1" marL="914400" indent="-330120">
              <a:lnSpc>
                <a:spcPct val="115000"/>
              </a:lnSpc>
              <a:buClr>
                <a:srgbClr val="595959"/>
              </a:buClr>
              <a:buFont typeface="Lato"/>
              <a:buChar char="○"/>
            </a:pPr>
            <a:r>
              <a:rPr b="0" lang="el" sz="1600" spc="-1" strike="noStrike">
                <a:solidFill>
                  <a:schemeClr val="accent1"/>
                </a:solidFill>
                <a:latin typeface="Lato"/>
                <a:ea typeface="Lato"/>
              </a:rPr>
              <a:t>Can you think of something better?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marL="457200" indent="-330120">
              <a:lnSpc>
                <a:spcPct val="115000"/>
              </a:lnSpc>
              <a:buClr>
                <a:srgbClr val="595959"/>
              </a:buClr>
              <a:buFont typeface="Lato"/>
              <a:buChar char="●"/>
            </a:pPr>
            <a:r>
              <a:rPr b="0" lang="el" sz="1600" spc="-1" strike="noStrike">
                <a:solidFill>
                  <a:schemeClr val="accent1"/>
                </a:solidFill>
                <a:latin typeface="Lato"/>
                <a:ea typeface="Lato"/>
              </a:rPr>
              <a:t>What does </a:t>
            </a:r>
            <a:r>
              <a:rPr b="0" lang="el" sz="1600" spc="-1" strike="noStrike">
                <a:solidFill>
                  <a:schemeClr val="accent1"/>
                </a:solidFill>
                <a:latin typeface="Consolas"/>
                <a:ea typeface="Consolas"/>
              </a:rPr>
              <a:t>isPrime2()</a:t>
            </a:r>
            <a:r>
              <a:rPr b="0" lang="el" sz="1600" spc="-1" strike="noStrike">
                <a:solidFill>
                  <a:schemeClr val="accent1"/>
                </a:solidFill>
                <a:latin typeface="Lato"/>
                <a:ea typeface="Lato"/>
              </a:rPr>
              <a:t> do?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lvl="1" marL="914400" indent="-330120">
              <a:lnSpc>
                <a:spcPct val="115000"/>
              </a:lnSpc>
              <a:buClr>
                <a:srgbClr val="595959"/>
              </a:buClr>
              <a:buFont typeface="Lato"/>
              <a:buChar char="○"/>
            </a:pPr>
            <a:r>
              <a:rPr b="0" lang="el" sz="1600" spc="-1" strike="noStrike">
                <a:solidFill>
                  <a:schemeClr val="accent1"/>
                </a:solidFill>
                <a:latin typeface="Lato"/>
                <a:ea typeface="Lato"/>
              </a:rPr>
              <a:t>Can you think of something better?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marL="457200" indent="-330120">
              <a:lnSpc>
                <a:spcPct val="115000"/>
              </a:lnSpc>
              <a:buClr>
                <a:srgbClr val="595959"/>
              </a:buClr>
              <a:buFont typeface="Lato"/>
              <a:buChar char="●"/>
            </a:pPr>
            <a:r>
              <a:rPr b="0" lang="el" sz="1600" spc="-1" strike="noStrike">
                <a:solidFill>
                  <a:schemeClr val="accent1"/>
                </a:solidFill>
                <a:latin typeface="Lato"/>
                <a:ea typeface="Lato"/>
              </a:rPr>
              <a:t>What does </a:t>
            </a:r>
            <a:r>
              <a:rPr b="0" lang="el" sz="1600" spc="-1" strike="noStrike">
                <a:solidFill>
                  <a:schemeClr val="accent1"/>
                </a:solidFill>
                <a:latin typeface="Consolas"/>
                <a:ea typeface="Consolas"/>
              </a:rPr>
              <a:t>isPrime3()</a:t>
            </a:r>
            <a:r>
              <a:rPr b="0" lang="el" sz="1600" spc="-1" strike="noStrike">
                <a:solidFill>
                  <a:schemeClr val="accent1"/>
                </a:solidFill>
                <a:latin typeface="Lato"/>
                <a:ea typeface="Lato"/>
              </a:rPr>
              <a:t> do?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lvl="1" marL="914400" indent="-330120">
              <a:lnSpc>
                <a:spcPct val="115000"/>
              </a:lnSpc>
              <a:buClr>
                <a:srgbClr val="595959"/>
              </a:buClr>
              <a:buFont typeface="Lato"/>
              <a:buChar char="○"/>
            </a:pPr>
            <a:r>
              <a:rPr b="0" lang="el" sz="1600" spc="-1" strike="noStrike">
                <a:solidFill>
                  <a:schemeClr val="accent1"/>
                </a:solidFill>
                <a:latin typeface="Lato"/>
                <a:ea typeface="Lato"/>
              </a:rPr>
              <a:t>Can you think of something better?</a:t>
            </a:r>
            <a:r>
              <a:rPr b="0" lang="el" sz="1600" spc="-1" strike="noStrike">
                <a:solidFill>
                  <a:schemeClr val="accent1"/>
                </a:solidFill>
                <a:latin typeface="Lato"/>
                <a:ea typeface="Lato"/>
              </a:rPr>
              <a:t>	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lvl="1" marL="914400" indent="-330120">
              <a:lnSpc>
                <a:spcPct val="115000"/>
              </a:lnSpc>
              <a:buClr>
                <a:srgbClr val="595959"/>
              </a:buClr>
              <a:buFont typeface="Lato"/>
              <a:buChar char="○"/>
            </a:pPr>
            <a:r>
              <a:rPr b="0" lang="el" sz="1600" spc="-1" strike="noStrike">
                <a:solidFill>
                  <a:schemeClr val="accent1"/>
                </a:solidFill>
                <a:latin typeface="Lato"/>
                <a:ea typeface="Lato"/>
              </a:rPr>
              <a:t>Homework!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6" name="PlaceHolder 3"/>
          <p:cNvSpPr>
            <a:spLocks noGrp="1"/>
          </p:cNvSpPr>
          <p:nvPr>
            <p:ph type="sldNum" idx="8"/>
          </p:nvPr>
        </p:nvSpPr>
        <p:spPr>
          <a:xfrm>
            <a:off x="8536320" y="4749840"/>
            <a:ext cx="548280" cy="39312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ctr">
            <a:norm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l" sz="1000" spc="-1" strike="noStrike">
                <a:solidFill>
                  <a:schemeClr val="accent1"/>
                </a:solidFill>
                <a:latin typeface="Lato"/>
                <a:ea typeface="Lato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1851C93D-E100-427B-8E59-CC1C2070CB39}" type="slidenum">
              <a:rPr b="0" lang="el" sz="1000" spc="-1" strike="noStrike">
                <a:solidFill>
                  <a:schemeClr val="accent1"/>
                </a:solidFill>
                <a:latin typeface="Lato"/>
                <a:ea typeface="Lato"/>
              </a:rPr>
              <a:t>4</a:t>
            </a:fld>
            <a:endParaRPr b="0" lang="en-US" sz="10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31" dur="indefinite" restart="never" nodeType="tmRoot">
          <p:childTnLst>
            <p:seq>
              <p:cTn id="32" dur="indefinite" nodeType="mainSeq">
                <p:childTnLst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PlaceHolder 1"/>
          <p:cNvSpPr>
            <a:spLocks noGrp="1"/>
          </p:cNvSpPr>
          <p:nvPr>
            <p:ph type="title"/>
          </p:nvPr>
        </p:nvSpPr>
        <p:spPr>
          <a:xfrm>
            <a:off x="729360" y="572040"/>
            <a:ext cx="7688520" cy="53496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t">
            <a:normAutofit fontScale="88000"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l" sz="2600" spc="-1" strike="noStrike">
                <a:solidFill>
                  <a:schemeClr val="dk2"/>
                </a:solidFill>
                <a:latin typeface="Lato"/>
                <a:ea typeface="Lato"/>
              </a:rPr>
              <a:t>Primal Checks</a:t>
            </a:r>
            <a:endParaRPr b="0" lang="en-US" sz="2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8" name="PlaceHolder 2"/>
          <p:cNvSpPr>
            <a:spLocks noGrp="1"/>
          </p:cNvSpPr>
          <p:nvPr>
            <p:ph/>
          </p:nvPr>
        </p:nvSpPr>
        <p:spPr>
          <a:xfrm>
            <a:off x="729360" y="1378080"/>
            <a:ext cx="7688520" cy="296172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t">
            <a:normAutofit/>
          </a:bodyPr>
          <a:p>
            <a:pPr marL="457200" indent="-330120">
              <a:lnSpc>
                <a:spcPct val="115000"/>
              </a:lnSpc>
              <a:buClr>
                <a:srgbClr val="595959"/>
              </a:buClr>
              <a:buFont typeface="Lato"/>
              <a:buChar char="●"/>
            </a:pPr>
            <a:r>
              <a:rPr b="0" lang="el" sz="1600" spc="-1" strike="noStrike">
                <a:solidFill>
                  <a:schemeClr val="accent1"/>
                </a:solidFill>
                <a:latin typeface="Lato"/>
                <a:ea typeface="Lato"/>
              </a:rPr>
              <a:t>Compile and execute ‘</a:t>
            </a:r>
            <a:r>
              <a:rPr b="0" lang="el" sz="1600" spc="-1" strike="noStrike">
                <a:solidFill>
                  <a:schemeClr val="accent1"/>
                </a:solidFill>
                <a:latin typeface="Consolas"/>
                <a:ea typeface="Consolas"/>
              </a:rPr>
              <a:t>complexity_cpp &gt; complexity_testing.cpp</a:t>
            </a:r>
            <a:r>
              <a:rPr b="0" lang="el" sz="1600" spc="-1" strike="noStrike">
                <a:solidFill>
                  <a:schemeClr val="accent1"/>
                </a:solidFill>
                <a:latin typeface="Lato"/>
                <a:ea typeface="Lato"/>
              </a:rPr>
              <a:t>’.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marL="457200" indent="-330120">
              <a:lnSpc>
                <a:spcPct val="115000"/>
              </a:lnSpc>
              <a:buClr>
                <a:srgbClr val="595959"/>
              </a:buClr>
              <a:buFont typeface="Lato"/>
              <a:buChar char="●"/>
            </a:pPr>
            <a:r>
              <a:rPr b="0" lang="el" sz="1600" spc="-1" strike="noStrike">
                <a:solidFill>
                  <a:schemeClr val="accent1"/>
                </a:solidFill>
                <a:latin typeface="Lato"/>
                <a:ea typeface="Lato"/>
              </a:rPr>
              <a:t>What did it print?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marL="457200" indent="-330120">
              <a:lnSpc>
                <a:spcPct val="115000"/>
              </a:lnSpc>
              <a:buClr>
                <a:srgbClr val="595959"/>
              </a:buClr>
              <a:buFont typeface="Lato"/>
              <a:buChar char="●"/>
            </a:pPr>
            <a:r>
              <a:rPr b="0" lang="el" sz="1600" spc="-1" strike="noStrike">
                <a:solidFill>
                  <a:schemeClr val="accent1"/>
                </a:solidFill>
                <a:latin typeface="Lato"/>
                <a:ea typeface="Lato"/>
              </a:rPr>
              <a:t>Explain the results.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marL="457200" indent="-330120">
              <a:lnSpc>
                <a:spcPct val="115000"/>
              </a:lnSpc>
              <a:buClr>
                <a:srgbClr val="595959"/>
              </a:buClr>
              <a:buFont typeface="Lato"/>
              <a:buChar char="●"/>
            </a:pPr>
            <a:r>
              <a:rPr b="0" lang="el" sz="1600" spc="-1" strike="noStrike">
                <a:solidFill>
                  <a:schemeClr val="accent1"/>
                </a:solidFill>
                <a:latin typeface="Lato"/>
                <a:ea typeface="Lato"/>
              </a:rPr>
              <a:t>How much better is </a:t>
            </a:r>
            <a:r>
              <a:rPr b="0" lang="el" sz="1600" spc="-1" strike="noStrike">
                <a:solidFill>
                  <a:schemeClr val="accent1"/>
                </a:solidFill>
                <a:latin typeface="Consolas"/>
                <a:ea typeface="Consolas"/>
              </a:rPr>
              <a:t>isPrime3()</a:t>
            </a:r>
            <a:r>
              <a:rPr b="0" lang="el" sz="1600" spc="-1" strike="noStrike">
                <a:solidFill>
                  <a:schemeClr val="accent1"/>
                </a:solidFill>
                <a:latin typeface="Lato"/>
                <a:ea typeface="Lato"/>
              </a:rPr>
              <a:t> from the rest?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marL="457200" indent="-330120">
              <a:lnSpc>
                <a:spcPct val="115000"/>
              </a:lnSpc>
              <a:buClr>
                <a:srgbClr val="595959"/>
              </a:buClr>
              <a:buFont typeface="Lato"/>
              <a:buChar char="●"/>
            </a:pPr>
            <a:r>
              <a:rPr b="0" lang="el" sz="1600" spc="-1" strike="noStrike">
                <a:solidFill>
                  <a:schemeClr val="accent1"/>
                </a:solidFill>
                <a:latin typeface="Lato"/>
                <a:ea typeface="Lato"/>
              </a:rPr>
              <a:t>So, picking the right algorithm really matters…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9" name="PlaceHolder 3"/>
          <p:cNvSpPr>
            <a:spLocks noGrp="1"/>
          </p:cNvSpPr>
          <p:nvPr>
            <p:ph type="sldNum" idx="9"/>
          </p:nvPr>
        </p:nvSpPr>
        <p:spPr>
          <a:xfrm>
            <a:off x="8536320" y="4749840"/>
            <a:ext cx="548280" cy="39312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ctr">
            <a:norm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l" sz="1000" spc="-1" strike="noStrike">
                <a:solidFill>
                  <a:schemeClr val="accent1"/>
                </a:solidFill>
                <a:latin typeface="Lato"/>
                <a:ea typeface="Lato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5930754C-3A56-4AB8-A0E7-E2390D3990B1}" type="slidenum">
              <a:rPr b="0" lang="el" sz="1000" spc="-1" strike="noStrike">
                <a:solidFill>
                  <a:schemeClr val="accent1"/>
                </a:solidFill>
                <a:latin typeface="Lato"/>
                <a:ea typeface="Lato"/>
              </a:rPr>
              <a:t>5</a:t>
            </a:fld>
            <a:endParaRPr b="0" lang="en-US" sz="10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69" dur="indefinite" restart="never" nodeType="tmRoot">
          <p:childTnLst>
            <p:seq>
              <p:cTn id="70" dur="indefinite" nodeType="mainSeq">
                <p:childTnLst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PlaceHolder 1"/>
          <p:cNvSpPr>
            <a:spLocks noGrp="1"/>
          </p:cNvSpPr>
          <p:nvPr>
            <p:ph type="title"/>
          </p:nvPr>
        </p:nvSpPr>
        <p:spPr>
          <a:xfrm>
            <a:off x="729360" y="1322280"/>
            <a:ext cx="7688160" cy="151812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t">
            <a:norm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l" sz="3600" spc="-1" strike="noStrike">
                <a:solidFill>
                  <a:schemeClr val="lt1"/>
                </a:solidFill>
                <a:latin typeface="Lato"/>
                <a:ea typeface="Lato"/>
              </a:rPr>
              <a:t>Sorting (Actual Fun)</a:t>
            </a:r>
            <a:endParaRPr b="0" lang="en-US" sz="3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1" name="PlaceHolder 2"/>
          <p:cNvSpPr>
            <a:spLocks noGrp="1"/>
          </p:cNvSpPr>
          <p:nvPr>
            <p:ph type="sldNum" idx="10"/>
          </p:nvPr>
        </p:nvSpPr>
        <p:spPr>
          <a:xfrm>
            <a:off x="8536320" y="4749840"/>
            <a:ext cx="548280" cy="39312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ctr">
            <a:norm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l" sz="1000" spc="-1" strike="noStrike">
                <a:solidFill>
                  <a:schemeClr val="lt1"/>
                </a:solidFill>
                <a:latin typeface="Lato"/>
                <a:ea typeface="Lato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345E23BB-D0C3-4BEB-B5B8-B436F39F8231}" type="slidenum">
              <a:rPr b="0" lang="el" sz="1000" spc="-1" strike="noStrike">
                <a:solidFill>
                  <a:schemeClr val="lt1"/>
                </a:solidFill>
                <a:latin typeface="Lato"/>
                <a:ea typeface="Lato"/>
              </a:rPr>
              <a:t>6</a:t>
            </a:fld>
            <a:endParaRPr b="0" lang="en-US" sz="10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PlaceHolder 1"/>
          <p:cNvSpPr>
            <a:spLocks noGrp="1"/>
          </p:cNvSpPr>
          <p:nvPr>
            <p:ph type="title"/>
          </p:nvPr>
        </p:nvSpPr>
        <p:spPr>
          <a:xfrm>
            <a:off x="729360" y="572040"/>
            <a:ext cx="7688520" cy="53496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t">
            <a:normAutofit fontScale="88000"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l" sz="2600" spc="-1" strike="noStrike">
                <a:solidFill>
                  <a:schemeClr val="dk2"/>
                </a:solidFill>
                <a:latin typeface="Lato"/>
                <a:ea typeface="Lato"/>
              </a:rPr>
              <a:t>Sorting</a:t>
            </a:r>
            <a:endParaRPr b="0" lang="en-US" sz="2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3" name="PlaceHolder 2"/>
          <p:cNvSpPr>
            <a:spLocks noGrp="1"/>
          </p:cNvSpPr>
          <p:nvPr>
            <p:ph/>
          </p:nvPr>
        </p:nvSpPr>
        <p:spPr>
          <a:xfrm>
            <a:off x="729360" y="1378080"/>
            <a:ext cx="7688520" cy="296172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t">
            <a:normAutofit/>
          </a:bodyPr>
          <a:p>
            <a:pPr marL="457200" indent="-330120">
              <a:lnSpc>
                <a:spcPct val="115000"/>
              </a:lnSpc>
              <a:buClr>
                <a:srgbClr val="595959"/>
              </a:buClr>
              <a:buFont typeface="Lato"/>
              <a:buChar char="●"/>
            </a:pPr>
            <a:r>
              <a:rPr b="0" lang="el" sz="1600" spc="-1" strike="noStrike">
                <a:solidFill>
                  <a:schemeClr val="accent1"/>
                </a:solidFill>
                <a:latin typeface="Lato"/>
                <a:ea typeface="Lato"/>
              </a:rPr>
              <a:t>It is nice to have things in place. Consider the following array: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indent="0" algn="ctr">
              <a:lnSpc>
                <a:spcPct val="115000"/>
              </a:lnSpc>
              <a:spcBef>
                <a:spcPts val="1199"/>
              </a:spcBef>
              <a:buNone/>
              <a:tabLst>
                <a:tab algn="l" pos="0"/>
              </a:tabLst>
            </a:pPr>
            <a:r>
              <a:rPr b="0" lang="el" sz="1600" spc="-1" strike="noStrike">
                <a:solidFill>
                  <a:schemeClr val="accent1"/>
                </a:solidFill>
                <a:latin typeface="Consolas"/>
                <a:ea typeface="Consolas"/>
              </a:rPr>
              <a:t>arr = [3, 6, 1, 7, 9, 0, 2];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marL="457200" indent="-330120">
              <a:lnSpc>
                <a:spcPct val="115000"/>
              </a:lnSpc>
              <a:spcBef>
                <a:spcPts val="1199"/>
              </a:spcBef>
              <a:buClr>
                <a:srgbClr val="595959"/>
              </a:buClr>
              <a:buFont typeface="Lato"/>
              <a:buChar char="●"/>
              <a:tabLst>
                <a:tab algn="l" pos="0"/>
              </a:tabLst>
            </a:pPr>
            <a:r>
              <a:rPr b="0" lang="el" sz="1600" spc="-1" strike="noStrike">
                <a:solidFill>
                  <a:schemeClr val="accent1"/>
                </a:solidFill>
                <a:latin typeface="Lato"/>
                <a:ea typeface="Lato"/>
              </a:rPr>
              <a:t>Evidently, </a:t>
            </a:r>
            <a:r>
              <a:rPr b="0" lang="el" sz="1600" spc="-1" strike="noStrike">
                <a:solidFill>
                  <a:schemeClr val="accent1"/>
                </a:solidFill>
                <a:latin typeface="Consolas"/>
                <a:ea typeface="Consolas"/>
              </a:rPr>
              <a:t>arr</a:t>
            </a:r>
            <a:r>
              <a:rPr b="0" lang="el" sz="1600" spc="-1" strike="noStrike">
                <a:solidFill>
                  <a:schemeClr val="accent1"/>
                </a:solidFill>
                <a:latin typeface="Lato"/>
                <a:ea typeface="Lato"/>
              </a:rPr>
              <a:t> is not sorted in any meaningful way. How can we put thing in increasing order (in a systematic way).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marL="457200" indent="-330120">
              <a:lnSpc>
                <a:spcPct val="115000"/>
              </a:lnSpc>
              <a:buClr>
                <a:srgbClr val="595959"/>
              </a:buClr>
              <a:buFont typeface="Lato"/>
              <a:buChar char="●"/>
              <a:tabLst>
                <a:tab algn="l" pos="0"/>
              </a:tabLst>
            </a:pPr>
            <a:r>
              <a:rPr b="0" lang="el" sz="1600" spc="-1" strike="noStrike">
                <a:solidFill>
                  <a:schemeClr val="accent1"/>
                </a:solidFill>
                <a:latin typeface="Lato"/>
                <a:ea typeface="Lato"/>
              </a:rPr>
              <a:t>[Take some time to devise a sorting algorithm that can work for arbitrary size arrays, not just for </a:t>
            </a:r>
            <a:r>
              <a:rPr b="0" lang="el" sz="1600" spc="-1" strike="noStrike">
                <a:solidFill>
                  <a:schemeClr val="accent1"/>
                </a:solidFill>
                <a:latin typeface="Consolas"/>
                <a:ea typeface="Consolas"/>
              </a:rPr>
              <a:t>arr</a:t>
            </a:r>
            <a:r>
              <a:rPr b="0" lang="el" sz="1600" spc="-1" strike="noStrike">
                <a:solidFill>
                  <a:schemeClr val="accent1"/>
                </a:solidFill>
                <a:latin typeface="Lato"/>
                <a:ea typeface="Lato"/>
              </a:rPr>
              <a:t>.]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4" name="PlaceHolder 3"/>
          <p:cNvSpPr>
            <a:spLocks noGrp="1"/>
          </p:cNvSpPr>
          <p:nvPr>
            <p:ph type="sldNum" idx="11"/>
          </p:nvPr>
        </p:nvSpPr>
        <p:spPr>
          <a:xfrm>
            <a:off x="8536320" y="4749840"/>
            <a:ext cx="548280" cy="39312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ctr">
            <a:norm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l" sz="1000" spc="-1" strike="noStrike">
                <a:solidFill>
                  <a:schemeClr val="accent1"/>
                </a:solidFill>
                <a:latin typeface="Lato"/>
                <a:ea typeface="Lato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F788F9DA-42B8-4248-AB2A-759B1A5C9F31}" type="slidenum">
              <a:rPr b="0" lang="el" sz="1000" spc="-1" strike="noStrike">
                <a:solidFill>
                  <a:schemeClr val="accent1"/>
                </a:solidFill>
                <a:latin typeface="Lato"/>
                <a:ea typeface="Lato"/>
              </a:rPr>
              <a:t>7</a:t>
            </a:fld>
            <a:endParaRPr b="0" lang="en-US" sz="10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91" dur="indefinite" restart="never" nodeType="tmRoot">
          <p:childTnLst>
            <p:seq>
              <p:cTn id="92" dur="indefinite" nodeType="mainSeq">
                <p:childTnLst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7" fill="hold">
                      <p:stCondLst>
                        <p:cond delay="indefinite"/>
                      </p:stCondLst>
                      <p:childTnLst>
                        <p:par>
                          <p:cTn id="98" fill="hold">
                            <p:stCondLst>
                              <p:cond delay="0"/>
                            </p:stCondLst>
                            <p:childTnLst>
                              <p:par>
                                <p:cTn id="99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1" fill="hold">
                      <p:stCondLst>
                        <p:cond delay="indefinite"/>
                      </p:stCondLst>
                      <p:childTnLst>
                        <p:par>
                          <p:cTn id="102" fill="hold">
                            <p:stCondLst>
                              <p:cond delay="0"/>
                            </p:stCondLst>
                            <p:childTnLst>
                              <p:par>
                                <p:cTn id="103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5" fill="hold">
                      <p:stCondLst>
                        <p:cond delay="indefinite"/>
                      </p:stCondLst>
                      <p:childTnLst>
                        <p:par>
                          <p:cTn id="106" fill="hold">
                            <p:stCondLst>
                              <p:cond delay="0"/>
                            </p:stCondLst>
                            <p:childTnLst>
                              <p:par>
                                <p:cTn id="107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PlaceHolder 1"/>
          <p:cNvSpPr>
            <a:spLocks noGrp="1"/>
          </p:cNvSpPr>
          <p:nvPr>
            <p:ph type="title"/>
          </p:nvPr>
        </p:nvSpPr>
        <p:spPr>
          <a:xfrm>
            <a:off x="729360" y="572040"/>
            <a:ext cx="7688520" cy="53496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t">
            <a:normAutofit fontScale="88000"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l" sz="2600" spc="-1" strike="noStrike">
                <a:solidFill>
                  <a:schemeClr val="dk2"/>
                </a:solidFill>
                <a:latin typeface="Lato"/>
                <a:ea typeface="Lato"/>
              </a:rPr>
              <a:t>Bubbles. I want more bubbles.</a:t>
            </a:r>
            <a:endParaRPr b="0" lang="en-US" sz="2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6" name="PlaceHolder 2"/>
          <p:cNvSpPr>
            <a:spLocks noGrp="1"/>
          </p:cNvSpPr>
          <p:nvPr>
            <p:ph type="sldNum" idx="12"/>
          </p:nvPr>
        </p:nvSpPr>
        <p:spPr>
          <a:xfrm>
            <a:off x="8536320" y="4749840"/>
            <a:ext cx="548280" cy="39312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ctr">
            <a:norm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l" sz="1000" spc="-1" strike="noStrike">
                <a:solidFill>
                  <a:schemeClr val="accent1"/>
                </a:solidFill>
                <a:latin typeface="Lato"/>
                <a:ea typeface="Lato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B553CD6E-B862-4E32-8D96-1CF90997E76A}" type="slidenum">
              <a:rPr b="0" lang="el" sz="1000" spc="-1" strike="noStrike">
                <a:solidFill>
                  <a:schemeClr val="accent1"/>
                </a:solidFill>
                <a:latin typeface="Lato"/>
                <a:ea typeface="Lato"/>
              </a:rPr>
              <a:t>8</a:t>
            </a:fld>
            <a:endParaRPr b="0" lang="en-US" sz="10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37" name="Google Shape;162;p23"/>
          <p:cNvSpPr/>
          <p:nvPr/>
        </p:nvSpPr>
        <p:spPr>
          <a:xfrm>
            <a:off x="941400" y="1522800"/>
            <a:ext cx="505080" cy="501480"/>
          </a:xfrm>
          <a:prstGeom prst="rect">
            <a:avLst/>
          </a:prstGeom>
          <a:solidFill>
            <a:srgbClr val="d9ead3"/>
          </a:solidFill>
          <a:ln w="9525">
            <a:solidFill>
              <a:srgbClr val="1a1a1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l" sz="1400" spc="-1" strike="noStrike">
                <a:solidFill>
                  <a:srgbClr val="000000"/>
                </a:solidFill>
                <a:latin typeface="Lato"/>
                <a:ea typeface="Lato"/>
              </a:rPr>
              <a:t>3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8" name="Google Shape;163;p23"/>
          <p:cNvSpPr/>
          <p:nvPr/>
        </p:nvSpPr>
        <p:spPr>
          <a:xfrm>
            <a:off x="1446840" y="1522800"/>
            <a:ext cx="505080" cy="501480"/>
          </a:xfrm>
          <a:prstGeom prst="rect">
            <a:avLst/>
          </a:prstGeom>
          <a:solidFill>
            <a:srgbClr val="d9ead3"/>
          </a:solidFill>
          <a:ln w="9525">
            <a:solidFill>
              <a:srgbClr val="1a1a1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l" sz="1400" spc="-1" strike="noStrike">
                <a:solidFill>
                  <a:srgbClr val="000000"/>
                </a:solidFill>
                <a:latin typeface="Lato"/>
                <a:ea typeface="Lato"/>
              </a:rPr>
              <a:t>6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9" name="Google Shape;164;p23"/>
          <p:cNvSpPr/>
          <p:nvPr/>
        </p:nvSpPr>
        <p:spPr>
          <a:xfrm>
            <a:off x="1952640" y="1522800"/>
            <a:ext cx="505080" cy="501480"/>
          </a:xfrm>
          <a:prstGeom prst="rect">
            <a:avLst/>
          </a:prstGeom>
          <a:solidFill>
            <a:schemeClr val="lt2"/>
          </a:solidFill>
          <a:ln w="9525">
            <a:solidFill>
              <a:srgbClr val="1a1a1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l" sz="1400" spc="-1" strike="noStrike">
                <a:solidFill>
                  <a:srgbClr val="000000"/>
                </a:solidFill>
                <a:latin typeface="Lato"/>
                <a:ea typeface="Lato"/>
              </a:rPr>
              <a:t>1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0" name="Google Shape;165;p23"/>
          <p:cNvSpPr/>
          <p:nvPr/>
        </p:nvSpPr>
        <p:spPr>
          <a:xfrm>
            <a:off x="2458080" y="1522800"/>
            <a:ext cx="505080" cy="501480"/>
          </a:xfrm>
          <a:prstGeom prst="rect">
            <a:avLst/>
          </a:prstGeom>
          <a:solidFill>
            <a:schemeClr val="lt2"/>
          </a:solidFill>
          <a:ln w="9525">
            <a:solidFill>
              <a:srgbClr val="1a1a1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l" sz="1400" spc="-1" strike="noStrike">
                <a:solidFill>
                  <a:srgbClr val="000000"/>
                </a:solidFill>
                <a:latin typeface="Lato"/>
                <a:ea typeface="Lato"/>
              </a:rPr>
              <a:t>7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1" name="Google Shape;166;p23"/>
          <p:cNvSpPr/>
          <p:nvPr/>
        </p:nvSpPr>
        <p:spPr>
          <a:xfrm>
            <a:off x="2963520" y="1522800"/>
            <a:ext cx="505080" cy="501480"/>
          </a:xfrm>
          <a:prstGeom prst="rect">
            <a:avLst/>
          </a:prstGeom>
          <a:solidFill>
            <a:schemeClr val="lt2"/>
          </a:solidFill>
          <a:ln w="9525">
            <a:solidFill>
              <a:srgbClr val="1a1a1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l" sz="1400" spc="-1" strike="noStrike">
                <a:solidFill>
                  <a:srgbClr val="000000"/>
                </a:solidFill>
                <a:latin typeface="Lato"/>
                <a:ea typeface="Lato"/>
              </a:rPr>
              <a:t>9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2" name="Google Shape;167;p23"/>
          <p:cNvSpPr/>
          <p:nvPr/>
        </p:nvSpPr>
        <p:spPr>
          <a:xfrm>
            <a:off x="3468960" y="1522800"/>
            <a:ext cx="505080" cy="501480"/>
          </a:xfrm>
          <a:prstGeom prst="rect">
            <a:avLst/>
          </a:prstGeom>
          <a:solidFill>
            <a:schemeClr val="lt2"/>
          </a:solidFill>
          <a:ln w="9525">
            <a:solidFill>
              <a:srgbClr val="1a1a1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l" sz="1400" spc="-1" strike="noStrike">
                <a:solidFill>
                  <a:srgbClr val="000000"/>
                </a:solidFill>
                <a:latin typeface="Lato"/>
                <a:ea typeface="Lato"/>
              </a:rPr>
              <a:t>0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3" name="Google Shape;168;p23"/>
          <p:cNvSpPr/>
          <p:nvPr/>
        </p:nvSpPr>
        <p:spPr>
          <a:xfrm>
            <a:off x="3974400" y="1522800"/>
            <a:ext cx="505080" cy="501480"/>
          </a:xfrm>
          <a:prstGeom prst="rect">
            <a:avLst/>
          </a:prstGeom>
          <a:solidFill>
            <a:schemeClr val="lt2"/>
          </a:solidFill>
          <a:ln w="9525">
            <a:solidFill>
              <a:srgbClr val="1a1a1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l" sz="1400" spc="-1" strike="noStrike">
                <a:solidFill>
                  <a:srgbClr val="000000"/>
                </a:solidFill>
                <a:latin typeface="Lato"/>
                <a:ea typeface="Lato"/>
              </a:rPr>
              <a:t>2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4" name="Google Shape;169;p23"/>
          <p:cNvSpPr/>
          <p:nvPr/>
        </p:nvSpPr>
        <p:spPr>
          <a:xfrm>
            <a:off x="5491080" y="1559160"/>
            <a:ext cx="2381040" cy="429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t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l" sz="1600" spc="-1" strike="noStrike">
                <a:solidFill>
                  <a:schemeClr val="accent1"/>
                </a:solidFill>
                <a:latin typeface="Lato"/>
                <a:ea typeface="Lato"/>
              </a:rPr>
              <a:t>3 &lt; 6 → </a:t>
            </a:r>
            <a:r>
              <a:rPr b="1" lang="el" sz="1600" spc="-1" strike="noStrike">
                <a:solidFill>
                  <a:schemeClr val="dk1"/>
                </a:solidFill>
                <a:latin typeface="Lato"/>
                <a:ea typeface="Lato"/>
              </a:rPr>
              <a:t>Things in place!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5" name="Google Shape;170;p23"/>
          <p:cNvSpPr/>
          <p:nvPr/>
        </p:nvSpPr>
        <p:spPr>
          <a:xfrm>
            <a:off x="941400" y="2320920"/>
            <a:ext cx="505080" cy="501480"/>
          </a:xfrm>
          <a:prstGeom prst="rect">
            <a:avLst/>
          </a:prstGeom>
          <a:solidFill>
            <a:schemeClr val="lt2"/>
          </a:solidFill>
          <a:ln w="9525">
            <a:solidFill>
              <a:srgbClr val="1a1a1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l" sz="1400" spc="-1" strike="noStrike">
                <a:solidFill>
                  <a:srgbClr val="000000"/>
                </a:solidFill>
                <a:latin typeface="Lato"/>
                <a:ea typeface="Lato"/>
              </a:rPr>
              <a:t>3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6" name="Google Shape;171;p23"/>
          <p:cNvSpPr/>
          <p:nvPr/>
        </p:nvSpPr>
        <p:spPr>
          <a:xfrm>
            <a:off x="1446840" y="2320920"/>
            <a:ext cx="505080" cy="501480"/>
          </a:xfrm>
          <a:prstGeom prst="rect">
            <a:avLst/>
          </a:prstGeom>
          <a:solidFill>
            <a:srgbClr val="fce5cd"/>
          </a:solidFill>
          <a:ln w="9525">
            <a:solidFill>
              <a:srgbClr val="1a1a1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l" sz="1400" spc="-1" strike="noStrike">
                <a:solidFill>
                  <a:srgbClr val="000000"/>
                </a:solidFill>
                <a:latin typeface="Lato"/>
                <a:ea typeface="Lato"/>
              </a:rPr>
              <a:t>6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7" name="Google Shape;172;p23"/>
          <p:cNvSpPr/>
          <p:nvPr/>
        </p:nvSpPr>
        <p:spPr>
          <a:xfrm>
            <a:off x="1952640" y="2320920"/>
            <a:ext cx="505080" cy="501480"/>
          </a:xfrm>
          <a:prstGeom prst="rect">
            <a:avLst/>
          </a:prstGeom>
          <a:solidFill>
            <a:srgbClr val="fce5cd"/>
          </a:solidFill>
          <a:ln w="9525">
            <a:solidFill>
              <a:srgbClr val="1a1a1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l" sz="1400" spc="-1" strike="noStrike">
                <a:solidFill>
                  <a:srgbClr val="000000"/>
                </a:solidFill>
                <a:latin typeface="Lato"/>
                <a:ea typeface="Lato"/>
              </a:rPr>
              <a:t>1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8" name="Google Shape;173;p23"/>
          <p:cNvSpPr/>
          <p:nvPr/>
        </p:nvSpPr>
        <p:spPr>
          <a:xfrm>
            <a:off x="2458080" y="2320920"/>
            <a:ext cx="505080" cy="501480"/>
          </a:xfrm>
          <a:prstGeom prst="rect">
            <a:avLst/>
          </a:prstGeom>
          <a:solidFill>
            <a:schemeClr val="lt2"/>
          </a:solidFill>
          <a:ln w="9525">
            <a:solidFill>
              <a:srgbClr val="1a1a1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l" sz="1400" spc="-1" strike="noStrike">
                <a:solidFill>
                  <a:srgbClr val="000000"/>
                </a:solidFill>
                <a:latin typeface="Lato"/>
                <a:ea typeface="Lato"/>
              </a:rPr>
              <a:t>7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9" name="Google Shape;174;p23"/>
          <p:cNvSpPr/>
          <p:nvPr/>
        </p:nvSpPr>
        <p:spPr>
          <a:xfrm>
            <a:off x="2963520" y="2320920"/>
            <a:ext cx="505080" cy="501480"/>
          </a:xfrm>
          <a:prstGeom prst="rect">
            <a:avLst/>
          </a:prstGeom>
          <a:solidFill>
            <a:schemeClr val="lt2"/>
          </a:solidFill>
          <a:ln w="9525">
            <a:solidFill>
              <a:srgbClr val="1a1a1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l" sz="1400" spc="-1" strike="noStrike">
                <a:solidFill>
                  <a:srgbClr val="000000"/>
                </a:solidFill>
                <a:latin typeface="Lato"/>
                <a:ea typeface="Lato"/>
              </a:rPr>
              <a:t>9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0" name="Google Shape;175;p23"/>
          <p:cNvSpPr/>
          <p:nvPr/>
        </p:nvSpPr>
        <p:spPr>
          <a:xfrm>
            <a:off x="3468960" y="2320920"/>
            <a:ext cx="505080" cy="501480"/>
          </a:xfrm>
          <a:prstGeom prst="rect">
            <a:avLst/>
          </a:prstGeom>
          <a:solidFill>
            <a:schemeClr val="lt2"/>
          </a:solidFill>
          <a:ln w="9525">
            <a:solidFill>
              <a:srgbClr val="1a1a1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l" sz="1400" spc="-1" strike="noStrike">
                <a:solidFill>
                  <a:srgbClr val="000000"/>
                </a:solidFill>
                <a:latin typeface="Lato"/>
                <a:ea typeface="Lato"/>
              </a:rPr>
              <a:t>0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1" name="Google Shape;176;p23"/>
          <p:cNvSpPr/>
          <p:nvPr/>
        </p:nvSpPr>
        <p:spPr>
          <a:xfrm>
            <a:off x="3974400" y="2320920"/>
            <a:ext cx="505080" cy="501480"/>
          </a:xfrm>
          <a:prstGeom prst="rect">
            <a:avLst/>
          </a:prstGeom>
          <a:solidFill>
            <a:schemeClr val="lt2"/>
          </a:solidFill>
          <a:ln w="9525">
            <a:solidFill>
              <a:srgbClr val="1a1a1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l" sz="1400" spc="-1" strike="noStrike">
                <a:solidFill>
                  <a:srgbClr val="000000"/>
                </a:solidFill>
                <a:latin typeface="Lato"/>
                <a:ea typeface="Lato"/>
              </a:rPr>
              <a:t>2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2" name="Google Shape;177;p23"/>
          <p:cNvSpPr/>
          <p:nvPr/>
        </p:nvSpPr>
        <p:spPr>
          <a:xfrm>
            <a:off x="5491080" y="2357280"/>
            <a:ext cx="3044880" cy="429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t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l" sz="1600" spc="-1" strike="noStrike">
                <a:solidFill>
                  <a:schemeClr val="accent1"/>
                </a:solidFill>
                <a:latin typeface="Lato"/>
                <a:ea typeface="Lato"/>
              </a:rPr>
              <a:t>6 &gt; 1 → </a:t>
            </a:r>
            <a:r>
              <a:rPr b="1" lang="el" sz="1600" spc="-1" strike="noStrike">
                <a:solidFill>
                  <a:schemeClr val="accent3"/>
                </a:solidFill>
                <a:latin typeface="Lato"/>
                <a:ea typeface="Lato"/>
              </a:rPr>
              <a:t>Things not in place!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3" name="Google Shape;178;p23"/>
          <p:cNvSpPr/>
          <p:nvPr/>
        </p:nvSpPr>
        <p:spPr>
          <a:xfrm>
            <a:off x="941400" y="3118680"/>
            <a:ext cx="505080" cy="501480"/>
          </a:xfrm>
          <a:prstGeom prst="rect">
            <a:avLst/>
          </a:prstGeom>
          <a:solidFill>
            <a:schemeClr val="lt2"/>
          </a:solidFill>
          <a:ln w="9525">
            <a:solidFill>
              <a:srgbClr val="1a1a1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l" sz="1400" spc="-1" strike="noStrike">
                <a:solidFill>
                  <a:srgbClr val="000000"/>
                </a:solidFill>
                <a:latin typeface="Lato"/>
                <a:ea typeface="Lato"/>
              </a:rPr>
              <a:t>3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4" name="Google Shape;179;p23"/>
          <p:cNvSpPr/>
          <p:nvPr/>
        </p:nvSpPr>
        <p:spPr>
          <a:xfrm>
            <a:off x="1446840" y="3118680"/>
            <a:ext cx="505080" cy="501480"/>
          </a:xfrm>
          <a:prstGeom prst="rect">
            <a:avLst/>
          </a:prstGeom>
          <a:solidFill>
            <a:srgbClr val="c9daf8"/>
          </a:solidFill>
          <a:ln w="9525">
            <a:solidFill>
              <a:srgbClr val="1a1a1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l" sz="1400" spc="-1" strike="noStrike">
                <a:solidFill>
                  <a:srgbClr val="000000"/>
                </a:solidFill>
                <a:latin typeface="Lato"/>
                <a:ea typeface="Lato"/>
              </a:rPr>
              <a:t>1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5" name="Google Shape;180;p23"/>
          <p:cNvSpPr/>
          <p:nvPr/>
        </p:nvSpPr>
        <p:spPr>
          <a:xfrm>
            <a:off x="1952640" y="3118680"/>
            <a:ext cx="505080" cy="501480"/>
          </a:xfrm>
          <a:prstGeom prst="rect">
            <a:avLst/>
          </a:prstGeom>
          <a:solidFill>
            <a:srgbClr val="c9daf8"/>
          </a:solidFill>
          <a:ln w="9525">
            <a:solidFill>
              <a:srgbClr val="1a1a1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l" sz="1400" spc="-1" strike="noStrike">
                <a:solidFill>
                  <a:srgbClr val="000000"/>
                </a:solidFill>
                <a:latin typeface="Lato"/>
                <a:ea typeface="Lato"/>
              </a:rPr>
              <a:t>6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6" name="Google Shape;181;p23"/>
          <p:cNvSpPr/>
          <p:nvPr/>
        </p:nvSpPr>
        <p:spPr>
          <a:xfrm>
            <a:off x="2458080" y="3118680"/>
            <a:ext cx="505080" cy="501480"/>
          </a:xfrm>
          <a:prstGeom prst="rect">
            <a:avLst/>
          </a:prstGeom>
          <a:solidFill>
            <a:schemeClr val="lt2"/>
          </a:solidFill>
          <a:ln w="9525">
            <a:solidFill>
              <a:srgbClr val="1a1a1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l" sz="1400" spc="-1" strike="noStrike">
                <a:solidFill>
                  <a:srgbClr val="000000"/>
                </a:solidFill>
                <a:latin typeface="Lato"/>
                <a:ea typeface="Lato"/>
              </a:rPr>
              <a:t>7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7" name="Google Shape;182;p23"/>
          <p:cNvSpPr/>
          <p:nvPr/>
        </p:nvSpPr>
        <p:spPr>
          <a:xfrm>
            <a:off x="2963520" y="3118680"/>
            <a:ext cx="505080" cy="501480"/>
          </a:xfrm>
          <a:prstGeom prst="rect">
            <a:avLst/>
          </a:prstGeom>
          <a:solidFill>
            <a:schemeClr val="lt2"/>
          </a:solidFill>
          <a:ln w="9525">
            <a:solidFill>
              <a:srgbClr val="1a1a1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l" sz="1400" spc="-1" strike="noStrike">
                <a:solidFill>
                  <a:srgbClr val="000000"/>
                </a:solidFill>
                <a:latin typeface="Lato"/>
                <a:ea typeface="Lato"/>
              </a:rPr>
              <a:t>9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8" name="Google Shape;183;p23"/>
          <p:cNvSpPr/>
          <p:nvPr/>
        </p:nvSpPr>
        <p:spPr>
          <a:xfrm>
            <a:off x="3468960" y="3118680"/>
            <a:ext cx="505080" cy="501480"/>
          </a:xfrm>
          <a:prstGeom prst="rect">
            <a:avLst/>
          </a:prstGeom>
          <a:solidFill>
            <a:schemeClr val="lt2"/>
          </a:solidFill>
          <a:ln w="9525">
            <a:solidFill>
              <a:srgbClr val="1a1a1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l" sz="1400" spc="-1" strike="noStrike">
                <a:solidFill>
                  <a:srgbClr val="000000"/>
                </a:solidFill>
                <a:latin typeface="Lato"/>
                <a:ea typeface="Lato"/>
              </a:rPr>
              <a:t>0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9" name="Google Shape;184;p23"/>
          <p:cNvSpPr/>
          <p:nvPr/>
        </p:nvSpPr>
        <p:spPr>
          <a:xfrm>
            <a:off x="3974400" y="3118680"/>
            <a:ext cx="505080" cy="501480"/>
          </a:xfrm>
          <a:prstGeom prst="rect">
            <a:avLst/>
          </a:prstGeom>
          <a:solidFill>
            <a:schemeClr val="lt2"/>
          </a:solidFill>
          <a:ln w="9525">
            <a:solidFill>
              <a:srgbClr val="1a1a1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l" sz="1400" spc="-1" strike="noStrike">
                <a:solidFill>
                  <a:srgbClr val="000000"/>
                </a:solidFill>
                <a:latin typeface="Lato"/>
                <a:ea typeface="Lato"/>
              </a:rPr>
              <a:t>2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0" name="Google Shape;185;p23"/>
          <p:cNvSpPr/>
          <p:nvPr/>
        </p:nvSpPr>
        <p:spPr>
          <a:xfrm>
            <a:off x="5491080" y="3155040"/>
            <a:ext cx="3044880" cy="429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t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l" sz="1600" spc="-1" strike="noStrike">
                <a:solidFill>
                  <a:schemeClr val="accent1"/>
                </a:solidFill>
                <a:latin typeface="Lato"/>
                <a:ea typeface="Lato"/>
              </a:rPr>
              <a:t>1 &lt; 6 → </a:t>
            </a:r>
            <a:r>
              <a:rPr b="1" lang="el" sz="1600" spc="-1" strike="noStrike">
                <a:solidFill>
                  <a:schemeClr val="accent2"/>
                </a:solidFill>
                <a:latin typeface="Lato"/>
                <a:ea typeface="Lato"/>
              </a:rPr>
              <a:t>Swap!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1" name="Google Shape;186;p23"/>
          <p:cNvSpPr/>
          <p:nvPr/>
        </p:nvSpPr>
        <p:spPr>
          <a:xfrm>
            <a:off x="941400" y="4036320"/>
            <a:ext cx="505080" cy="501480"/>
          </a:xfrm>
          <a:prstGeom prst="rect">
            <a:avLst/>
          </a:prstGeom>
          <a:solidFill>
            <a:schemeClr val="lt2"/>
          </a:solidFill>
          <a:ln w="9525">
            <a:solidFill>
              <a:srgbClr val="1a1a1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l" sz="1400" spc="-1" strike="noStrike">
                <a:solidFill>
                  <a:srgbClr val="000000"/>
                </a:solidFill>
                <a:latin typeface="Lato"/>
                <a:ea typeface="Lato"/>
              </a:rPr>
              <a:t>3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2" name="Google Shape;187;p23"/>
          <p:cNvSpPr/>
          <p:nvPr/>
        </p:nvSpPr>
        <p:spPr>
          <a:xfrm>
            <a:off x="1446840" y="4036320"/>
            <a:ext cx="505080" cy="501480"/>
          </a:xfrm>
          <a:prstGeom prst="rect">
            <a:avLst/>
          </a:prstGeom>
          <a:solidFill>
            <a:schemeClr val="lt2"/>
          </a:solidFill>
          <a:ln w="9525">
            <a:solidFill>
              <a:srgbClr val="1a1a1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l" sz="1400" spc="-1" strike="noStrike">
                <a:solidFill>
                  <a:srgbClr val="000000"/>
                </a:solidFill>
                <a:latin typeface="Lato"/>
                <a:ea typeface="Lato"/>
              </a:rPr>
              <a:t>1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3" name="Google Shape;188;p23"/>
          <p:cNvSpPr/>
          <p:nvPr/>
        </p:nvSpPr>
        <p:spPr>
          <a:xfrm>
            <a:off x="1952640" y="4036320"/>
            <a:ext cx="505080" cy="501480"/>
          </a:xfrm>
          <a:prstGeom prst="rect">
            <a:avLst/>
          </a:prstGeom>
          <a:solidFill>
            <a:srgbClr val="d9ead3"/>
          </a:solidFill>
          <a:ln w="9525">
            <a:solidFill>
              <a:srgbClr val="1a1a1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l" sz="1400" spc="-1" strike="noStrike">
                <a:solidFill>
                  <a:srgbClr val="000000"/>
                </a:solidFill>
                <a:latin typeface="Lato"/>
                <a:ea typeface="Lato"/>
              </a:rPr>
              <a:t>6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4" name="Google Shape;189;p23"/>
          <p:cNvSpPr/>
          <p:nvPr/>
        </p:nvSpPr>
        <p:spPr>
          <a:xfrm>
            <a:off x="2458080" y="4036320"/>
            <a:ext cx="505080" cy="501480"/>
          </a:xfrm>
          <a:prstGeom prst="rect">
            <a:avLst/>
          </a:prstGeom>
          <a:solidFill>
            <a:srgbClr val="d9ead3"/>
          </a:solidFill>
          <a:ln w="9525">
            <a:solidFill>
              <a:srgbClr val="1a1a1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l" sz="1400" spc="-1" strike="noStrike">
                <a:solidFill>
                  <a:srgbClr val="000000"/>
                </a:solidFill>
                <a:latin typeface="Lato"/>
                <a:ea typeface="Lato"/>
              </a:rPr>
              <a:t>7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5" name="Google Shape;190;p23"/>
          <p:cNvSpPr/>
          <p:nvPr/>
        </p:nvSpPr>
        <p:spPr>
          <a:xfrm>
            <a:off x="2963520" y="4036320"/>
            <a:ext cx="505080" cy="501480"/>
          </a:xfrm>
          <a:prstGeom prst="rect">
            <a:avLst/>
          </a:prstGeom>
          <a:solidFill>
            <a:schemeClr val="lt2"/>
          </a:solidFill>
          <a:ln w="9525">
            <a:solidFill>
              <a:srgbClr val="1a1a1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l" sz="1400" spc="-1" strike="noStrike">
                <a:solidFill>
                  <a:srgbClr val="000000"/>
                </a:solidFill>
                <a:latin typeface="Lato"/>
                <a:ea typeface="Lato"/>
              </a:rPr>
              <a:t>9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6" name="Google Shape;191;p23"/>
          <p:cNvSpPr/>
          <p:nvPr/>
        </p:nvSpPr>
        <p:spPr>
          <a:xfrm>
            <a:off x="3468960" y="4036320"/>
            <a:ext cx="505080" cy="501480"/>
          </a:xfrm>
          <a:prstGeom prst="rect">
            <a:avLst/>
          </a:prstGeom>
          <a:solidFill>
            <a:schemeClr val="lt2"/>
          </a:solidFill>
          <a:ln w="9525">
            <a:solidFill>
              <a:srgbClr val="1a1a1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l" sz="1400" spc="-1" strike="noStrike">
                <a:solidFill>
                  <a:srgbClr val="000000"/>
                </a:solidFill>
                <a:latin typeface="Lato"/>
                <a:ea typeface="Lato"/>
              </a:rPr>
              <a:t>0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7" name="Google Shape;192;p23"/>
          <p:cNvSpPr/>
          <p:nvPr/>
        </p:nvSpPr>
        <p:spPr>
          <a:xfrm>
            <a:off x="3974400" y="4036320"/>
            <a:ext cx="505080" cy="501480"/>
          </a:xfrm>
          <a:prstGeom prst="rect">
            <a:avLst/>
          </a:prstGeom>
          <a:solidFill>
            <a:schemeClr val="lt2"/>
          </a:solidFill>
          <a:ln w="9525">
            <a:solidFill>
              <a:srgbClr val="1a1a1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l" sz="1400" spc="-1" strike="noStrike">
                <a:solidFill>
                  <a:srgbClr val="000000"/>
                </a:solidFill>
                <a:latin typeface="Lato"/>
                <a:ea typeface="Lato"/>
              </a:rPr>
              <a:t>2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8" name="Google Shape;193;p23"/>
          <p:cNvSpPr/>
          <p:nvPr/>
        </p:nvSpPr>
        <p:spPr>
          <a:xfrm>
            <a:off x="5491080" y="4072680"/>
            <a:ext cx="3044880" cy="429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t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l" sz="1600" spc="-1" strike="noStrike">
                <a:solidFill>
                  <a:schemeClr val="accent1"/>
                </a:solidFill>
                <a:latin typeface="Lato"/>
                <a:ea typeface="Lato"/>
              </a:rPr>
              <a:t>6 &lt; 7 → </a:t>
            </a:r>
            <a:r>
              <a:rPr b="1" lang="el" sz="1600" spc="-1" strike="noStrike">
                <a:solidFill>
                  <a:schemeClr val="dk1"/>
                </a:solidFill>
                <a:latin typeface="Lato"/>
                <a:ea typeface="Lato"/>
              </a:rPr>
              <a:t>Things in place!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PlaceHolder 1"/>
          <p:cNvSpPr>
            <a:spLocks noGrp="1"/>
          </p:cNvSpPr>
          <p:nvPr>
            <p:ph type="title"/>
          </p:nvPr>
        </p:nvSpPr>
        <p:spPr>
          <a:xfrm>
            <a:off x="729360" y="572040"/>
            <a:ext cx="7688520" cy="53496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t">
            <a:normAutofit fontScale="88000"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l" sz="2600" spc="-1" strike="noStrike">
                <a:solidFill>
                  <a:schemeClr val="dk2"/>
                </a:solidFill>
                <a:latin typeface="Lato"/>
                <a:ea typeface="Lato"/>
              </a:rPr>
              <a:t>Bubbles. I want more bubbles.</a:t>
            </a:r>
            <a:endParaRPr b="0" lang="en-US" sz="2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0" name="PlaceHolder 2"/>
          <p:cNvSpPr>
            <a:spLocks noGrp="1"/>
          </p:cNvSpPr>
          <p:nvPr>
            <p:ph type="sldNum" idx="13"/>
          </p:nvPr>
        </p:nvSpPr>
        <p:spPr>
          <a:xfrm>
            <a:off x="8536320" y="4749840"/>
            <a:ext cx="548280" cy="39312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ctr">
            <a:norm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l" sz="1000" spc="-1" strike="noStrike">
                <a:solidFill>
                  <a:schemeClr val="accent1"/>
                </a:solidFill>
                <a:latin typeface="Lato"/>
                <a:ea typeface="Lato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431E210B-68BA-49A1-BCDA-81812577D9BF}" type="slidenum">
              <a:rPr b="0" lang="el" sz="1000" spc="-1" strike="noStrike">
                <a:solidFill>
                  <a:schemeClr val="accent1"/>
                </a:solidFill>
                <a:latin typeface="Lato"/>
                <a:ea typeface="Lato"/>
              </a:rPr>
              <a:t>9</a:t>
            </a:fld>
            <a:endParaRPr b="0" lang="en-US" sz="10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71" name="Google Shape;200;p24"/>
          <p:cNvSpPr/>
          <p:nvPr/>
        </p:nvSpPr>
        <p:spPr>
          <a:xfrm>
            <a:off x="941400" y="1522800"/>
            <a:ext cx="505080" cy="501480"/>
          </a:xfrm>
          <a:prstGeom prst="rect">
            <a:avLst/>
          </a:prstGeom>
          <a:solidFill>
            <a:schemeClr val="lt2"/>
          </a:solidFill>
          <a:ln w="9525">
            <a:solidFill>
              <a:srgbClr val="1a1a1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l" sz="1400" spc="-1" strike="noStrike">
                <a:solidFill>
                  <a:srgbClr val="000000"/>
                </a:solidFill>
                <a:latin typeface="Lato"/>
                <a:ea typeface="Lato"/>
              </a:rPr>
              <a:t>3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2" name="Google Shape;201;p24"/>
          <p:cNvSpPr/>
          <p:nvPr/>
        </p:nvSpPr>
        <p:spPr>
          <a:xfrm>
            <a:off x="1446840" y="1522800"/>
            <a:ext cx="505080" cy="501480"/>
          </a:xfrm>
          <a:prstGeom prst="rect">
            <a:avLst/>
          </a:prstGeom>
          <a:solidFill>
            <a:schemeClr val="lt2"/>
          </a:solidFill>
          <a:ln w="9525">
            <a:solidFill>
              <a:srgbClr val="1a1a1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l" sz="1400" spc="-1" strike="noStrike">
                <a:solidFill>
                  <a:srgbClr val="000000"/>
                </a:solidFill>
                <a:latin typeface="Lato"/>
                <a:ea typeface="Lato"/>
              </a:rPr>
              <a:t>1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3" name="Google Shape;202;p24"/>
          <p:cNvSpPr/>
          <p:nvPr/>
        </p:nvSpPr>
        <p:spPr>
          <a:xfrm>
            <a:off x="1952640" y="1522800"/>
            <a:ext cx="505080" cy="501480"/>
          </a:xfrm>
          <a:prstGeom prst="rect">
            <a:avLst/>
          </a:prstGeom>
          <a:solidFill>
            <a:schemeClr val="lt2"/>
          </a:solidFill>
          <a:ln w="9525">
            <a:solidFill>
              <a:srgbClr val="1a1a1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l" sz="1400" spc="-1" strike="noStrike">
                <a:solidFill>
                  <a:srgbClr val="000000"/>
                </a:solidFill>
                <a:latin typeface="Lato"/>
                <a:ea typeface="Lato"/>
              </a:rPr>
              <a:t>6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4" name="Google Shape;203;p24"/>
          <p:cNvSpPr/>
          <p:nvPr/>
        </p:nvSpPr>
        <p:spPr>
          <a:xfrm>
            <a:off x="2458080" y="1522800"/>
            <a:ext cx="505080" cy="501480"/>
          </a:xfrm>
          <a:prstGeom prst="rect">
            <a:avLst/>
          </a:prstGeom>
          <a:solidFill>
            <a:srgbClr val="d9ead3"/>
          </a:solidFill>
          <a:ln w="9525">
            <a:solidFill>
              <a:srgbClr val="1a1a1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l" sz="1400" spc="-1" strike="noStrike">
                <a:solidFill>
                  <a:srgbClr val="000000"/>
                </a:solidFill>
                <a:latin typeface="Lato"/>
                <a:ea typeface="Lato"/>
              </a:rPr>
              <a:t>7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5" name="Google Shape;204;p24"/>
          <p:cNvSpPr/>
          <p:nvPr/>
        </p:nvSpPr>
        <p:spPr>
          <a:xfrm>
            <a:off x="2963520" y="1522800"/>
            <a:ext cx="505080" cy="501480"/>
          </a:xfrm>
          <a:prstGeom prst="rect">
            <a:avLst/>
          </a:prstGeom>
          <a:solidFill>
            <a:srgbClr val="d9ead3"/>
          </a:solidFill>
          <a:ln w="9525">
            <a:solidFill>
              <a:srgbClr val="1a1a1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l" sz="1400" spc="-1" strike="noStrike">
                <a:solidFill>
                  <a:srgbClr val="000000"/>
                </a:solidFill>
                <a:latin typeface="Lato"/>
                <a:ea typeface="Lato"/>
              </a:rPr>
              <a:t>9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6" name="Google Shape;205;p24"/>
          <p:cNvSpPr/>
          <p:nvPr/>
        </p:nvSpPr>
        <p:spPr>
          <a:xfrm>
            <a:off x="3468960" y="1522800"/>
            <a:ext cx="505080" cy="501480"/>
          </a:xfrm>
          <a:prstGeom prst="rect">
            <a:avLst/>
          </a:prstGeom>
          <a:solidFill>
            <a:schemeClr val="lt2"/>
          </a:solidFill>
          <a:ln w="9525">
            <a:solidFill>
              <a:srgbClr val="1a1a1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l" sz="1400" spc="-1" strike="noStrike">
                <a:solidFill>
                  <a:srgbClr val="000000"/>
                </a:solidFill>
                <a:latin typeface="Lato"/>
                <a:ea typeface="Lato"/>
              </a:rPr>
              <a:t>0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7" name="Google Shape;206;p24"/>
          <p:cNvSpPr/>
          <p:nvPr/>
        </p:nvSpPr>
        <p:spPr>
          <a:xfrm>
            <a:off x="3974400" y="1522800"/>
            <a:ext cx="505080" cy="501480"/>
          </a:xfrm>
          <a:prstGeom prst="rect">
            <a:avLst/>
          </a:prstGeom>
          <a:solidFill>
            <a:schemeClr val="lt2"/>
          </a:solidFill>
          <a:ln w="9525">
            <a:solidFill>
              <a:srgbClr val="1a1a1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l" sz="1400" spc="-1" strike="noStrike">
                <a:solidFill>
                  <a:srgbClr val="000000"/>
                </a:solidFill>
                <a:latin typeface="Lato"/>
                <a:ea typeface="Lato"/>
              </a:rPr>
              <a:t>2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8" name="Google Shape;207;p24"/>
          <p:cNvSpPr/>
          <p:nvPr/>
        </p:nvSpPr>
        <p:spPr>
          <a:xfrm>
            <a:off x="5491080" y="1559160"/>
            <a:ext cx="2381040" cy="429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t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l" sz="1600" spc="-1" strike="noStrike">
                <a:solidFill>
                  <a:schemeClr val="accent1"/>
                </a:solidFill>
                <a:latin typeface="Lato"/>
                <a:ea typeface="Lato"/>
              </a:rPr>
              <a:t>7 &lt; 9 → </a:t>
            </a:r>
            <a:r>
              <a:rPr b="1" lang="el" sz="1600" spc="-1" strike="noStrike">
                <a:solidFill>
                  <a:schemeClr val="dk1"/>
                </a:solidFill>
                <a:latin typeface="Lato"/>
                <a:ea typeface="Lato"/>
              </a:rPr>
              <a:t>Things in place!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9" name="Google Shape;208;p24"/>
          <p:cNvSpPr/>
          <p:nvPr/>
        </p:nvSpPr>
        <p:spPr>
          <a:xfrm>
            <a:off x="941400" y="2320920"/>
            <a:ext cx="505080" cy="501480"/>
          </a:xfrm>
          <a:prstGeom prst="rect">
            <a:avLst/>
          </a:prstGeom>
          <a:solidFill>
            <a:schemeClr val="lt2"/>
          </a:solidFill>
          <a:ln w="9525">
            <a:solidFill>
              <a:srgbClr val="1a1a1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l" sz="1400" spc="-1" strike="noStrike">
                <a:solidFill>
                  <a:srgbClr val="000000"/>
                </a:solidFill>
                <a:latin typeface="Lato"/>
                <a:ea typeface="Lato"/>
              </a:rPr>
              <a:t>3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0" name="Google Shape;209;p24"/>
          <p:cNvSpPr/>
          <p:nvPr/>
        </p:nvSpPr>
        <p:spPr>
          <a:xfrm>
            <a:off x="1446840" y="2320920"/>
            <a:ext cx="505080" cy="501480"/>
          </a:xfrm>
          <a:prstGeom prst="rect">
            <a:avLst/>
          </a:prstGeom>
          <a:solidFill>
            <a:schemeClr val="lt2"/>
          </a:solidFill>
          <a:ln w="9525">
            <a:solidFill>
              <a:srgbClr val="1a1a1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l" sz="1400" spc="-1" strike="noStrike">
                <a:solidFill>
                  <a:srgbClr val="000000"/>
                </a:solidFill>
                <a:latin typeface="Lato"/>
                <a:ea typeface="Lato"/>
              </a:rPr>
              <a:t>1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1" name="Google Shape;210;p24"/>
          <p:cNvSpPr/>
          <p:nvPr/>
        </p:nvSpPr>
        <p:spPr>
          <a:xfrm>
            <a:off x="1952640" y="2320920"/>
            <a:ext cx="505080" cy="501480"/>
          </a:xfrm>
          <a:prstGeom prst="rect">
            <a:avLst/>
          </a:prstGeom>
          <a:solidFill>
            <a:schemeClr val="lt2"/>
          </a:solidFill>
          <a:ln w="9525">
            <a:solidFill>
              <a:srgbClr val="1a1a1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l" sz="1400" spc="-1" strike="noStrike">
                <a:solidFill>
                  <a:srgbClr val="000000"/>
                </a:solidFill>
                <a:latin typeface="Lato"/>
                <a:ea typeface="Lato"/>
              </a:rPr>
              <a:t>6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2" name="Google Shape;211;p24"/>
          <p:cNvSpPr/>
          <p:nvPr/>
        </p:nvSpPr>
        <p:spPr>
          <a:xfrm>
            <a:off x="2458080" y="2320920"/>
            <a:ext cx="505080" cy="501480"/>
          </a:xfrm>
          <a:prstGeom prst="rect">
            <a:avLst/>
          </a:prstGeom>
          <a:solidFill>
            <a:schemeClr val="lt2"/>
          </a:solidFill>
          <a:ln w="9525">
            <a:solidFill>
              <a:srgbClr val="1a1a1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l" sz="1400" spc="-1" strike="noStrike">
                <a:solidFill>
                  <a:srgbClr val="000000"/>
                </a:solidFill>
                <a:latin typeface="Lato"/>
                <a:ea typeface="Lato"/>
              </a:rPr>
              <a:t>7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3" name="Google Shape;212;p24"/>
          <p:cNvSpPr/>
          <p:nvPr/>
        </p:nvSpPr>
        <p:spPr>
          <a:xfrm>
            <a:off x="2963520" y="2320920"/>
            <a:ext cx="505080" cy="501480"/>
          </a:xfrm>
          <a:prstGeom prst="rect">
            <a:avLst/>
          </a:prstGeom>
          <a:solidFill>
            <a:srgbClr val="fce5cd"/>
          </a:solidFill>
          <a:ln w="9525">
            <a:solidFill>
              <a:srgbClr val="1a1a1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l" sz="1400" spc="-1" strike="noStrike">
                <a:solidFill>
                  <a:srgbClr val="000000"/>
                </a:solidFill>
                <a:latin typeface="Lato"/>
                <a:ea typeface="Lato"/>
              </a:rPr>
              <a:t>9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4" name="Google Shape;213;p24"/>
          <p:cNvSpPr/>
          <p:nvPr/>
        </p:nvSpPr>
        <p:spPr>
          <a:xfrm>
            <a:off x="3468960" y="2320920"/>
            <a:ext cx="505080" cy="501480"/>
          </a:xfrm>
          <a:prstGeom prst="rect">
            <a:avLst/>
          </a:prstGeom>
          <a:solidFill>
            <a:srgbClr val="fce5cd"/>
          </a:solidFill>
          <a:ln w="9525">
            <a:solidFill>
              <a:srgbClr val="1a1a1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l" sz="1400" spc="-1" strike="noStrike">
                <a:solidFill>
                  <a:srgbClr val="000000"/>
                </a:solidFill>
                <a:latin typeface="Lato"/>
                <a:ea typeface="Lato"/>
              </a:rPr>
              <a:t>0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5" name="Google Shape;214;p24"/>
          <p:cNvSpPr/>
          <p:nvPr/>
        </p:nvSpPr>
        <p:spPr>
          <a:xfrm>
            <a:off x="3974400" y="2320920"/>
            <a:ext cx="505080" cy="501480"/>
          </a:xfrm>
          <a:prstGeom prst="rect">
            <a:avLst/>
          </a:prstGeom>
          <a:solidFill>
            <a:schemeClr val="lt2"/>
          </a:solidFill>
          <a:ln w="9525">
            <a:solidFill>
              <a:srgbClr val="1a1a1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l" sz="1400" spc="-1" strike="noStrike">
                <a:solidFill>
                  <a:srgbClr val="000000"/>
                </a:solidFill>
                <a:latin typeface="Lato"/>
                <a:ea typeface="Lato"/>
              </a:rPr>
              <a:t>2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6" name="Google Shape;215;p24"/>
          <p:cNvSpPr/>
          <p:nvPr/>
        </p:nvSpPr>
        <p:spPr>
          <a:xfrm>
            <a:off x="5491080" y="2357280"/>
            <a:ext cx="3044880" cy="429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t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l" sz="1600" spc="-1" strike="noStrike">
                <a:solidFill>
                  <a:schemeClr val="accent1"/>
                </a:solidFill>
                <a:latin typeface="Lato"/>
                <a:ea typeface="Lato"/>
              </a:rPr>
              <a:t>9 &gt; 0 → </a:t>
            </a:r>
            <a:r>
              <a:rPr b="1" lang="el" sz="1600" spc="-1" strike="noStrike">
                <a:solidFill>
                  <a:schemeClr val="accent3"/>
                </a:solidFill>
                <a:latin typeface="Lato"/>
                <a:ea typeface="Lato"/>
              </a:rPr>
              <a:t>Things not in place!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7" name="Google Shape;216;p24"/>
          <p:cNvSpPr/>
          <p:nvPr/>
        </p:nvSpPr>
        <p:spPr>
          <a:xfrm>
            <a:off x="941400" y="3118680"/>
            <a:ext cx="505080" cy="501480"/>
          </a:xfrm>
          <a:prstGeom prst="rect">
            <a:avLst/>
          </a:prstGeom>
          <a:solidFill>
            <a:schemeClr val="lt2"/>
          </a:solidFill>
          <a:ln w="9525">
            <a:solidFill>
              <a:srgbClr val="1a1a1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l" sz="1400" spc="-1" strike="noStrike">
                <a:solidFill>
                  <a:srgbClr val="000000"/>
                </a:solidFill>
                <a:latin typeface="Lato"/>
                <a:ea typeface="Lato"/>
              </a:rPr>
              <a:t>3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8" name="Google Shape;217;p24"/>
          <p:cNvSpPr/>
          <p:nvPr/>
        </p:nvSpPr>
        <p:spPr>
          <a:xfrm>
            <a:off x="1446840" y="3118680"/>
            <a:ext cx="505080" cy="501480"/>
          </a:xfrm>
          <a:prstGeom prst="rect">
            <a:avLst/>
          </a:prstGeom>
          <a:solidFill>
            <a:schemeClr val="lt2"/>
          </a:solidFill>
          <a:ln w="9525">
            <a:solidFill>
              <a:srgbClr val="1a1a1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l" sz="1400" spc="-1" strike="noStrike">
                <a:solidFill>
                  <a:srgbClr val="000000"/>
                </a:solidFill>
                <a:latin typeface="Lato"/>
                <a:ea typeface="Lato"/>
              </a:rPr>
              <a:t>1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9" name="Google Shape;218;p24"/>
          <p:cNvSpPr/>
          <p:nvPr/>
        </p:nvSpPr>
        <p:spPr>
          <a:xfrm>
            <a:off x="1952640" y="3118680"/>
            <a:ext cx="505080" cy="501480"/>
          </a:xfrm>
          <a:prstGeom prst="rect">
            <a:avLst/>
          </a:prstGeom>
          <a:solidFill>
            <a:schemeClr val="lt2"/>
          </a:solidFill>
          <a:ln w="9525">
            <a:solidFill>
              <a:srgbClr val="1a1a1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l" sz="1400" spc="-1" strike="noStrike">
                <a:solidFill>
                  <a:srgbClr val="000000"/>
                </a:solidFill>
                <a:latin typeface="Lato"/>
                <a:ea typeface="Lato"/>
              </a:rPr>
              <a:t>6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0" name="Google Shape;219;p24"/>
          <p:cNvSpPr/>
          <p:nvPr/>
        </p:nvSpPr>
        <p:spPr>
          <a:xfrm>
            <a:off x="2458080" y="3118680"/>
            <a:ext cx="505080" cy="501480"/>
          </a:xfrm>
          <a:prstGeom prst="rect">
            <a:avLst/>
          </a:prstGeom>
          <a:solidFill>
            <a:schemeClr val="lt2"/>
          </a:solidFill>
          <a:ln w="9525">
            <a:solidFill>
              <a:srgbClr val="1a1a1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l" sz="1400" spc="-1" strike="noStrike">
                <a:solidFill>
                  <a:srgbClr val="000000"/>
                </a:solidFill>
                <a:latin typeface="Lato"/>
                <a:ea typeface="Lato"/>
              </a:rPr>
              <a:t>7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1" name="Google Shape;220;p24"/>
          <p:cNvSpPr/>
          <p:nvPr/>
        </p:nvSpPr>
        <p:spPr>
          <a:xfrm>
            <a:off x="2963520" y="3118680"/>
            <a:ext cx="505080" cy="501480"/>
          </a:xfrm>
          <a:prstGeom prst="rect">
            <a:avLst/>
          </a:prstGeom>
          <a:solidFill>
            <a:srgbClr val="c9daf8"/>
          </a:solidFill>
          <a:ln w="9525">
            <a:solidFill>
              <a:srgbClr val="1a1a1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l" sz="1400" spc="-1" strike="noStrike">
                <a:solidFill>
                  <a:srgbClr val="000000"/>
                </a:solidFill>
                <a:latin typeface="Lato"/>
                <a:ea typeface="Lato"/>
              </a:rPr>
              <a:t>0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2" name="Google Shape;221;p24"/>
          <p:cNvSpPr/>
          <p:nvPr/>
        </p:nvSpPr>
        <p:spPr>
          <a:xfrm>
            <a:off x="3468960" y="3118680"/>
            <a:ext cx="505080" cy="501480"/>
          </a:xfrm>
          <a:prstGeom prst="rect">
            <a:avLst/>
          </a:prstGeom>
          <a:solidFill>
            <a:srgbClr val="c9daf8"/>
          </a:solidFill>
          <a:ln w="9525">
            <a:solidFill>
              <a:srgbClr val="1a1a1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l" sz="1400" spc="-1" strike="noStrike">
                <a:solidFill>
                  <a:srgbClr val="000000"/>
                </a:solidFill>
                <a:latin typeface="Lato"/>
                <a:ea typeface="Lato"/>
              </a:rPr>
              <a:t>9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3" name="Google Shape;222;p24"/>
          <p:cNvSpPr/>
          <p:nvPr/>
        </p:nvSpPr>
        <p:spPr>
          <a:xfrm>
            <a:off x="3974400" y="3118680"/>
            <a:ext cx="505080" cy="501480"/>
          </a:xfrm>
          <a:prstGeom prst="rect">
            <a:avLst/>
          </a:prstGeom>
          <a:solidFill>
            <a:schemeClr val="lt2"/>
          </a:solidFill>
          <a:ln w="9525">
            <a:solidFill>
              <a:srgbClr val="1a1a1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l" sz="1400" spc="-1" strike="noStrike">
                <a:solidFill>
                  <a:srgbClr val="000000"/>
                </a:solidFill>
                <a:latin typeface="Lato"/>
                <a:ea typeface="Lato"/>
              </a:rPr>
              <a:t>2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4" name="Google Shape;223;p24"/>
          <p:cNvSpPr/>
          <p:nvPr/>
        </p:nvSpPr>
        <p:spPr>
          <a:xfrm>
            <a:off x="5491080" y="3155040"/>
            <a:ext cx="3044880" cy="429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t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l" sz="1600" spc="-1" strike="noStrike">
                <a:solidFill>
                  <a:schemeClr val="accent1"/>
                </a:solidFill>
                <a:latin typeface="Lato"/>
                <a:ea typeface="Lato"/>
              </a:rPr>
              <a:t>0 &lt; 9 → </a:t>
            </a:r>
            <a:r>
              <a:rPr b="1" lang="el" sz="1600" spc="-1" strike="noStrike">
                <a:solidFill>
                  <a:schemeClr val="accent2"/>
                </a:solidFill>
                <a:latin typeface="Lato"/>
                <a:ea typeface="Lato"/>
              </a:rPr>
              <a:t>Swap!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5" name="Google Shape;224;p24"/>
          <p:cNvSpPr/>
          <p:nvPr/>
        </p:nvSpPr>
        <p:spPr>
          <a:xfrm>
            <a:off x="941400" y="4036320"/>
            <a:ext cx="505080" cy="501480"/>
          </a:xfrm>
          <a:prstGeom prst="rect">
            <a:avLst/>
          </a:prstGeom>
          <a:solidFill>
            <a:schemeClr val="lt2"/>
          </a:solidFill>
          <a:ln w="9525">
            <a:solidFill>
              <a:srgbClr val="1a1a1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l" sz="1400" spc="-1" strike="noStrike">
                <a:solidFill>
                  <a:srgbClr val="000000"/>
                </a:solidFill>
                <a:latin typeface="Lato"/>
                <a:ea typeface="Lato"/>
              </a:rPr>
              <a:t>3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6" name="Google Shape;225;p24"/>
          <p:cNvSpPr/>
          <p:nvPr/>
        </p:nvSpPr>
        <p:spPr>
          <a:xfrm>
            <a:off x="1446840" y="4036320"/>
            <a:ext cx="505080" cy="501480"/>
          </a:xfrm>
          <a:prstGeom prst="rect">
            <a:avLst/>
          </a:prstGeom>
          <a:solidFill>
            <a:schemeClr val="lt2"/>
          </a:solidFill>
          <a:ln w="9525">
            <a:solidFill>
              <a:srgbClr val="1a1a1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l" sz="1400" spc="-1" strike="noStrike">
                <a:solidFill>
                  <a:srgbClr val="000000"/>
                </a:solidFill>
                <a:latin typeface="Lato"/>
                <a:ea typeface="Lato"/>
              </a:rPr>
              <a:t>1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7" name="Google Shape;226;p24"/>
          <p:cNvSpPr/>
          <p:nvPr/>
        </p:nvSpPr>
        <p:spPr>
          <a:xfrm>
            <a:off x="1952640" y="4036320"/>
            <a:ext cx="505080" cy="501480"/>
          </a:xfrm>
          <a:prstGeom prst="rect">
            <a:avLst/>
          </a:prstGeom>
          <a:solidFill>
            <a:schemeClr val="lt2"/>
          </a:solidFill>
          <a:ln w="9525">
            <a:solidFill>
              <a:srgbClr val="1a1a1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l" sz="1400" spc="-1" strike="noStrike">
                <a:solidFill>
                  <a:srgbClr val="000000"/>
                </a:solidFill>
                <a:latin typeface="Lato"/>
                <a:ea typeface="Lato"/>
              </a:rPr>
              <a:t>6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8" name="Google Shape;227;p24"/>
          <p:cNvSpPr/>
          <p:nvPr/>
        </p:nvSpPr>
        <p:spPr>
          <a:xfrm>
            <a:off x="2458080" y="4036320"/>
            <a:ext cx="505080" cy="501480"/>
          </a:xfrm>
          <a:prstGeom prst="rect">
            <a:avLst/>
          </a:prstGeom>
          <a:solidFill>
            <a:schemeClr val="lt2"/>
          </a:solidFill>
          <a:ln w="9525">
            <a:solidFill>
              <a:srgbClr val="1a1a1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l" sz="1400" spc="-1" strike="noStrike">
                <a:solidFill>
                  <a:srgbClr val="000000"/>
                </a:solidFill>
                <a:latin typeface="Lato"/>
                <a:ea typeface="Lato"/>
              </a:rPr>
              <a:t>7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9" name="Google Shape;228;p24"/>
          <p:cNvSpPr/>
          <p:nvPr/>
        </p:nvSpPr>
        <p:spPr>
          <a:xfrm>
            <a:off x="2963520" y="4036320"/>
            <a:ext cx="505080" cy="501480"/>
          </a:xfrm>
          <a:prstGeom prst="rect">
            <a:avLst/>
          </a:prstGeom>
          <a:solidFill>
            <a:schemeClr val="lt2"/>
          </a:solidFill>
          <a:ln w="9525">
            <a:solidFill>
              <a:srgbClr val="1a1a1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l" sz="1400" spc="-1" strike="noStrike">
                <a:solidFill>
                  <a:srgbClr val="000000"/>
                </a:solidFill>
                <a:latin typeface="Lato"/>
                <a:ea typeface="Lato"/>
              </a:rPr>
              <a:t>0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0" name="Google Shape;229;p24"/>
          <p:cNvSpPr/>
          <p:nvPr/>
        </p:nvSpPr>
        <p:spPr>
          <a:xfrm>
            <a:off x="3468960" y="4036320"/>
            <a:ext cx="505080" cy="501480"/>
          </a:xfrm>
          <a:prstGeom prst="rect">
            <a:avLst/>
          </a:prstGeom>
          <a:solidFill>
            <a:srgbClr val="fce5cd"/>
          </a:solidFill>
          <a:ln w="9525">
            <a:solidFill>
              <a:srgbClr val="1a1a1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l" sz="1400" spc="-1" strike="noStrike">
                <a:solidFill>
                  <a:srgbClr val="000000"/>
                </a:solidFill>
                <a:latin typeface="Lato"/>
                <a:ea typeface="Lato"/>
              </a:rPr>
              <a:t>9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1" name="Google Shape;230;p24"/>
          <p:cNvSpPr/>
          <p:nvPr/>
        </p:nvSpPr>
        <p:spPr>
          <a:xfrm>
            <a:off x="3974400" y="4036320"/>
            <a:ext cx="505080" cy="501480"/>
          </a:xfrm>
          <a:prstGeom prst="rect">
            <a:avLst/>
          </a:prstGeom>
          <a:solidFill>
            <a:srgbClr val="fce5cd"/>
          </a:solidFill>
          <a:ln w="9525">
            <a:solidFill>
              <a:srgbClr val="1a1a1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l" sz="1400" spc="-1" strike="noStrike">
                <a:solidFill>
                  <a:srgbClr val="000000"/>
                </a:solidFill>
                <a:latin typeface="Lato"/>
                <a:ea typeface="Lato"/>
              </a:rPr>
              <a:t>2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2" name="Google Shape;231;p24"/>
          <p:cNvSpPr/>
          <p:nvPr/>
        </p:nvSpPr>
        <p:spPr>
          <a:xfrm>
            <a:off x="5491080" y="4072680"/>
            <a:ext cx="3044880" cy="429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t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l" sz="1600" spc="-1" strike="noStrike">
                <a:solidFill>
                  <a:schemeClr val="accent1"/>
                </a:solidFill>
                <a:latin typeface="Lato"/>
                <a:ea typeface="Lato"/>
              </a:rPr>
              <a:t>9 &gt; 2 → </a:t>
            </a:r>
            <a:r>
              <a:rPr b="1" lang="el" sz="1600" spc="-1" strike="noStrike">
                <a:solidFill>
                  <a:schemeClr val="accent3"/>
                </a:solidFill>
                <a:latin typeface="Lato"/>
                <a:ea typeface="Lato"/>
              </a:rPr>
              <a:t>Things not in place!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PlaceHolder 1"/>
          <p:cNvSpPr>
            <a:spLocks noGrp="1"/>
          </p:cNvSpPr>
          <p:nvPr>
            <p:ph type="title"/>
          </p:nvPr>
        </p:nvSpPr>
        <p:spPr>
          <a:xfrm>
            <a:off x="729360" y="572040"/>
            <a:ext cx="7688520" cy="53496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t">
            <a:normAutofit fontScale="88000"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l" sz="2600" spc="-1" strike="noStrike">
                <a:solidFill>
                  <a:schemeClr val="dk2"/>
                </a:solidFill>
                <a:latin typeface="Lato"/>
                <a:ea typeface="Lato"/>
              </a:rPr>
              <a:t>Bubbles. I want more bubbles.</a:t>
            </a:r>
            <a:endParaRPr b="0" lang="en-US" sz="2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4" name="PlaceHolder 2"/>
          <p:cNvSpPr>
            <a:spLocks noGrp="1"/>
          </p:cNvSpPr>
          <p:nvPr>
            <p:ph type="sldNum" idx="14"/>
          </p:nvPr>
        </p:nvSpPr>
        <p:spPr>
          <a:xfrm>
            <a:off x="8536320" y="4749840"/>
            <a:ext cx="548280" cy="39312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ctr">
            <a:norm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l" sz="1000" spc="-1" strike="noStrike">
                <a:solidFill>
                  <a:schemeClr val="accent1"/>
                </a:solidFill>
                <a:latin typeface="Lato"/>
                <a:ea typeface="Lato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76511AF1-3269-474E-BB08-18F70A41B917}" type="slidenum">
              <a:rPr b="0" lang="el" sz="1000" spc="-1" strike="noStrike">
                <a:solidFill>
                  <a:schemeClr val="accent1"/>
                </a:solidFill>
                <a:latin typeface="Lato"/>
                <a:ea typeface="Lato"/>
              </a:rPr>
              <a:t>10</a:t>
            </a:fld>
            <a:endParaRPr b="0" lang="en-US" sz="10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05" name="Google Shape;238;p25"/>
          <p:cNvSpPr/>
          <p:nvPr/>
        </p:nvSpPr>
        <p:spPr>
          <a:xfrm>
            <a:off x="941400" y="1522800"/>
            <a:ext cx="505080" cy="501480"/>
          </a:xfrm>
          <a:prstGeom prst="rect">
            <a:avLst/>
          </a:prstGeom>
          <a:solidFill>
            <a:schemeClr val="lt2"/>
          </a:solidFill>
          <a:ln w="9525">
            <a:solidFill>
              <a:srgbClr val="1a1a1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l" sz="1400" spc="-1" strike="noStrike">
                <a:solidFill>
                  <a:srgbClr val="000000"/>
                </a:solidFill>
                <a:latin typeface="Lato"/>
                <a:ea typeface="Lato"/>
              </a:rPr>
              <a:t>3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6" name="Google Shape;239;p25"/>
          <p:cNvSpPr/>
          <p:nvPr/>
        </p:nvSpPr>
        <p:spPr>
          <a:xfrm>
            <a:off x="1446840" y="1522800"/>
            <a:ext cx="505080" cy="501480"/>
          </a:xfrm>
          <a:prstGeom prst="rect">
            <a:avLst/>
          </a:prstGeom>
          <a:solidFill>
            <a:schemeClr val="lt2"/>
          </a:solidFill>
          <a:ln w="9525">
            <a:solidFill>
              <a:srgbClr val="1a1a1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l" sz="1400" spc="-1" strike="noStrike">
                <a:solidFill>
                  <a:srgbClr val="000000"/>
                </a:solidFill>
                <a:latin typeface="Lato"/>
                <a:ea typeface="Lato"/>
              </a:rPr>
              <a:t>1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7" name="Google Shape;240;p25"/>
          <p:cNvSpPr/>
          <p:nvPr/>
        </p:nvSpPr>
        <p:spPr>
          <a:xfrm>
            <a:off x="1952640" y="1522800"/>
            <a:ext cx="505080" cy="501480"/>
          </a:xfrm>
          <a:prstGeom prst="rect">
            <a:avLst/>
          </a:prstGeom>
          <a:solidFill>
            <a:schemeClr val="lt2"/>
          </a:solidFill>
          <a:ln w="9525">
            <a:solidFill>
              <a:srgbClr val="1a1a1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l" sz="1400" spc="-1" strike="noStrike">
                <a:solidFill>
                  <a:srgbClr val="000000"/>
                </a:solidFill>
                <a:latin typeface="Lato"/>
                <a:ea typeface="Lato"/>
              </a:rPr>
              <a:t>6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8" name="Google Shape;241;p25"/>
          <p:cNvSpPr/>
          <p:nvPr/>
        </p:nvSpPr>
        <p:spPr>
          <a:xfrm>
            <a:off x="2458080" y="1522800"/>
            <a:ext cx="505080" cy="501480"/>
          </a:xfrm>
          <a:prstGeom prst="rect">
            <a:avLst/>
          </a:prstGeom>
          <a:solidFill>
            <a:schemeClr val="lt2"/>
          </a:solidFill>
          <a:ln w="9525">
            <a:solidFill>
              <a:srgbClr val="1a1a1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l" sz="1400" spc="-1" strike="noStrike">
                <a:solidFill>
                  <a:srgbClr val="000000"/>
                </a:solidFill>
                <a:latin typeface="Lato"/>
                <a:ea typeface="Lato"/>
              </a:rPr>
              <a:t>7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9" name="Google Shape;242;p25"/>
          <p:cNvSpPr/>
          <p:nvPr/>
        </p:nvSpPr>
        <p:spPr>
          <a:xfrm>
            <a:off x="2963520" y="1522800"/>
            <a:ext cx="505080" cy="501480"/>
          </a:xfrm>
          <a:prstGeom prst="rect">
            <a:avLst/>
          </a:prstGeom>
          <a:solidFill>
            <a:schemeClr val="lt2"/>
          </a:solidFill>
          <a:ln w="9525">
            <a:solidFill>
              <a:srgbClr val="1a1a1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l" sz="1400" spc="-1" strike="noStrike">
                <a:solidFill>
                  <a:srgbClr val="000000"/>
                </a:solidFill>
                <a:latin typeface="Lato"/>
                <a:ea typeface="Lato"/>
              </a:rPr>
              <a:t>0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0" name="Google Shape;243;p25"/>
          <p:cNvSpPr/>
          <p:nvPr/>
        </p:nvSpPr>
        <p:spPr>
          <a:xfrm>
            <a:off x="3468960" y="1522800"/>
            <a:ext cx="505080" cy="501480"/>
          </a:xfrm>
          <a:prstGeom prst="rect">
            <a:avLst/>
          </a:prstGeom>
          <a:solidFill>
            <a:srgbClr val="c9daf8"/>
          </a:solidFill>
          <a:ln w="9525">
            <a:solidFill>
              <a:srgbClr val="1a1a1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l" sz="1400" spc="-1" strike="noStrike">
                <a:solidFill>
                  <a:srgbClr val="000000"/>
                </a:solidFill>
                <a:latin typeface="Lato"/>
                <a:ea typeface="Lato"/>
              </a:rPr>
              <a:t>2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1" name="Google Shape;244;p25"/>
          <p:cNvSpPr/>
          <p:nvPr/>
        </p:nvSpPr>
        <p:spPr>
          <a:xfrm>
            <a:off x="3974400" y="1522800"/>
            <a:ext cx="505080" cy="501480"/>
          </a:xfrm>
          <a:prstGeom prst="rect">
            <a:avLst/>
          </a:prstGeom>
          <a:solidFill>
            <a:srgbClr val="c9daf8"/>
          </a:solidFill>
          <a:ln w="9525">
            <a:solidFill>
              <a:srgbClr val="1a1a1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l" sz="1400" spc="-1" strike="noStrike">
                <a:solidFill>
                  <a:srgbClr val="000000"/>
                </a:solidFill>
                <a:latin typeface="Lato"/>
                <a:ea typeface="Lato"/>
              </a:rPr>
              <a:t>9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2" name="Google Shape;245;p25"/>
          <p:cNvSpPr/>
          <p:nvPr/>
        </p:nvSpPr>
        <p:spPr>
          <a:xfrm>
            <a:off x="5491080" y="1559160"/>
            <a:ext cx="2381040" cy="429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t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l" sz="1600" spc="-1" strike="noStrike">
                <a:solidFill>
                  <a:schemeClr val="accent1"/>
                </a:solidFill>
                <a:latin typeface="Lato"/>
                <a:ea typeface="Lato"/>
              </a:rPr>
              <a:t>2 &lt; 9 → </a:t>
            </a:r>
            <a:r>
              <a:rPr b="1" lang="el" sz="1600" spc="-1" strike="noStrike">
                <a:solidFill>
                  <a:schemeClr val="accent2"/>
                </a:solidFill>
                <a:latin typeface="Lato"/>
                <a:ea typeface="Lato"/>
              </a:rPr>
              <a:t>Swap!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3" name="Google Shape;246;p25"/>
          <p:cNvSpPr/>
          <p:nvPr/>
        </p:nvSpPr>
        <p:spPr>
          <a:xfrm>
            <a:off x="941400" y="2320920"/>
            <a:ext cx="505080" cy="501480"/>
          </a:xfrm>
          <a:prstGeom prst="rect">
            <a:avLst/>
          </a:prstGeom>
          <a:solidFill>
            <a:srgbClr val="fce5cd"/>
          </a:solidFill>
          <a:ln w="9525">
            <a:solidFill>
              <a:srgbClr val="1a1a1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l" sz="1400" spc="-1" strike="noStrike">
                <a:solidFill>
                  <a:srgbClr val="000000"/>
                </a:solidFill>
                <a:latin typeface="Lato"/>
                <a:ea typeface="Lato"/>
              </a:rPr>
              <a:t>3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4" name="Google Shape;247;p25"/>
          <p:cNvSpPr/>
          <p:nvPr/>
        </p:nvSpPr>
        <p:spPr>
          <a:xfrm>
            <a:off x="1446840" y="2320920"/>
            <a:ext cx="505080" cy="501480"/>
          </a:xfrm>
          <a:prstGeom prst="rect">
            <a:avLst/>
          </a:prstGeom>
          <a:solidFill>
            <a:srgbClr val="fce5cd"/>
          </a:solidFill>
          <a:ln w="9525">
            <a:solidFill>
              <a:srgbClr val="1a1a1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l" sz="1400" spc="-1" strike="noStrike">
                <a:solidFill>
                  <a:srgbClr val="000000"/>
                </a:solidFill>
                <a:latin typeface="Lato"/>
                <a:ea typeface="Lato"/>
              </a:rPr>
              <a:t>1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5" name="Google Shape;248;p25"/>
          <p:cNvSpPr/>
          <p:nvPr/>
        </p:nvSpPr>
        <p:spPr>
          <a:xfrm>
            <a:off x="1952640" y="2320920"/>
            <a:ext cx="505080" cy="501480"/>
          </a:xfrm>
          <a:prstGeom prst="rect">
            <a:avLst/>
          </a:prstGeom>
          <a:solidFill>
            <a:schemeClr val="lt2"/>
          </a:solidFill>
          <a:ln w="9525">
            <a:solidFill>
              <a:srgbClr val="1a1a1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l" sz="1400" spc="-1" strike="noStrike">
                <a:solidFill>
                  <a:srgbClr val="000000"/>
                </a:solidFill>
                <a:latin typeface="Lato"/>
                <a:ea typeface="Lato"/>
              </a:rPr>
              <a:t>6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6" name="Google Shape;249;p25"/>
          <p:cNvSpPr/>
          <p:nvPr/>
        </p:nvSpPr>
        <p:spPr>
          <a:xfrm>
            <a:off x="2458080" y="2320920"/>
            <a:ext cx="505080" cy="501480"/>
          </a:xfrm>
          <a:prstGeom prst="rect">
            <a:avLst/>
          </a:prstGeom>
          <a:solidFill>
            <a:schemeClr val="lt2"/>
          </a:solidFill>
          <a:ln w="9525">
            <a:solidFill>
              <a:srgbClr val="1a1a1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l" sz="1400" spc="-1" strike="noStrike">
                <a:solidFill>
                  <a:srgbClr val="000000"/>
                </a:solidFill>
                <a:latin typeface="Lato"/>
                <a:ea typeface="Lato"/>
              </a:rPr>
              <a:t>7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7" name="Google Shape;250;p25"/>
          <p:cNvSpPr/>
          <p:nvPr/>
        </p:nvSpPr>
        <p:spPr>
          <a:xfrm>
            <a:off x="2963520" y="2320920"/>
            <a:ext cx="505080" cy="501480"/>
          </a:xfrm>
          <a:prstGeom prst="rect">
            <a:avLst/>
          </a:prstGeom>
          <a:solidFill>
            <a:schemeClr val="lt2"/>
          </a:solidFill>
          <a:ln w="9525">
            <a:solidFill>
              <a:srgbClr val="1a1a1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l" sz="1400" spc="-1" strike="noStrike">
                <a:solidFill>
                  <a:srgbClr val="000000"/>
                </a:solidFill>
                <a:latin typeface="Lato"/>
                <a:ea typeface="Lato"/>
              </a:rPr>
              <a:t>0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8" name="Google Shape;251;p25"/>
          <p:cNvSpPr/>
          <p:nvPr/>
        </p:nvSpPr>
        <p:spPr>
          <a:xfrm>
            <a:off x="3468960" y="2320920"/>
            <a:ext cx="505080" cy="501480"/>
          </a:xfrm>
          <a:prstGeom prst="rect">
            <a:avLst/>
          </a:prstGeom>
          <a:solidFill>
            <a:schemeClr val="lt2"/>
          </a:solidFill>
          <a:ln w="9525">
            <a:solidFill>
              <a:srgbClr val="1a1a1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l" sz="1400" spc="-1" strike="noStrike">
                <a:solidFill>
                  <a:srgbClr val="000000"/>
                </a:solidFill>
                <a:latin typeface="Lato"/>
                <a:ea typeface="Lato"/>
              </a:rPr>
              <a:t>2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9" name="Google Shape;252;p25"/>
          <p:cNvSpPr/>
          <p:nvPr/>
        </p:nvSpPr>
        <p:spPr>
          <a:xfrm>
            <a:off x="3974400" y="2320920"/>
            <a:ext cx="505080" cy="501480"/>
          </a:xfrm>
          <a:prstGeom prst="rect">
            <a:avLst/>
          </a:prstGeom>
          <a:solidFill>
            <a:schemeClr val="dk1"/>
          </a:solidFill>
          <a:ln w="9525">
            <a:solidFill>
              <a:srgbClr val="1a998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l" sz="1400" spc="-1" strike="noStrike">
                <a:solidFill>
                  <a:schemeClr val="lt2"/>
                </a:solidFill>
                <a:latin typeface="Lato"/>
                <a:ea typeface="Lato"/>
              </a:rPr>
              <a:t>9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0" name="Google Shape;253;p25"/>
          <p:cNvSpPr/>
          <p:nvPr/>
        </p:nvSpPr>
        <p:spPr>
          <a:xfrm>
            <a:off x="5491080" y="2357280"/>
            <a:ext cx="3044880" cy="429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t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l" sz="1600" spc="-1" strike="noStrike">
                <a:solidFill>
                  <a:schemeClr val="accent1"/>
                </a:solidFill>
                <a:latin typeface="Lato"/>
                <a:ea typeface="Lato"/>
              </a:rPr>
              <a:t>3 &gt; 1 → </a:t>
            </a:r>
            <a:r>
              <a:rPr b="1" lang="el" sz="1600" spc="-1" strike="noStrike">
                <a:solidFill>
                  <a:schemeClr val="accent3"/>
                </a:solidFill>
                <a:latin typeface="Lato"/>
                <a:ea typeface="Lato"/>
              </a:rPr>
              <a:t>Things not in place!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1" name="Google Shape;254;p25"/>
          <p:cNvSpPr/>
          <p:nvPr/>
        </p:nvSpPr>
        <p:spPr>
          <a:xfrm>
            <a:off x="941400" y="3118680"/>
            <a:ext cx="505080" cy="501480"/>
          </a:xfrm>
          <a:prstGeom prst="rect">
            <a:avLst/>
          </a:prstGeom>
          <a:solidFill>
            <a:srgbClr val="c9daf8"/>
          </a:solidFill>
          <a:ln w="9525">
            <a:solidFill>
              <a:srgbClr val="1a1a1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l" sz="1400" spc="-1" strike="noStrike">
                <a:solidFill>
                  <a:srgbClr val="000000"/>
                </a:solidFill>
                <a:latin typeface="Lato"/>
                <a:ea typeface="Lato"/>
              </a:rPr>
              <a:t>1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2" name="Google Shape;255;p25"/>
          <p:cNvSpPr/>
          <p:nvPr/>
        </p:nvSpPr>
        <p:spPr>
          <a:xfrm>
            <a:off x="1446840" y="3118680"/>
            <a:ext cx="505080" cy="501480"/>
          </a:xfrm>
          <a:prstGeom prst="rect">
            <a:avLst/>
          </a:prstGeom>
          <a:solidFill>
            <a:srgbClr val="c9daf8"/>
          </a:solidFill>
          <a:ln w="9525">
            <a:solidFill>
              <a:srgbClr val="1a1a1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l" sz="1400" spc="-1" strike="noStrike">
                <a:solidFill>
                  <a:srgbClr val="000000"/>
                </a:solidFill>
                <a:latin typeface="Lato"/>
                <a:ea typeface="Lato"/>
              </a:rPr>
              <a:t>3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3" name="Google Shape;256;p25"/>
          <p:cNvSpPr/>
          <p:nvPr/>
        </p:nvSpPr>
        <p:spPr>
          <a:xfrm>
            <a:off x="1952640" y="3118680"/>
            <a:ext cx="505080" cy="501480"/>
          </a:xfrm>
          <a:prstGeom prst="rect">
            <a:avLst/>
          </a:prstGeom>
          <a:solidFill>
            <a:schemeClr val="lt2"/>
          </a:solidFill>
          <a:ln w="9525">
            <a:solidFill>
              <a:srgbClr val="1a1a1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l" sz="1400" spc="-1" strike="noStrike">
                <a:solidFill>
                  <a:srgbClr val="000000"/>
                </a:solidFill>
                <a:latin typeface="Lato"/>
                <a:ea typeface="Lato"/>
              </a:rPr>
              <a:t>6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4" name="Google Shape;257;p25"/>
          <p:cNvSpPr/>
          <p:nvPr/>
        </p:nvSpPr>
        <p:spPr>
          <a:xfrm>
            <a:off x="2458080" y="3118680"/>
            <a:ext cx="505080" cy="501480"/>
          </a:xfrm>
          <a:prstGeom prst="rect">
            <a:avLst/>
          </a:prstGeom>
          <a:solidFill>
            <a:schemeClr val="lt2"/>
          </a:solidFill>
          <a:ln w="9525">
            <a:solidFill>
              <a:srgbClr val="1a1a1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l" sz="1400" spc="-1" strike="noStrike">
                <a:solidFill>
                  <a:srgbClr val="000000"/>
                </a:solidFill>
                <a:latin typeface="Lato"/>
                <a:ea typeface="Lato"/>
              </a:rPr>
              <a:t>7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5" name="Google Shape;258;p25"/>
          <p:cNvSpPr/>
          <p:nvPr/>
        </p:nvSpPr>
        <p:spPr>
          <a:xfrm>
            <a:off x="2963520" y="3118680"/>
            <a:ext cx="505080" cy="501480"/>
          </a:xfrm>
          <a:prstGeom prst="rect">
            <a:avLst/>
          </a:prstGeom>
          <a:solidFill>
            <a:schemeClr val="lt2"/>
          </a:solidFill>
          <a:ln w="9525">
            <a:solidFill>
              <a:srgbClr val="1a1a1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l" sz="1400" spc="-1" strike="noStrike">
                <a:solidFill>
                  <a:srgbClr val="000000"/>
                </a:solidFill>
                <a:latin typeface="Lato"/>
                <a:ea typeface="Lato"/>
              </a:rPr>
              <a:t>0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6" name="Google Shape;259;p25"/>
          <p:cNvSpPr/>
          <p:nvPr/>
        </p:nvSpPr>
        <p:spPr>
          <a:xfrm>
            <a:off x="3468960" y="3118680"/>
            <a:ext cx="505080" cy="501480"/>
          </a:xfrm>
          <a:prstGeom prst="rect">
            <a:avLst/>
          </a:prstGeom>
          <a:solidFill>
            <a:schemeClr val="lt2"/>
          </a:solidFill>
          <a:ln w="9525">
            <a:solidFill>
              <a:srgbClr val="1a1a1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l" sz="1400" spc="-1" strike="noStrike">
                <a:solidFill>
                  <a:srgbClr val="000000"/>
                </a:solidFill>
                <a:latin typeface="Lato"/>
                <a:ea typeface="Lato"/>
              </a:rPr>
              <a:t>2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7" name="Google Shape;260;p25"/>
          <p:cNvSpPr/>
          <p:nvPr/>
        </p:nvSpPr>
        <p:spPr>
          <a:xfrm>
            <a:off x="3974400" y="3118680"/>
            <a:ext cx="505080" cy="501480"/>
          </a:xfrm>
          <a:prstGeom prst="rect">
            <a:avLst/>
          </a:prstGeom>
          <a:solidFill>
            <a:schemeClr val="dk1"/>
          </a:solidFill>
          <a:ln w="9525">
            <a:solidFill>
              <a:srgbClr val="1a998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l" sz="1400" spc="-1" strike="noStrike">
                <a:solidFill>
                  <a:schemeClr val="lt2"/>
                </a:solidFill>
                <a:latin typeface="Lato"/>
                <a:ea typeface="Lato"/>
              </a:rPr>
              <a:t>9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8" name="Google Shape;261;p25"/>
          <p:cNvSpPr/>
          <p:nvPr/>
        </p:nvSpPr>
        <p:spPr>
          <a:xfrm>
            <a:off x="5491080" y="3155040"/>
            <a:ext cx="3044880" cy="429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t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l" sz="1600" spc="-1" strike="noStrike">
                <a:solidFill>
                  <a:schemeClr val="accent1"/>
                </a:solidFill>
                <a:latin typeface="Lato"/>
                <a:ea typeface="Lato"/>
              </a:rPr>
              <a:t>1 &lt; 3 → </a:t>
            </a:r>
            <a:r>
              <a:rPr b="1" lang="el" sz="1600" spc="-1" strike="noStrike">
                <a:solidFill>
                  <a:schemeClr val="accent2"/>
                </a:solidFill>
                <a:latin typeface="Lato"/>
                <a:ea typeface="Lato"/>
              </a:rPr>
              <a:t>Swap!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9" name="Google Shape;262;p25"/>
          <p:cNvSpPr/>
          <p:nvPr/>
        </p:nvSpPr>
        <p:spPr>
          <a:xfrm>
            <a:off x="941400" y="4036320"/>
            <a:ext cx="505080" cy="501480"/>
          </a:xfrm>
          <a:prstGeom prst="rect">
            <a:avLst/>
          </a:prstGeom>
          <a:solidFill>
            <a:schemeClr val="lt2"/>
          </a:solidFill>
          <a:ln w="9525">
            <a:solidFill>
              <a:srgbClr val="1a1a1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l" sz="1400" spc="-1" strike="noStrike">
                <a:solidFill>
                  <a:srgbClr val="000000"/>
                </a:solidFill>
                <a:latin typeface="Lato"/>
                <a:ea typeface="Lato"/>
              </a:rPr>
              <a:t>1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0" name="Google Shape;263;p25"/>
          <p:cNvSpPr/>
          <p:nvPr/>
        </p:nvSpPr>
        <p:spPr>
          <a:xfrm>
            <a:off x="1446840" y="4036320"/>
            <a:ext cx="505080" cy="501480"/>
          </a:xfrm>
          <a:prstGeom prst="rect">
            <a:avLst/>
          </a:prstGeom>
          <a:solidFill>
            <a:srgbClr val="d9ead3"/>
          </a:solidFill>
          <a:ln w="9525">
            <a:solidFill>
              <a:srgbClr val="1a1a1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l" sz="1400" spc="-1" strike="noStrike">
                <a:solidFill>
                  <a:srgbClr val="000000"/>
                </a:solidFill>
                <a:latin typeface="Lato"/>
                <a:ea typeface="Lato"/>
              </a:rPr>
              <a:t>3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1" name="Google Shape;264;p25"/>
          <p:cNvSpPr/>
          <p:nvPr/>
        </p:nvSpPr>
        <p:spPr>
          <a:xfrm>
            <a:off x="1952640" y="4036320"/>
            <a:ext cx="505080" cy="501480"/>
          </a:xfrm>
          <a:prstGeom prst="rect">
            <a:avLst/>
          </a:prstGeom>
          <a:solidFill>
            <a:srgbClr val="d9ead3"/>
          </a:solidFill>
          <a:ln w="9525">
            <a:solidFill>
              <a:srgbClr val="1a1a1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l" sz="1400" spc="-1" strike="noStrike">
                <a:solidFill>
                  <a:srgbClr val="000000"/>
                </a:solidFill>
                <a:latin typeface="Lato"/>
                <a:ea typeface="Lato"/>
              </a:rPr>
              <a:t>6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2" name="Google Shape;265;p25"/>
          <p:cNvSpPr/>
          <p:nvPr/>
        </p:nvSpPr>
        <p:spPr>
          <a:xfrm>
            <a:off x="2458080" y="4036320"/>
            <a:ext cx="505080" cy="501480"/>
          </a:xfrm>
          <a:prstGeom prst="rect">
            <a:avLst/>
          </a:prstGeom>
          <a:solidFill>
            <a:schemeClr val="lt2"/>
          </a:solidFill>
          <a:ln w="9525">
            <a:solidFill>
              <a:srgbClr val="1a1a1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l" sz="1400" spc="-1" strike="noStrike">
                <a:solidFill>
                  <a:srgbClr val="000000"/>
                </a:solidFill>
                <a:latin typeface="Lato"/>
                <a:ea typeface="Lato"/>
              </a:rPr>
              <a:t>7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3" name="Google Shape;266;p25"/>
          <p:cNvSpPr/>
          <p:nvPr/>
        </p:nvSpPr>
        <p:spPr>
          <a:xfrm>
            <a:off x="2963520" y="4036320"/>
            <a:ext cx="505080" cy="501480"/>
          </a:xfrm>
          <a:prstGeom prst="rect">
            <a:avLst/>
          </a:prstGeom>
          <a:solidFill>
            <a:schemeClr val="lt2"/>
          </a:solidFill>
          <a:ln w="9525">
            <a:solidFill>
              <a:srgbClr val="1a1a1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l" sz="1400" spc="-1" strike="noStrike">
                <a:solidFill>
                  <a:srgbClr val="000000"/>
                </a:solidFill>
                <a:latin typeface="Lato"/>
                <a:ea typeface="Lato"/>
              </a:rPr>
              <a:t>0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4" name="Google Shape;267;p25"/>
          <p:cNvSpPr/>
          <p:nvPr/>
        </p:nvSpPr>
        <p:spPr>
          <a:xfrm>
            <a:off x="3468960" y="4036320"/>
            <a:ext cx="505080" cy="501480"/>
          </a:xfrm>
          <a:prstGeom prst="rect">
            <a:avLst/>
          </a:prstGeom>
          <a:solidFill>
            <a:schemeClr val="lt2"/>
          </a:solidFill>
          <a:ln w="9525">
            <a:solidFill>
              <a:srgbClr val="1a1a1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l" sz="1400" spc="-1" strike="noStrike">
                <a:solidFill>
                  <a:srgbClr val="000000"/>
                </a:solidFill>
                <a:latin typeface="Lato"/>
                <a:ea typeface="Lato"/>
              </a:rPr>
              <a:t>2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5" name="Google Shape;268;p25"/>
          <p:cNvSpPr/>
          <p:nvPr/>
        </p:nvSpPr>
        <p:spPr>
          <a:xfrm>
            <a:off x="3974400" y="4036320"/>
            <a:ext cx="505080" cy="501480"/>
          </a:xfrm>
          <a:prstGeom prst="rect">
            <a:avLst/>
          </a:prstGeom>
          <a:solidFill>
            <a:schemeClr val="dk1"/>
          </a:solidFill>
          <a:ln w="9525">
            <a:solidFill>
              <a:srgbClr val="1a998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l" sz="1400" spc="-1" strike="noStrike">
                <a:solidFill>
                  <a:schemeClr val="lt2"/>
                </a:solidFill>
                <a:latin typeface="Lato"/>
                <a:ea typeface="Lato"/>
              </a:rPr>
              <a:t>9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6" name="Google Shape;269;p25"/>
          <p:cNvSpPr/>
          <p:nvPr/>
        </p:nvSpPr>
        <p:spPr>
          <a:xfrm>
            <a:off x="5491080" y="4072680"/>
            <a:ext cx="3044880" cy="429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t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l" sz="1600" spc="-1" strike="noStrike">
                <a:solidFill>
                  <a:schemeClr val="accent1"/>
                </a:solidFill>
                <a:latin typeface="Lato"/>
                <a:ea typeface="Lato"/>
              </a:rPr>
              <a:t>3 &lt; 6 → </a:t>
            </a:r>
            <a:r>
              <a:rPr b="1" lang="el" sz="1600" spc="-1" strike="noStrike">
                <a:solidFill>
                  <a:schemeClr val="dk1"/>
                </a:solidFill>
                <a:latin typeface="Lato"/>
                <a:ea typeface="Lato"/>
              </a:rPr>
              <a:t>Things in place!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PlaceHolder 1"/>
          <p:cNvSpPr>
            <a:spLocks noGrp="1"/>
          </p:cNvSpPr>
          <p:nvPr>
            <p:ph type="title"/>
          </p:nvPr>
        </p:nvSpPr>
        <p:spPr>
          <a:xfrm>
            <a:off x="729360" y="572040"/>
            <a:ext cx="7688520" cy="53496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t">
            <a:normAutofit fontScale="88000"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l" sz="2600" spc="-1" strike="noStrike">
                <a:solidFill>
                  <a:schemeClr val="dk2"/>
                </a:solidFill>
                <a:latin typeface="Lato"/>
                <a:ea typeface="Lato"/>
              </a:rPr>
              <a:t>Bubbles. I want more bubbles.</a:t>
            </a:r>
            <a:endParaRPr b="0" lang="en-US" sz="2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8" name="PlaceHolder 2"/>
          <p:cNvSpPr>
            <a:spLocks noGrp="1"/>
          </p:cNvSpPr>
          <p:nvPr>
            <p:ph type="sldNum" idx="15"/>
          </p:nvPr>
        </p:nvSpPr>
        <p:spPr>
          <a:xfrm>
            <a:off x="8536320" y="4749840"/>
            <a:ext cx="548280" cy="39312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ctr">
            <a:norm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l" sz="1000" spc="-1" strike="noStrike">
                <a:solidFill>
                  <a:schemeClr val="accent1"/>
                </a:solidFill>
                <a:latin typeface="Lato"/>
                <a:ea typeface="Lato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AB57D919-CCAF-40CD-9D6B-71506C4ABEF5}" type="slidenum">
              <a:rPr b="0" lang="el" sz="1000" spc="-1" strike="noStrike">
                <a:solidFill>
                  <a:schemeClr val="accent1"/>
                </a:solidFill>
                <a:latin typeface="Lato"/>
                <a:ea typeface="Lato"/>
              </a:rPr>
              <a:t>11</a:t>
            </a:fld>
            <a:endParaRPr b="0" lang="en-US" sz="10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39" name="Google Shape;276;p26"/>
          <p:cNvSpPr/>
          <p:nvPr/>
        </p:nvSpPr>
        <p:spPr>
          <a:xfrm>
            <a:off x="941400" y="1522800"/>
            <a:ext cx="505080" cy="501480"/>
          </a:xfrm>
          <a:prstGeom prst="rect">
            <a:avLst/>
          </a:prstGeom>
          <a:solidFill>
            <a:schemeClr val="lt2"/>
          </a:solidFill>
          <a:ln w="9525">
            <a:solidFill>
              <a:srgbClr val="1a1a1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l" sz="1400" spc="-1" strike="noStrike">
                <a:solidFill>
                  <a:srgbClr val="000000"/>
                </a:solidFill>
                <a:latin typeface="Lato"/>
                <a:ea typeface="Lato"/>
              </a:rPr>
              <a:t>1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0" name="Google Shape;277;p26"/>
          <p:cNvSpPr/>
          <p:nvPr/>
        </p:nvSpPr>
        <p:spPr>
          <a:xfrm>
            <a:off x="1446840" y="1522800"/>
            <a:ext cx="505080" cy="501480"/>
          </a:xfrm>
          <a:prstGeom prst="rect">
            <a:avLst/>
          </a:prstGeom>
          <a:solidFill>
            <a:schemeClr val="lt2"/>
          </a:solidFill>
          <a:ln w="9525">
            <a:solidFill>
              <a:srgbClr val="1a1a1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l" sz="1400" spc="-1" strike="noStrike">
                <a:solidFill>
                  <a:srgbClr val="000000"/>
                </a:solidFill>
                <a:latin typeface="Lato"/>
                <a:ea typeface="Lato"/>
              </a:rPr>
              <a:t>3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1" name="Google Shape;278;p26"/>
          <p:cNvSpPr/>
          <p:nvPr/>
        </p:nvSpPr>
        <p:spPr>
          <a:xfrm>
            <a:off x="1952640" y="1522800"/>
            <a:ext cx="505080" cy="501480"/>
          </a:xfrm>
          <a:prstGeom prst="rect">
            <a:avLst/>
          </a:prstGeom>
          <a:solidFill>
            <a:srgbClr val="d9ead3"/>
          </a:solidFill>
          <a:ln w="9525">
            <a:solidFill>
              <a:srgbClr val="1a1a1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l" sz="1400" spc="-1" strike="noStrike">
                <a:solidFill>
                  <a:srgbClr val="000000"/>
                </a:solidFill>
                <a:latin typeface="Lato"/>
                <a:ea typeface="Lato"/>
              </a:rPr>
              <a:t>6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2" name="Google Shape;279;p26"/>
          <p:cNvSpPr/>
          <p:nvPr/>
        </p:nvSpPr>
        <p:spPr>
          <a:xfrm>
            <a:off x="2458080" y="1522800"/>
            <a:ext cx="505080" cy="501480"/>
          </a:xfrm>
          <a:prstGeom prst="rect">
            <a:avLst/>
          </a:prstGeom>
          <a:solidFill>
            <a:srgbClr val="d9ead3"/>
          </a:solidFill>
          <a:ln w="9525">
            <a:solidFill>
              <a:srgbClr val="1a1a1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l" sz="1400" spc="-1" strike="noStrike">
                <a:solidFill>
                  <a:srgbClr val="000000"/>
                </a:solidFill>
                <a:latin typeface="Lato"/>
                <a:ea typeface="Lato"/>
              </a:rPr>
              <a:t>7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3" name="Google Shape;280;p26"/>
          <p:cNvSpPr/>
          <p:nvPr/>
        </p:nvSpPr>
        <p:spPr>
          <a:xfrm>
            <a:off x="2963520" y="1522800"/>
            <a:ext cx="505080" cy="501480"/>
          </a:xfrm>
          <a:prstGeom prst="rect">
            <a:avLst/>
          </a:prstGeom>
          <a:solidFill>
            <a:schemeClr val="lt2"/>
          </a:solidFill>
          <a:ln w="9525">
            <a:solidFill>
              <a:srgbClr val="1a1a1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l" sz="1400" spc="-1" strike="noStrike">
                <a:solidFill>
                  <a:srgbClr val="000000"/>
                </a:solidFill>
                <a:latin typeface="Lato"/>
                <a:ea typeface="Lato"/>
              </a:rPr>
              <a:t>0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4" name="Google Shape;281;p26"/>
          <p:cNvSpPr/>
          <p:nvPr/>
        </p:nvSpPr>
        <p:spPr>
          <a:xfrm>
            <a:off x="3468960" y="1522800"/>
            <a:ext cx="505080" cy="501480"/>
          </a:xfrm>
          <a:prstGeom prst="rect">
            <a:avLst/>
          </a:prstGeom>
          <a:solidFill>
            <a:schemeClr val="lt2"/>
          </a:solidFill>
          <a:ln w="9525">
            <a:solidFill>
              <a:srgbClr val="1a1a1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l" sz="1400" spc="-1" strike="noStrike">
                <a:solidFill>
                  <a:srgbClr val="000000"/>
                </a:solidFill>
                <a:latin typeface="Lato"/>
                <a:ea typeface="Lato"/>
              </a:rPr>
              <a:t>2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5" name="Google Shape;282;p26"/>
          <p:cNvSpPr/>
          <p:nvPr/>
        </p:nvSpPr>
        <p:spPr>
          <a:xfrm>
            <a:off x="3974400" y="1522800"/>
            <a:ext cx="505080" cy="501480"/>
          </a:xfrm>
          <a:prstGeom prst="rect">
            <a:avLst/>
          </a:prstGeom>
          <a:solidFill>
            <a:schemeClr val="dk1"/>
          </a:solidFill>
          <a:ln w="9525">
            <a:solidFill>
              <a:srgbClr val="1a998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l" sz="1400" spc="-1" strike="noStrike">
                <a:solidFill>
                  <a:schemeClr val="lt2"/>
                </a:solidFill>
                <a:latin typeface="Lato"/>
                <a:ea typeface="Lato"/>
              </a:rPr>
              <a:t>9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6" name="Google Shape;283;p26"/>
          <p:cNvSpPr/>
          <p:nvPr/>
        </p:nvSpPr>
        <p:spPr>
          <a:xfrm>
            <a:off x="5491080" y="1559160"/>
            <a:ext cx="2381040" cy="429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t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l" sz="1600" spc="-1" strike="noStrike">
                <a:solidFill>
                  <a:schemeClr val="accent1"/>
                </a:solidFill>
                <a:latin typeface="Lato"/>
                <a:ea typeface="Lato"/>
              </a:rPr>
              <a:t>6 &lt; 7 → </a:t>
            </a:r>
            <a:r>
              <a:rPr b="1" lang="el" sz="1600" spc="-1" strike="noStrike">
                <a:solidFill>
                  <a:schemeClr val="dk1"/>
                </a:solidFill>
                <a:latin typeface="Lato"/>
                <a:ea typeface="Lato"/>
              </a:rPr>
              <a:t>Things in place!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7" name="Google Shape;284;p26"/>
          <p:cNvSpPr/>
          <p:nvPr/>
        </p:nvSpPr>
        <p:spPr>
          <a:xfrm>
            <a:off x="941400" y="2320920"/>
            <a:ext cx="505080" cy="501480"/>
          </a:xfrm>
          <a:prstGeom prst="rect">
            <a:avLst/>
          </a:prstGeom>
          <a:solidFill>
            <a:schemeClr val="lt2"/>
          </a:solidFill>
          <a:ln w="9525">
            <a:solidFill>
              <a:srgbClr val="1a1a1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l" sz="1400" spc="-1" strike="noStrike">
                <a:solidFill>
                  <a:srgbClr val="000000"/>
                </a:solidFill>
                <a:latin typeface="Lato"/>
                <a:ea typeface="Lato"/>
              </a:rPr>
              <a:t>1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8" name="Google Shape;285;p26"/>
          <p:cNvSpPr/>
          <p:nvPr/>
        </p:nvSpPr>
        <p:spPr>
          <a:xfrm>
            <a:off x="1446840" y="2320920"/>
            <a:ext cx="505080" cy="501480"/>
          </a:xfrm>
          <a:prstGeom prst="rect">
            <a:avLst/>
          </a:prstGeom>
          <a:solidFill>
            <a:schemeClr val="lt2"/>
          </a:solidFill>
          <a:ln w="9525">
            <a:solidFill>
              <a:srgbClr val="1a1a1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l" sz="1400" spc="-1" strike="noStrike">
                <a:solidFill>
                  <a:srgbClr val="000000"/>
                </a:solidFill>
                <a:latin typeface="Lato"/>
                <a:ea typeface="Lato"/>
              </a:rPr>
              <a:t>3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9" name="Google Shape;286;p26"/>
          <p:cNvSpPr/>
          <p:nvPr/>
        </p:nvSpPr>
        <p:spPr>
          <a:xfrm>
            <a:off x="1952640" y="2320920"/>
            <a:ext cx="505080" cy="501480"/>
          </a:xfrm>
          <a:prstGeom prst="rect">
            <a:avLst/>
          </a:prstGeom>
          <a:solidFill>
            <a:schemeClr val="lt2"/>
          </a:solidFill>
          <a:ln w="9525">
            <a:solidFill>
              <a:srgbClr val="1a1a1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l" sz="1400" spc="-1" strike="noStrike">
                <a:solidFill>
                  <a:srgbClr val="000000"/>
                </a:solidFill>
                <a:latin typeface="Lato"/>
                <a:ea typeface="Lato"/>
              </a:rPr>
              <a:t>6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0" name="Google Shape;287;p26"/>
          <p:cNvSpPr/>
          <p:nvPr/>
        </p:nvSpPr>
        <p:spPr>
          <a:xfrm>
            <a:off x="2458080" y="2320920"/>
            <a:ext cx="505080" cy="501480"/>
          </a:xfrm>
          <a:prstGeom prst="rect">
            <a:avLst/>
          </a:prstGeom>
          <a:solidFill>
            <a:srgbClr val="fce5cd"/>
          </a:solidFill>
          <a:ln w="9525">
            <a:solidFill>
              <a:srgbClr val="1a1a1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l" sz="1400" spc="-1" strike="noStrike">
                <a:solidFill>
                  <a:srgbClr val="000000"/>
                </a:solidFill>
                <a:latin typeface="Lato"/>
                <a:ea typeface="Lato"/>
              </a:rPr>
              <a:t>7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1" name="Google Shape;288;p26"/>
          <p:cNvSpPr/>
          <p:nvPr/>
        </p:nvSpPr>
        <p:spPr>
          <a:xfrm>
            <a:off x="2963520" y="2320920"/>
            <a:ext cx="505080" cy="501480"/>
          </a:xfrm>
          <a:prstGeom prst="rect">
            <a:avLst/>
          </a:prstGeom>
          <a:solidFill>
            <a:srgbClr val="fce5cd"/>
          </a:solidFill>
          <a:ln w="9525">
            <a:solidFill>
              <a:srgbClr val="1a1a1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l" sz="1400" spc="-1" strike="noStrike">
                <a:solidFill>
                  <a:srgbClr val="000000"/>
                </a:solidFill>
                <a:latin typeface="Lato"/>
                <a:ea typeface="Lato"/>
              </a:rPr>
              <a:t>0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2" name="Google Shape;289;p26"/>
          <p:cNvSpPr/>
          <p:nvPr/>
        </p:nvSpPr>
        <p:spPr>
          <a:xfrm>
            <a:off x="3468960" y="2320920"/>
            <a:ext cx="505080" cy="501480"/>
          </a:xfrm>
          <a:prstGeom prst="rect">
            <a:avLst/>
          </a:prstGeom>
          <a:solidFill>
            <a:schemeClr val="lt2"/>
          </a:solidFill>
          <a:ln w="9525">
            <a:solidFill>
              <a:srgbClr val="1a1a1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l" sz="1400" spc="-1" strike="noStrike">
                <a:solidFill>
                  <a:srgbClr val="000000"/>
                </a:solidFill>
                <a:latin typeface="Lato"/>
                <a:ea typeface="Lato"/>
              </a:rPr>
              <a:t>2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3" name="Google Shape;290;p26"/>
          <p:cNvSpPr/>
          <p:nvPr/>
        </p:nvSpPr>
        <p:spPr>
          <a:xfrm>
            <a:off x="3974400" y="2320920"/>
            <a:ext cx="505080" cy="501480"/>
          </a:xfrm>
          <a:prstGeom prst="rect">
            <a:avLst/>
          </a:prstGeom>
          <a:solidFill>
            <a:schemeClr val="dk1"/>
          </a:solidFill>
          <a:ln w="9525">
            <a:solidFill>
              <a:srgbClr val="1a998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l" sz="1400" spc="-1" strike="noStrike">
                <a:solidFill>
                  <a:schemeClr val="lt2"/>
                </a:solidFill>
                <a:latin typeface="Lato"/>
                <a:ea typeface="Lato"/>
              </a:rPr>
              <a:t>9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4" name="Google Shape;291;p26"/>
          <p:cNvSpPr/>
          <p:nvPr/>
        </p:nvSpPr>
        <p:spPr>
          <a:xfrm>
            <a:off x="5491080" y="2357280"/>
            <a:ext cx="3044880" cy="429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t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l" sz="1600" spc="-1" strike="noStrike">
                <a:solidFill>
                  <a:schemeClr val="accent1"/>
                </a:solidFill>
                <a:latin typeface="Lato"/>
                <a:ea typeface="Lato"/>
              </a:rPr>
              <a:t>7 &gt; 0 → </a:t>
            </a:r>
            <a:r>
              <a:rPr b="1" lang="el" sz="1600" spc="-1" strike="noStrike">
                <a:solidFill>
                  <a:schemeClr val="accent3"/>
                </a:solidFill>
                <a:latin typeface="Lato"/>
                <a:ea typeface="Lato"/>
              </a:rPr>
              <a:t>Things not in place!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5" name="Google Shape;292;p26"/>
          <p:cNvSpPr/>
          <p:nvPr/>
        </p:nvSpPr>
        <p:spPr>
          <a:xfrm>
            <a:off x="941400" y="3118680"/>
            <a:ext cx="505080" cy="501480"/>
          </a:xfrm>
          <a:prstGeom prst="rect">
            <a:avLst/>
          </a:prstGeom>
          <a:solidFill>
            <a:schemeClr val="lt2"/>
          </a:solidFill>
          <a:ln w="9525">
            <a:solidFill>
              <a:srgbClr val="1a1a1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l" sz="1400" spc="-1" strike="noStrike">
                <a:solidFill>
                  <a:srgbClr val="000000"/>
                </a:solidFill>
                <a:latin typeface="Lato"/>
                <a:ea typeface="Lato"/>
              </a:rPr>
              <a:t>1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6" name="Google Shape;293;p26"/>
          <p:cNvSpPr/>
          <p:nvPr/>
        </p:nvSpPr>
        <p:spPr>
          <a:xfrm>
            <a:off x="1446840" y="3118680"/>
            <a:ext cx="505080" cy="501480"/>
          </a:xfrm>
          <a:prstGeom prst="rect">
            <a:avLst/>
          </a:prstGeom>
          <a:solidFill>
            <a:schemeClr val="lt2"/>
          </a:solidFill>
          <a:ln w="9525">
            <a:solidFill>
              <a:srgbClr val="1a1a1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l" sz="1400" spc="-1" strike="noStrike">
                <a:solidFill>
                  <a:srgbClr val="000000"/>
                </a:solidFill>
                <a:latin typeface="Lato"/>
                <a:ea typeface="Lato"/>
              </a:rPr>
              <a:t>3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7" name="Google Shape;294;p26"/>
          <p:cNvSpPr/>
          <p:nvPr/>
        </p:nvSpPr>
        <p:spPr>
          <a:xfrm>
            <a:off x="1952640" y="3118680"/>
            <a:ext cx="505080" cy="501480"/>
          </a:xfrm>
          <a:prstGeom prst="rect">
            <a:avLst/>
          </a:prstGeom>
          <a:solidFill>
            <a:schemeClr val="lt2"/>
          </a:solidFill>
          <a:ln w="9525">
            <a:solidFill>
              <a:srgbClr val="1a1a1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l" sz="1400" spc="-1" strike="noStrike">
                <a:solidFill>
                  <a:srgbClr val="000000"/>
                </a:solidFill>
                <a:latin typeface="Lato"/>
                <a:ea typeface="Lato"/>
              </a:rPr>
              <a:t>6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8" name="Google Shape;295;p26"/>
          <p:cNvSpPr/>
          <p:nvPr/>
        </p:nvSpPr>
        <p:spPr>
          <a:xfrm>
            <a:off x="2458080" y="3118680"/>
            <a:ext cx="505080" cy="501480"/>
          </a:xfrm>
          <a:prstGeom prst="rect">
            <a:avLst/>
          </a:prstGeom>
          <a:solidFill>
            <a:srgbClr val="c9daf8"/>
          </a:solidFill>
          <a:ln w="9525">
            <a:solidFill>
              <a:srgbClr val="1a1a1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l" sz="1400" spc="-1" strike="noStrike">
                <a:solidFill>
                  <a:srgbClr val="000000"/>
                </a:solidFill>
                <a:latin typeface="Lato"/>
                <a:ea typeface="Lato"/>
              </a:rPr>
              <a:t>0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9" name="Google Shape;296;p26"/>
          <p:cNvSpPr/>
          <p:nvPr/>
        </p:nvSpPr>
        <p:spPr>
          <a:xfrm>
            <a:off x="2963520" y="3118680"/>
            <a:ext cx="505080" cy="501480"/>
          </a:xfrm>
          <a:prstGeom prst="rect">
            <a:avLst/>
          </a:prstGeom>
          <a:solidFill>
            <a:srgbClr val="c9daf8"/>
          </a:solidFill>
          <a:ln w="9525">
            <a:solidFill>
              <a:srgbClr val="1a1a1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l" sz="1400" spc="-1" strike="noStrike">
                <a:solidFill>
                  <a:srgbClr val="000000"/>
                </a:solidFill>
                <a:latin typeface="Lato"/>
                <a:ea typeface="Lato"/>
              </a:rPr>
              <a:t>7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0" name="Google Shape;297;p26"/>
          <p:cNvSpPr/>
          <p:nvPr/>
        </p:nvSpPr>
        <p:spPr>
          <a:xfrm>
            <a:off x="3468960" y="3118680"/>
            <a:ext cx="505080" cy="501480"/>
          </a:xfrm>
          <a:prstGeom prst="rect">
            <a:avLst/>
          </a:prstGeom>
          <a:solidFill>
            <a:schemeClr val="lt2"/>
          </a:solidFill>
          <a:ln w="9525">
            <a:solidFill>
              <a:srgbClr val="1a1a1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l" sz="1400" spc="-1" strike="noStrike">
                <a:solidFill>
                  <a:srgbClr val="000000"/>
                </a:solidFill>
                <a:latin typeface="Lato"/>
                <a:ea typeface="Lato"/>
              </a:rPr>
              <a:t>2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1" name="Google Shape;298;p26"/>
          <p:cNvSpPr/>
          <p:nvPr/>
        </p:nvSpPr>
        <p:spPr>
          <a:xfrm>
            <a:off x="3974400" y="3118680"/>
            <a:ext cx="505080" cy="501480"/>
          </a:xfrm>
          <a:prstGeom prst="rect">
            <a:avLst/>
          </a:prstGeom>
          <a:solidFill>
            <a:schemeClr val="dk1"/>
          </a:solidFill>
          <a:ln w="9525">
            <a:solidFill>
              <a:srgbClr val="1a998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l" sz="1400" spc="-1" strike="noStrike">
                <a:solidFill>
                  <a:schemeClr val="lt2"/>
                </a:solidFill>
                <a:latin typeface="Lato"/>
                <a:ea typeface="Lato"/>
              </a:rPr>
              <a:t>9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2" name="Google Shape;299;p26"/>
          <p:cNvSpPr/>
          <p:nvPr/>
        </p:nvSpPr>
        <p:spPr>
          <a:xfrm>
            <a:off x="5491080" y="3155040"/>
            <a:ext cx="3044880" cy="429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t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l" sz="1600" spc="-1" strike="noStrike">
                <a:solidFill>
                  <a:schemeClr val="accent1"/>
                </a:solidFill>
                <a:latin typeface="Lato"/>
                <a:ea typeface="Lato"/>
              </a:rPr>
              <a:t>0 &lt; 7 → </a:t>
            </a:r>
            <a:r>
              <a:rPr b="1" lang="el" sz="1600" spc="-1" strike="noStrike">
                <a:solidFill>
                  <a:schemeClr val="accent2"/>
                </a:solidFill>
                <a:latin typeface="Lato"/>
                <a:ea typeface="Lato"/>
              </a:rPr>
              <a:t>Swap!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3" name="Google Shape;300;p26"/>
          <p:cNvSpPr/>
          <p:nvPr/>
        </p:nvSpPr>
        <p:spPr>
          <a:xfrm>
            <a:off x="941400" y="4036320"/>
            <a:ext cx="505080" cy="501480"/>
          </a:xfrm>
          <a:prstGeom prst="rect">
            <a:avLst/>
          </a:prstGeom>
          <a:solidFill>
            <a:schemeClr val="lt2"/>
          </a:solidFill>
          <a:ln w="9525">
            <a:solidFill>
              <a:srgbClr val="1a1a1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l" sz="1400" spc="-1" strike="noStrike">
                <a:solidFill>
                  <a:srgbClr val="000000"/>
                </a:solidFill>
                <a:latin typeface="Lato"/>
                <a:ea typeface="Lato"/>
              </a:rPr>
              <a:t>1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4" name="Google Shape;301;p26"/>
          <p:cNvSpPr/>
          <p:nvPr/>
        </p:nvSpPr>
        <p:spPr>
          <a:xfrm>
            <a:off x="1446840" y="4036320"/>
            <a:ext cx="505080" cy="501480"/>
          </a:xfrm>
          <a:prstGeom prst="rect">
            <a:avLst/>
          </a:prstGeom>
          <a:solidFill>
            <a:schemeClr val="lt2"/>
          </a:solidFill>
          <a:ln w="9525">
            <a:solidFill>
              <a:srgbClr val="1a1a1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l" sz="1400" spc="-1" strike="noStrike">
                <a:solidFill>
                  <a:srgbClr val="000000"/>
                </a:solidFill>
                <a:latin typeface="Lato"/>
                <a:ea typeface="Lato"/>
              </a:rPr>
              <a:t>3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5" name="Google Shape;302;p26"/>
          <p:cNvSpPr/>
          <p:nvPr/>
        </p:nvSpPr>
        <p:spPr>
          <a:xfrm>
            <a:off x="1952640" y="4036320"/>
            <a:ext cx="505080" cy="501480"/>
          </a:xfrm>
          <a:prstGeom prst="rect">
            <a:avLst/>
          </a:prstGeom>
          <a:solidFill>
            <a:schemeClr val="lt2"/>
          </a:solidFill>
          <a:ln w="9525">
            <a:solidFill>
              <a:srgbClr val="1a1a1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l" sz="1400" spc="-1" strike="noStrike">
                <a:solidFill>
                  <a:srgbClr val="000000"/>
                </a:solidFill>
                <a:latin typeface="Lato"/>
                <a:ea typeface="Lato"/>
              </a:rPr>
              <a:t>6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6" name="Google Shape;303;p26"/>
          <p:cNvSpPr/>
          <p:nvPr/>
        </p:nvSpPr>
        <p:spPr>
          <a:xfrm>
            <a:off x="2458080" y="4036320"/>
            <a:ext cx="505080" cy="501480"/>
          </a:xfrm>
          <a:prstGeom prst="rect">
            <a:avLst/>
          </a:prstGeom>
          <a:solidFill>
            <a:schemeClr val="lt2"/>
          </a:solidFill>
          <a:ln w="9525">
            <a:solidFill>
              <a:srgbClr val="1a1a1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l" sz="1400" spc="-1" strike="noStrike">
                <a:solidFill>
                  <a:srgbClr val="000000"/>
                </a:solidFill>
                <a:latin typeface="Lato"/>
                <a:ea typeface="Lato"/>
              </a:rPr>
              <a:t>0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7" name="Google Shape;304;p26"/>
          <p:cNvSpPr/>
          <p:nvPr/>
        </p:nvSpPr>
        <p:spPr>
          <a:xfrm>
            <a:off x="2963520" y="4036320"/>
            <a:ext cx="505080" cy="501480"/>
          </a:xfrm>
          <a:prstGeom prst="rect">
            <a:avLst/>
          </a:prstGeom>
          <a:solidFill>
            <a:srgbClr val="fce5cd"/>
          </a:solidFill>
          <a:ln w="9525">
            <a:solidFill>
              <a:srgbClr val="1a1a1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l" sz="1400" spc="-1" strike="noStrike">
                <a:solidFill>
                  <a:srgbClr val="000000"/>
                </a:solidFill>
                <a:latin typeface="Lato"/>
                <a:ea typeface="Lato"/>
              </a:rPr>
              <a:t>7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8" name="Google Shape;305;p26"/>
          <p:cNvSpPr/>
          <p:nvPr/>
        </p:nvSpPr>
        <p:spPr>
          <a:xfrm>
            <a:off x="3468960" y="4036320"/>
            <a:ext cx="505080" cy="501480"/>
          </a:xfrm>
          <a:prstGeom prst="rect">
            <a:avLst/>
          </a:prstGeom>
          <a:solidFill>
            <a:srgbClr val="fce5cd"/>
          </a:solidFill>
          <a:ln w="9525">
            <a:solidFill>
              <a:srgbClr val="1a1a1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l" sz="1400" spc="-1" strike="noStrike">
                <a:solidFill>
                  <a:srgbClr val="000000"/>
                </a:solidFill>
                <a:latin typeface="Lato"/>
                <a:ea typeface="Lato"/>
              </a:rPr>
              <a:t>2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9" name="Google Shape;306;p26"/>
          <p:cNvSpPr/>
          <p:nvPr/>
        </p:nvSpPr>
        <p:spPr>
          <a:xfrm>
            <a:off x="3974400" y="4036320"/>
            <a:ext cx="505080" cy="501480"/>
          </a:xfrm>
          <a:prstGeom prst="rect">
            <a:avLst/>
          </a:prstGeom>
          <a:solidFill>
            <a:schemeClr val="dk1"/>
          </a:solidFill>
          <a:ln w="9525">
            <a:solidFill>
              <a:srgbClr val="1a998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l" sz="1400" spc="-1" strike="noStrike">
                <a:solidFill>
                  <a:schemeClr val="lt2"/>
                </a:solidFill>
                <a:latin typeface="Lato"/>
                <a:ea typeface="Lato"/>
              </a:rPr>
              <a:t>9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0" name="Google Shape;307;p26"/>
          <p:cNvSpPr/>
          <p:nvPr/>
        </p:nvSpPr>
        <p:spPr>
          <a:xfrm>
            <a:off x="5491080" y="4072680"/>
            <a:ext cx="3044880" cy="429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t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l" sz="1600" spc="-1" strike="noStrike">
                <a:solidFill>
                  <a:schemeClr val="accent1"/>
                </a:solidFill>
                <a:latin typeface="Lato"/>
                <a:ea typeface="Lato"/>
              </a:rPr>
              <a:t>7 &gt; 2 → </a:t>
            </a:r>
            <a:r>
              <a:rPr b="1" lang="el" sz="1600" spc="-1" strike="noStrike">
                <a:solidFill>
                  <a:schemeClr val="accent3"/>
                </a:solidFill>
                <a:latin typeface="Lato"/>
                <a:ea typeface="Lato"/>
              </a:rPr>
              <a:t>Things not in place!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1" name="PlaceHolder 1"/>
          <p:cNvSpPr>
            <a:spLocks noGrp="1"/>
          </p:cNvSpPr>
          <p:nvPr>
            <p:ph type="title"/>
          </p:nvPr>
        </p:nvSpPr>
        <p:spPr>
          <a:xfrm>
            <a:off x="729360" y="572040"/>
            <a:ext cx="7688520" cy="53496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t">
            <a:normAutofit fontScale="88000"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l" sz="2600" spc="-1" strike="noStrike">
                <a:solidFill>
                  <a:schemeClr val="dk2"/>
                </a:solidFill>
                <a:latin typeface="Lato"/>
                <a:ea typeface="Lato"/>
              </a:rPr>
              <a:t>Bubbles. I want more bubbles.</a:t>
            </a:r>
            <a:endParaRPr b="0" lang="en-US" sz="2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2" name="PlaceHolder 2"/>
          <p:cNvSpPr>
            <a:spLocks noGrp="1"/>
          </p:cNvSpPr>
          <p:nvPr>
            <p:ph type="sldNum" idx="16"/>
          </p:nvPr>
        </p:nvSpPr>
        <p:spPr>
          <a:xfrm>
            <a:off x="8536320" y="4749840"/>
            <a:ext cx="548280" cy="39312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ctr">
            <a:norm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l" sz="1000" spc="-1" strike="noStrike">
                <a:solidFill>
                  <a:schemeClr val="accent1"/>
                </a:solidFill>
                <a:latin typeface="Lato"/>
                <a:ea typeface="Lato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B471B8AD-D47E-422A-9984-235E5D6E4A30}" type="slidenum">
              <a:rPr b="0" lang="el" sz="1000" spc="-1" strike="noStrike">
                <a:solidFill>
                  <a:schemeClr val="accent1"/>
                </a:solidFill>
                <a:latin typeface="Lato"/>
                <a:ea typeface="Lato"/>
              </a:rPr>
              <a:t>12</a:t>
            </a:fld>
            <a:endParaRPr b="0" lang="en-US" sz="10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73" name="Google Shape;314;p27"/>
          <p:cNvSpPr/>
          <p:nvPr/>
        </p:nvSpPr>
        <p:spPr>
          <a:xfrm>
            <a:off x="941400" y="1522800"/>
            <a:ext cx="505080" cy="501480"/>
          </a:xfrm>
          <a:prstGeom prst="rect">
            <a:avLst/>
          </a:prstGeom>
          <a:solidFill>
            <a:schemeClr val="lt2"/>
          </a:solidFill>
          <a:ln w="9525">
            <a:solidFill>
              <a:srgbClr val="1a1a1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l" sz="1400" spc="-1" strike="noStrike">
                <a:solidFill>
                  <a:srgbClr val="000000"/>
                </a:solidFill>
                <a:latin typeface="Lato"/>
                <a:ea typeface="Lato"/>
              </a:rPr>
              <a:t>1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4" name="Google Shape;315;p27"/>
          <p:cNvSpPr/>
          <p:nvPr/>
        </p:nvSpPr>
        <p:spPr>
          <a:xfrm>
            <a:off x="1446840" y="1522800"/>
            <a:ext cx="505080" cy="501480"/>
          </a:xfrm>
          <a:prstGeom prst="rect">
            <a:avLst/>
          </a:prstGeom>
          <a:solidFill>
            <a:schemeClr val="lt2"/>
          </a:solidFill>
          <a:ln w="9525">
            <a:solidFill>
              <a:srgbClr val="1a1a1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l" sz="1400" spc="-1" strike="noStrike">
                <a:solidFill>
                  <a:srgbClr val="000000"/>
                </a:solidFill>
                <a:latin typeface="Lato"/>
                <a:ea typeface="Lato"/>
              </a:rPr>
              <a:t>3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5" name="Google Shape;316;p27"/>
          <p:cNvSpPr/>
          <p:nvPr/>
        </p:nvSpPr>
        <p:spPr>
          <a:xfrm>
            <a:off x="1952640" y="1522800"/>
            <a:ext cx="505080" cy="501480"/>
          </a:xfrm>
          <a:prstGeom prst="rect">
            <a:avLst/>
          </a:prstGeom>
          <a:solidFill>
            <a:schemeClr val="lt2"/>
          </a:solidFill>
          <a:ln w="9525">
            <a:solidFill>
              <a:srgbClr val="1a1a1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l" sz="1400" spc="-1" strike="noStrike">
                <a:solidFill>
                  <a:srgbClr val="000000"/>
                </a:solidFill>
                <a:latin typeface="Lato"/>
                <a:ea typeface="Lato"/>
              </a:rPr>
              <a:t>6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6" name="Google Shape;317;p27"/>
          <p:cNvSpPr/>
          <p:nvPr/>
        </p:nvSpPr>
        <p:spPr>
          <a:xfrm>
            <a:off x="2458080" y="1522800"/>
            <a:ext cx="505080" cy="501480"/>
          </a:xfrm>
          <a:prstGeom prst="rect">
            <a:avLst/>
          </a:prstGeom>
          <a:solidFill>
            <a:schemeClr val="lt2"/>
          </a:solidFill>
          <a:ln w="9525">
            <a:solidFill>
              <a:srgbClr val="1a1a1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l" sz="1400" spc="-1" strike="noStrike">
                <a:solidFill>
                  <a:srgbClr val="000000"/>
                </a:solidFill>
                <a:latin typeface="Lato"/>
                <a:ea typeface="Lato"/>
              </a:rPr>
              <a:t>0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7" name="Google Shape;318;p27"/>
          <p:cNvSpPr/>
          <p:nvPr/>
        </p:nvSpPr>
        <p:spPr>
          <a:xfrm>
            <a:off x="2963520" y="1522800"/>
            <a:ext cx="505080" cy="501480"/>
          </a:xfrm>
          <a:prstGeom prst="rect">
            <a:avLst/>
          </a:prstGeom>
          <a:solidFill>
            <a:srgbClr val="c9daf8"/>
          </a:solidFill>
          <a:ln w="9525">
            <a:solidFill>
              <a:srgbClr val="1a1a1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l" sz="1400" spc="-1" strike="noStrike">
                <a:solidFill>
                  <a:srgbClr val="000000"/>
                </a:solidFill>
                <a:latin typeface="Lato"/>
                <a:ea typeface="Lato"/>
              </a:rPr>
              <a:t>2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8" name="Google Shape;319;p27"/>
          <p:cNvSpPr/>
          <p:nvPr/>
        </p:nvSpPr>
        <p:spPr>
          <a:xfrm>
            <a:off x="3468960" y="1522800"/>
            <a:ext cx="505080" cy="501480"/>
          </a:xfrm>
          <a:prstGeom prst="rect">
            <a:avLst/>
          </a:prstGeom>
          <a:solidFill>
            <a:srgbClr val="c9daf8"/>
          </a:solidFill>
          <a:ln w="9525">
            <a:solidFill>
              <a:srgbClr val="1a1a1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l" sz="1400" spc="-1" strike="noStrike">
                <a:solidFill>
                  <a:srgbClr val="000000"/>
                </a:solidFill>
                <a:latin typeface="Lato"/>
                <a:ea typeface="Lato"/>
              </a:rPr>
              <a:t>7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9" name="Google Shape;320;p27"/>
          <p:cNvSpPr/>
          <p:nvPr/>
        </p:nvSpPr>
        <p:spPr>
          <a:xfrm>
            <a:off x="3974400" y="1522800"/>
            <a:ext cx="505080" cy="501480"/>
          </a:xfrm>
          <a:prstGeom prst="rect">
            <a:avLst/>
          </a:prstGeom>
          <a:solidFill>
            <a:schemeClr val="dk1"/>
          </a:solidFill>
          <a:ln w="9525">
            <a:solidFill>
              <a:srgbClr val="1a998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l" sz="1400" spc="-1" strike="noStrike">
                <a:solidFill>
                  <a:schemeClr val="lt2"/>
                </a:solidFill>
                <a:latin typeface="Lato"/>
                <a:ea typeface="Lato"/>
              </a:rPr>
              <a:t>9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0" name="Google Shape;321;p27"/>
          <p:cNvSpPr/>
          <p:nvPr/>
        </p:nvSpPr>
        <p:spPr>
          <a:xfrm>
            <a:off x="5491080" y="1559160"/>
            <a:ext cx="2381040" cy="429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t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l" sz="1600" spc="-1" strike="noStrike">
                <a:solidFill>
                  <a:schemeClr val="accent1"/>
                </a:solidFill>
                <a:latin typeface="Lato"/>
                <a:ea typeface="Lato"/>
              </a:rPr>
              <a:t>2 &lt; 7 → </a:t>
            </a:r>
            <a:r>
              <a:rPr b="1" lang="el" sz="1600" spc="-1" strike="noStrike">
                <a:solidFill>
                  <a:schemeClr val="accent2"/>
                </a:solidFill>
                <a:latin typeface="Lato"/>
                <a:ea typeface="Lato"/>
              </a:rPr>
              <a:t>Swap!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1" name="Google Shape;322;p27"/>
          <p:cNvSpPr/>
          <p:nvPr/>
        </p:nvSpPr>
        <p:spPr>
          <a:xfrm>
            <a:off x="941400" y="2320920"/>
            <a:ext cx="505080" cy="501480"/>
          </a:xfrm>
          <a:prstGeom prst="rect">
            <a:avLst/>
          </a:prstGeom>
          <a:solidFill>
            <a:srgbClr val="d9ead3"/>
          </a:solidFill>
          <a:ln w="9525">
            <a:solidFill>
              <a:srgbClr val="1a1a1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l" sz="1400" spc="-1" strike="noStrike">
                <a:solidFill>
                  <a:srgbClr val="000000"/>
                </a:solidFill>
                <a:latin typeface="Lato"/>
                <a:ea typeface="Lato"/>
              </a:rPr>
              <a:t>1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2" name="Google Shape;323;p27"/>
          <p:cNvSpPr/>
          <p:nvPr/>
        </p:nvSpPr>
        <p:spPr>
          <a:xfrm>
            <a:off x="1446840" y="2320920"/>
            <a:ext cx="505080" cy="501480"/>
          </a:xfrm>
          <a:prstGeom prst="rect">
            <a:avLst/>
          </a:prstGeom>
          <a:solidFill>
            <a:srgbClr val="d9ead3"/>
          </a:solidFill>
          <a:ln w="9525">
            <a:solidFill>
              <a:srgbClr val="1a1a1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l" sz="1400" spc="-1" strike="noStrike">
                <a:solidFill>
                  <a:srgbClr val="000000"/>
                </a:solidFill>
                <a:latin typeface="Lato"/>
                <a:ea typeface="Lato"/>
              </a:rPr>
              <a:t>3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3" name="Google Shape;324;p27"/>
          <p:cNvSpPr/>
          <p:nvPr/>
        </p:nvSpPr>
        <p:spPr>
          <a:xfrm>
            <a:off x="1952640" y="2320920"/>
            <a:ext cx="505080" cy="501480"/>
          </a:xfrm>
          <a:prstGeom prst="rect">
            <a:avLst/>
          </a:prstGeom>
          <a:solidFill>
            <a:schemeClr val="lt2"/>
          </a:solidFill>
          <a:ln w="9525">
            <a:solidFill>
              <a:srgbClr val="1a1a1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l" sz="1400" spc="-1" strike="noStrike">
                <a:solidFill>
                  <a:srgbClr val="000000"/>
                </a:solidFill>
                <a:latin typeface="Lato"/>
                <a:ea typeface="Lato"/>
              </a:rPr>
              <a:t>6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4" name="Google Shape;325;p27"/>
          <p:cNvSpPr/>
          <p:nvPr/>
        </p:nvSpPr>
        <p:spPr>
          <a:xfrm>
            <a:off x="2458080" y="2320920"/>
            <a:ext cx="505080" cy="501480"/>
          </a:xfrm>
          <a:prstGeom prst="rect">
            <a:avLst/>
          </a:prstGeom>
          <a:solidFill>
            <a:schemeClr val="lt2"/>
          </a:solidFill>
          <a:ln w="9525">
            <a:solidFill>
              <a:srgbClr val="1a1a1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l" sz="1400" spc="-1" strike="noStrike">
                <a:solidFill>
                  <a:srgbClr val="000000"/>
                </a:solidFill>
                <a:latin typeface="Lato"/>
                <a:ea typeface="Lato"/>
              </a:rPr>
              <a:t>0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5" name="Google Shape;326;p27"/>
          <p:cNvSpPr/>
          <p:nvPr/>
        </p:nvSpPr>
        <p:spPr>
          <a:xfrm>
            <a:off x="2963520" y="2320920"/>
            <a:ext cx="505080" cy="501480"/>
          </a:xfrm>
          <a:prstGeom prst="rect">
            <a:avLst/>
          </a:prstGeom>
          <a:solidFill>
            <a:schemeClr val="lt2"/>
          </a:solidFill>
          <a:ln w="9525">
            <a:solidFill>
              <a:srgbClr val="1a1a1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l" sz="1400" spc="-1" strike="noStrike">
                <a:solidFill>
                  <a:srgbClr val="000000"/>
                </a:solidFill>
                <a:latin typeface="Lato"/>
                <a:ea typeface="Lato"/>
              </a:rPr>
              <a:t>2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6" name="Google Shape;327;p27"/>
          <p:cNvSpPr/>
          <p:nvPr/>
        </p:nvSpPr>
        <p:spPr>
          <a:xfrm>
            <a:off x="3468960" y="2320920"/>
            <a:ext cx="505080" cy="501480"/>
          </a:xfrm>
          <a:prstGeom prst="rect">
            <a:avLst/>
          </a:prstGeom>
          <a:solidFill>
            <a:schemeClr val="dk1"/>
          </a:solidFill>
          <a:ln w="9525">
            <a:solidFill>
              <a:srgbClr val="1a998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l" sz="1400" spc="-1" strike="noStrike">
                <a:solidFill>
                  <a:schemeClr val="lt2"/>
                </a:solidFill>
                <a:latin typeface="Lato"/>
                <a:ea typeface="Lato"/>
              </a:rPr>
              <a:t>7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7" name="Google Shape;328;p27"/>
          <p:cNvSpPr/>
          <p:nvPr/>
        </p:nvSpPr>
        <p:spPr>
          <a:xfrm>
            <a:off x="3974400" y="2320920"/>
            <a:ext cx="505080" cy="501480"/>
          </a:xfrm>
          <a:prstGeom prst="rect">
            <a:avLst/>
          </a:prstGeom>
          <a:solidFill>
            <a:schemeClr val="dk1"/>
          </a:solidFill>
          <a:ln w="9525">
            <a:solidFill>
              <a:srgbClr val="1a998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l" sz="1400" spc="-1" strike="noStrike">
                <a:solidFill>
                  <a:schemeClr val="lt2"/>
                </a:solidFill>
                <a:latin typeface="Lato"/>
                <a:ea typeface="Lato"/>
              </a:rPr>
              <a:t>9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8" name="Google Shape;329;p27"/>
          <p:cNvSpPr/>
          <p:nvPr/>
        </p:nvSpPr>
        <p:spPr>
          <a:xfrm>
            <a:off x="5491080" y="2357280"/>
            <a:ext cx="3044880" cy="429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t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l" sz="1600" spc="-1" strike="noStrike">
                <a:solidFill>
                  <a:schemeClr val="accent1"/>
                </a:solidFill>
                <a:latin typeface="Lato"/>
                <a:ea typeface="Lato"/>
              </a:rPr>
              <a:t>1 &lt; 3 → </a:t>
            </a:r>
            <a:r>
              <a:rPr b="1" lang="el" sz="1600" spc="-1" strike="noStrike">
                <a:solidFill>
                  <a:schemeClr val="dk1"/>
                </a:solidFill>
                <a:latin typeface="Lato"/>
                <a:ea typeface="Lato"/>
              </a:rPr>
              <a:t>Things in place!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9" name="Google Shape;330;p27"/>
          <p:cNvSpPr/>
          <p:nvPr/>
        </p:nvSpPr>
        <p:spPr>
          <a:xfrm>
            <a:off x="941400" y="3118680"/>
            <a:ext cx="505080" cy="501480"/>
          </a:xfrm>
          <a:prstGeom prst="rect">
            <a:avLst/>
          </a:prstGeom>
          <a:solidFill>
            <a:schemeClr val="lt2"/>
          </a:solidFill>
          <a:ln w="9525">
            <a:solidFill>
              <a:srgbClr val="1a1a1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l" sz="1400" spc="-1" strike="noStrike">
                <a:solidFill>
                  <a:srgbClr val="000000"/>
                </a:solidFill>
                <a:latin typeface="Lato"/>
                <a:ea typeface="Lato"/>
              </a:rPr>
              <a:t>1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0" name="Google Shape;331;p27"/>
          <p:cNvSpPr/>
          <p:nvPr/>
        </p:nvSpPr>
        <p:spPr>
          <a:xfrm>
            <a:off x="1446840" y="3118680"/>
            <a:ext cx="505080" cy="501480"/>
          </a:xfrm>
          <a:prstGeom prst="rect">
            <a:avLst/>
          </a:prstGeom>
          <a:solidFill>
            <a:srgbClr val="d9ead3"/>
          </a:solidFill>
          <a:ln w="9525">
            <a:solidFill>
              <a:srgbClr val="1a1a1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l" sz="1400" spc="-1" strike="noStrike">
                <a:solidFill>
                  <a:srgbClr val="000000"/>
                </a:solidFill>
                <a:latin typeface="Lato"/>
                <a:ea typeface="Lato"/>
              </a:rPr>
              <a:t>3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1" name="Google Shape;332;p27"/>
          <p:cNvSpPr/>
          <p:nvPr/>
        </p:nvSpPr>
        <p:spPr>
          <a:xfrm>
            <a:off x="1952640" y="3118680"/>
            <a:ext cx="505080" cy="501480"/>
          </a:xfrm>
          <a:prstGeom prst="rect">
            <a:avLst/>
          </a:prstGeom>
          <a:solidFill>
            <a:srgbClr val="d9ead3"/>
          </a:solidFill>
          <a:ln w="9525">
            <a:solidFill>
              <a:srgbClr val="1a1a1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l" sz="1400" spc="-1" strike="noStrike">
                <a:solidFill>
                  <a:srgbClr val="000000"/>
                </a:solidFill>
                <a:latin typeface="Lato"/>
                <a:ea typeface="Lato"/>
              </a:rPr>
              <a:t>6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2" name="Google Shape;333;p27"/>
          <p:cNvSpPr/>
          <p:nvPr/>
        </p:nvSpPr>
        <p:spPr>
          <a:xfrm>
            <a:off x="2458080" y="3118680"/>
            <a:ext cx="505080" cy="501480"/>
          </a:xfrm>
          <a:prstGeom prst="rect">
            <a:avLst/>
          </a:prstGeom>
          <a:solidFill>
            <a:schemeClr val="lt2"/>
          </a:solidFill>
          <a:ln w="9525">
            <a:solidFill>
              <a:srgbClr val="1a1a1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l" sz="1400" spc="-1" strike="noStrike">
                <a:solidFill>
                  <a:srgbClr val="000000"/>
                </a:solidFill>
                <a:latin typeface="Lato"/>
                <a:ea typeface="Lato"/>
              </a:rPr>
              <a:t>0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3" name="Google Shape;334;p27"/>
          <p:cNvSpPr/>
          <p:nvPr/>
        </p:nvSpPr>
        <p:spPr>
          <a:xfrm>
            <a:off x="2963520" y="3118680"/>
            <a:ext cx="505080" cy="501480"/>
          </a:xfrm>
          <a:prstGeom prst="rect">
            <a:avLst/>
          </a:prstGeom>
          <a:solidFill>
            <a:schemeClr val="lt2"/>
          </a:solidFill>
          <a:ln w="9525">
            <a:solidFill>
              <a:srgbClr val="1a1a1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l" sz="1400" spc="-1" strike="noStrike">
                <a:solidFill>
                  <a:srgbClr val="000000"/>
                </a:solidFill>
                <a:latin typeface="Lato"/>
                <a:ea typeface="Lato"/>
              </a:rPr>
              <a:t>2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4" name="Google Shape;335;p27"/>
          <p:cNvSpPr/>
          <p:nvPr/>
        </p:nvSpPr>
        <p:spPr>
          <a:xfrm>
            <a:off x="3468960" y="3118680"/>
            <a:ext cx="505080" cy="501480"/>
          </a:xfrm>
          <a:prstGeom prst="rect">
            <a:avLst/>
          </a:prstGeom>
          <a:solidFill>
            <a:schemeClr val="dk1"/>
          </a:solidFill>
          <a:ln w="9525">
            <a:solidFill>
              <a:srgbClr val="1a998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l" sz="1400" spc="-1" strike="noStrike">
                <a:solidFill>
                  <a:schemeClr val="lt2"/>
                </a:solidFill>
                <a:latin typeface="Lato"/>
                <a:ea typeface="Lato"/>
              </a:rPr>
              <a:t>7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5" name="Google Shape;336;p27"/>
          <p:cNvSpPr/>
          <p:nvPr/>
        </p:nvSpPr>
        <p:spPr>
          <a:xfrm>
            <a:off x="3974400" y="3118680"/>
            <a:ext cx="505080" cy="501480"/>
          </a:xfrm>
          <a:prstGeom prst="rect">
            <a:avLst/>
          </a:prstGeom>
          <a:solidFill>
            <a:schemeClr val="dk1"/>
          </a:solidFill>
          <a:ln w="9525">
            <a:solidFill>
              <a:srgbClr val="1a998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l" sz="1400" spc="-1" strike="noStrike">
                <a:solidFill>
                  <a:schemeClr val="lt2"/>
                </a:solidFill>
                <a:latin typeface="Lato"/>
                <a:ea typeface="Lato"/>
              </a:rPr>
              <a:t>9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6" name="Google Shape;337;p27"/>
          <p:cNvSpPr/>
          <p:nvPr/>
        </p:nvSpPr>
        <p:spPr>
          <a:xfrm>
            <a:off x="5491080" y="3155040"/>
            <a:ext cx="3044880" cy="429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t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l" sz="1600" spc="-1" strike="noStrike">
                <a:solidFill>
                  <a:schemeClr val="accent1"/>
                </a:solidFill>
                <a:latin typeface="Lato"/>
                <a:ea typeface="Lato"/>
              </a:rPr>
              <a:t>3 &lt; 6 → </a:t>
            </a:r>
            <a:r>
              <a:rPr b="1" lang="el" sz="1600" spc="-1" strike="noStrike">
                <a:solidFill>
                  <a:schemeClr val="dk1"/>
                </a:solidFill>
                <a:latin typeface="Lato"/>
                <a:ea typeface="Lato"/>
              </a:rPr>
              <a:t>Things in place!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7" name="Google Shape;338;p27"/>
          <p:cNvSpPr/>
          <p:nvPr/>
        </p:nvSpPr>
        <p:spPr>
          <a:xfrm>
            <a:off x="941400" y="4036320"/>
            <a:ext cx="505080" cy="501480"/>
          </a:xfrm>
          <a:prstGeom prst="rect">
            <a:avLst/>
          </a:prstGeom>
          <a:solidFill>
            <a:schemeClr val="lt2"/>
          </a:solidFill>
          <a:ln w="9525">
            <a:solidFill>
              <a:srgbClr val="1a1a1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l" sz="1400" spc="-1" strike="noStrike">
                <a:solidFill>
                  <a:srgbClr val="000000"/>
                </a:solidFill>
                <a:latin typeface="Lato"/>
                <a:ea typeface="Lato"/>
              </a:rPr>
              <a:t>1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8" name="Google Shape;339;p27"/>
          <p:cNvSpPr/>
          <p:nvPr/>
        </p:nvSpPr>
        <p:spPr>
          <a:xfrm>
            <a:off x="1446840" y="4036320"/>
            <a:ext cx="505080" cy="501480"/>
          </a:xfrm>
          <a:prstGeom prst="rect">
            <a:avLst/>
          </a:prstGeom>
          <a:solidFill>
            <a:schemeClr val="lt2"/>
          </a:solidFill>
          <a:ln w="9525">
            <a:solidFill>
              <a:srgbClr val="1a1a1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l" sz="1400" spc="-1" strike="noStrike">
                <a:solidFill>
                  <a:srgbClr val="000000"/>
                </a:solidFill>
                <a:latin typeface="Lato"/>
                <a:ea typeface="Lato"/>
              </a:rPr>
              <a:t>3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9" name="Google Shape;340;p27"/>
          <p:cNvSpPr/>
          <p:nvPr/>
        </p:nvSpPr>
        <p:spPr>
          <a:xfrm>
            <a:off x="1952640" y="4036320"/>
            <a:ext cx="505080" cy="501480"/>
          </a:xfrm>
          <a:prstGeom prst="rect">
            <a:avLst/>
          </a:prstGeom>
          <a:solidFill>
            <a:srgbClr val="fce5cd"/>
          </a:solidFill>
          <a:ln w="9525">
            <a:solidFill>
              <a:srgbClr val="1a1a1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l" sz="1400" spc="-1" strike="noStrike">
                <a:solidFill>
                  <a:srgbClr val="000000"/>
                </a:solidFill>
                <a:latin typeface="Lato"/>
                <a:ea typeface="Lato"/>
              </a:rPr>
              <a:t>6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0" name="Google Shape;341;p27"/>
          <p:cNvSpPr/>
          <p:nvPr/>
        </p:nvSpPr>
        <p:spPr>
          <a:xfrm>
            <a:off x="2458080" y="4036320"/>
            <a:ext cx="505080" cy="501480"/>
          </a:xfrm>
          <a:prstGeom prst="rect">
            <a:avLst/>
          </a:prstGeom>
          <a:solidFill>
            <a:srgbClr val="fce5cd"/>
          </a:solidFill>
          <a:ln w="9525">
            <a:solidFill>
              <a:srgbClr val="1a1a1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l" sz="1400" spc="-1" strike="noStrike">
                <a:solidFill>
                  <a:srgbClr val="000000"/>
                </a:solidFill>
                <a:latin typeface="Lato"/>
                <a:ea typeface="Lato"/>
              </a:rPr>
              <a:t>0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1" name="Google Shape;342;p27"/>
          <p:cNvSpPr/>
          <p:nvPr/>
        </p:nvSpPr>
        <p:spPr>
          <a:xfrm>
            <a:off x="2963520" y="4036320"/>
            <a:ext cx="505080" cy="501480"/>
          </a:xfrm>
          <a:prstGeom prst="rect">
            <a:avLst/>
          </a:prstGeom>
          <a:solidFill>
            <a:schemeClr val="lt2"/>
          </a:solidFill>
          <a:ln w="9525">
            <a:solidFill>
              <a:srgbClr val="1a1a1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l" sz="1400" spc="-1" strike="noStrike">
                <a:solidFill>
                  <a:srgbClr val="000000"/>
                </a:solidFill>
                <a:latin typeface="Lato"/>
                <a:ea typeface="Lato"/>
              </a:rPr>
              <a:t>2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2" name="Google Shape;343;p27"/>
          <p:cNvSpPr/>
          <p:nvPr/>
        </p:nvSpPr>
        <p:spPr>
          <a:xfrm>
            <a:off x="3468960" y="4036320"/>
            <a:ext cx="505080" cy="501480"/>
          </a:xfrm>
          <a:prstGeom prst="rect">
            <a:avLst/>
          </a:prstGeom>
          <a:solidFill>
            <a:schemeClr val="dk1"/>
          </a:solidFill>
          <a:ln w="9525">
            <a:solidFill>
              <a:srgbClr val="1a998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l" sz="1400" spc="-1" strike="noStrike">
                <a:solidFill>
                  <a:schemeClr val="lt2"/>
                </a:solidFill>
                <a:latin typeface="Lato"/>
                <a:ea typeface="Lato"/>
              </a:rPr>
              <a:t>7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3" name="Google Shape;344;p27"/>
          <p:cNvSpPr/>
          <p:nvPr/>
        </p:nvSpPr>
        <p:spPr>
          <a:xfrm>
            <a:off x="3974400" y="4036320"/>
            <a:ext cx="505080" cy="501480"/>
          </a:xfrm>
          <a:prstGeom prst="rect">
            <a:avLst/>
          </a:prstGeom>
          <a:solidFill>
            <a:schemeClr val="dk1"/>
          </a:solidFill>
          <a:ln w="9525">
            <a:solidFill>
              <a:srgbClr val="1a998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l" sz="1400" spc="-1" strike="noStrike">
                <a:solidFill>
                  <a:schemeClr val="lt2"/>
                </a:solidFill>
                <a:latin typeface="Lato"/>
                <a:ea typeface="Lato"/>
              </a:rPr>
              <a:t>9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4" name="Google Shape;345;p27"/>
          <p:cNvSpPr/>
          <p:nvPr/>
        </p:nvSpPr>
        <p:spPr>
          <a:xfrm>
            <a:off x="5491080" y="4072680"/>
            <a:ext cx="3044880" cy="429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t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l" sz="1600" spc="-1" strike="noStrike">
                <a:solidFill>
                  <a:schemeClr val="accent1"/>
                </a:solidFill>
                <a:latin typeface="Lato"/>
                <a:ea typeface="Lato"/>
              </a:rPr>
              <a:t>6 &gt; 0 → </a:t>
            </a:r>
            <a:r>
              <a:rPr b="1" lang="el" sz="1600" spc="-1" strike="noStrike">
                <a:solidFill>
                  <a:schemeClr val="accent3"/>
                </a:solidFill>
                <a:latin typeface="Lato"/>
                <a:ea typeface="Lato"/>
              </a:rPr>
              <a:t>Things not in place!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5" name="PlaceHolder 1"/>
          <p:cNvSpPr>
            <a:spLocks noGrp="1"/>
          </p:cNvSpPr>
          <p:nvPr>
            <p:ph type="title"/>
          </p:nvPr>
        </p:nvSpPr>
        <p:spPr>
          <a:xfrm>
            <a:off x="729360" y="572040"/>
            <a:ext cx="7688520" cy="53496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t">
            <a:normAutofit fontScale="88000"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l" sz="2600" spc="-1" strike="noStrike">
                <a:solidFill>
                  <a:schemeClr val="dk2"/>
                </a:solidFill>
                <a:latin typeface="Lato"/>
                <a:ea typeface="Lato"/>
              </a:rPr>
              <a:t>Bubbles. I want more bubbles.</a:t>
            </a:r>
            <a:endParaRPr b="0" lang="en-US" sz="2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6" name="PlaceHolder 2"/>
          <p:cNvSpPr>
            <a:spLocks noGrp="1"/>
          </p:cNvSpPr>
          <p:nvPr>
            <p:ph type="sldNum" idx="17"/>
          </p:nvPr>
        </p:nvSpPr>
        <p:spPr>
          <a:xfrm>
            <a:off x="8536320" y="4749840"/>
            <a:ext cx="548280" cy="39312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ctr">
            <a:norm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l" sz="1000" spc="-1" strike="noStrike">
                <a:solidFill>
                  <a:schemeClr val="accent1"/>
                </a:solidFill>
                <a:latin typeface="Lato"/>
                <a:ea typeface="Lato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6D4C9F4B-5D86-4F07-8774-A85FB5D1B1E0}" type="slidenum">
              <a:rPr b="0" lang="el" sz="1000" spc="-1" strike="noStrike">
                <a:solidFill>
                  <a:schemeClr val="accent1"/>
                </a:solidFill>
                <a:latin typeface="Lato"/>
                <a:ea typeface="Lato"/>
              </a:rPr>
              <a:t>13</a:t>
            </a:fld>
            <a:endParaRPr b="0" lang="en-US" sz="10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07" name="Google Shape;352;p28"/>
          <p:cNvSpPr/>
          <p:nvPr/>
        </p:nvSpPr>
        <p:spPr>
          <a:xfrm>
            <a:off x="941400" y="1522800"/>
            <a:ext cx="505080" cy="501480"/>
          </a:xfrm>
          <a:prstGeom prst="rect">
            <a:avLst/>
          </a:prstGeom>
          <a:solidFill>
            <a:schemeClr val="lt2"/>
          </a:solidFill>
          <a:ln w="9525">
            <a:solidFill>
              <a:srgbClr val="1a1a1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l" sz="1400" spc="-1" strike="noStrike">
                <a:solidFill>
                  <a:srgbClr val="000000"/>
                </a:solidFill>
                <a:latin typeface="Lato"/>
                <a:ea typeface="Lato"/>
              </a:rPr>
              <a:t>1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8" name="Google Shape;353;p28"/>
          <p:cNvSpPr/>
          <p:nvPr/>
        </p:nvSpPr>
        <p:spPr>
          <a:xfrm>
            <a:off x="1446840" y="1522800"/>
            <a:ext cx="505080" cy="501480"/>
          </a:xfrm>
          <a:prstGeom prst="rect">
            <a:avLst/>
          </a:prstGeom>
          <a:solidFill>
            <a:schemeClr val="lt2"/>
          </a:solidFill>
          <a:ln w="9525">
            <a:solidFill>
              <a:srgbClr val="1a1a1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l" sz="1400" spc="-1" strike="noStrike">
                <a:solidFill>
                  <a:srgbClr val="000000"/>
                </a:solidFill>
                <a:latin typeface="Lato"/>
                <a:ea typeface="Lato"/>
              </a:rPr>
              <a:t>3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9" name="Google Shape;354;p28"/>
          <p:cNvSpPr/>
          <p:nvPr/>
        </p:nvSpPr>
        <p:spPr>
          <a:xfrm>
            <a:off x="1952640" y="1522800"/>
            <a:ext cx="505080" cy="501480"/>
          </a:xfrm>
          <a:prstGeom prst="rect">
            <a:avLst/>
          </a:prstGeom>
          <a:solidFill>
            <a:srgbClr val="c9daf8"/>
          </a:solidFill>
          <a:ln w="9525">
            <a:solidFill>
              <a:srgbClr val="1a1a1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l" sz="1400" spc="-1" strike="noStrike">
                <a:solidFill>
                  <a:srgbClr val="000000"/>
                </a:solidFill>
                <a:latin typeface="Lato"/>
                <a:ea typeface="Lato"/>
              </a:rPr>
              <a:t>0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10" name="Google Shape;355;p28"/>
          <p:cNvSpPr/>
          <p:nvPr/>
        </p:nvSpPr>
        <p:spPr>
          <a:xfrm>
            <a:off x="2458080" y="1522800"/>
            <a:ext cx="505080" cy="501480"/>
          </a:xfrm>
          <a:prstGeom prst="rect">
            <a:avLst/>
          </a:prstGeom>
          <a:solidFill>
            <a:srgbClr val="c9daf8"/>
          </a:solidFill>
          <a:ln w="9525">
            <a:solidFill>
              <a:srgbClr val="1a1a1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l" sz="1400" spc="-1" strike="noStrike">
                <a:solidFill>
                  <a:srgbClr val="000000"/>
                </a:solidFill>
                <a:latin typeface="Lato"/>
                <a:ea typeface="Lato"/>
              </a:rPr>
              <a:t>6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11" name="Google Shape;356;p28"/>
          <p:cNvSpPr/>
          <p:nvPr/>
        </p:nvSpPr>
        <p:spPr>
          <a:xfrm>
            <a:off x="2963520" y="1522800"/>
            <a:ext cx="505080" cy="501480"/>
          </a:xfrm>
          <a:prstGeom prst="rect">
            <a:avLst/>
          </a:prstGeom>
          <a:solidFill>
            <a:schemeClr val="lt2"/>
          </a:solidFill>
          <a:ln w="9525">
            <a:solidFill>
              <a:srgbClr val="1a1a1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l" sz="1400" spc="-1" strike="noStrike">
                <a:solidFill>
                  <a:srgbClr val="000000"/>
                </a:solidFill>
                <a:latin typeface="Lato"/>
                <a:ea typeface="Lato"/>
              </a:rPr>
              <a:t>2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12" name="Google Shape;357;p28"/>
          <p:cNvSpPr/>
          <p:nvPr/>
        </p:nvSpPr>
        <p:spPr>
          <a:xfrm>
            <a:off x="3468960" y="1522800"/>
            <a:ext cx="505080" cy="501480"/>
          </a:xfrm>
          <a:prstGeom prst="rect">
            <a:avLst/>
          </a:prstGeom>
          <a:solidFill>
            <a:schemeClr val="dk1"/>
          </a:solidFill>
          <a:ln w="9525">
            <a:solidFill>
              <a:srgbClr val="1a998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l" sz="1400" spc="-1" strike="noStrike">
                <a:solidFill>
                  <a:schemeClr val="lt2"/>
                </a:solidFill>
                <a:latin typeface="Lato"/>
                <a:ea typeface="Lato"/>
              </a:rPr>
              <a:t>7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13" name="Google Shape;358;p28"/>
          <p:cNvSpPr/>
          <p:nvPr/>
        </p:nvSpPr>
        <p:spPr>
          <a:xfrm>
            <a:off x="3974400" y="1522800"/>
            <a:ext cx="505080" cy="501480"/>
          </a:xfrm>
          <a:prstGeom prst="rect">
            <a:avLst/>
          </a:prstGeom>
          <a:solidFill>
            <a:schemeClr val="dk1"/>
          </a:solidFill>
          <a:ln w="9525">
            <a:solidFill>
              <a:srgbClr val="1a998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l" sz="1400" spc="-1" strike="noStrike">
                <a:solidFill>
                  <a:schemeClr val="lt2"/>
                </a:solidFill>
                <a:latin typeface="Lato"/>
                <a:ea typeface="Lato"/>
              </a:rPr>
              <a:t>9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14" name="Google Shape;359;p28"/>
          <p:cNvSpPr/>
          <p:nvPr/>
        </p:nvSpPr>
        <p:spPr>
          <a:xfrm>
            <a:off x="5491080" y="1559160"/>
            <a:ext cx="2381040" cy="429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t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l" sz="1600" spc="-1" strike="noStrike">
                <a:solidFill>
                  <a:schemeClr val="accent1"/>
                </a:solidFill>
                <a:latin typeface="Lato"/>
                <a:ea typeface="Lato"/>
              </a:rPr>
              <a:t>0 &lt; 6 → </a:t>
            </a:r>
            <a:r>
              <a:rPr b="1" lang="el" sz="1600" spc="-1" strike="noStrike">
                <a:solidFill>
                  <a:schemeClr val="accent2"/>
                </a:solidFill>
                <a:latin typeface="Lato"/>
                <a:ea typeface="Lato"/>
              </a:rPr>
              <a:t>Swap!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15" name="Google Shape;360;p28"/>
          <p:cNvSpPr/>
          <p:nvPr/>
        </p:nvSpPr>
        <p:spPr>
          <a:xfrm>
            <a:off x="941400" y="2320920"/>
            <a:ext cx="505080" cy="501480"/>
          </a:xfrm>
          <a:prstGeom prst="rect">
            <a:avLst/>
          </a:prstGeom>
          <a:solidFill>
            <a:schemeClr val="lt2"/>
          </a:solidFill>
          <a:ln w="9525">
            <a:solidFill>
              <a:srgbClr val="1a1a1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l" sz="1400" spc="-1" strike="noStrike">
                <a:solidFill>
                  <a:srgbClr val="000000"/>
                </a:solidFill>
                <a:latin typeface="Lato"/>
                <a:ea typeface="Lato"/>
              </a:rPr>
              <a:t>1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16" name="Google Shape;361;p28"/>
          <p:cNvSpPr/>
          <p:nvPr/>
        </p:nvSpPr>
        <p:spPr>
          <a:xfrm>
            <a:off x="1446840" y="2320920"/>
            <a:ext cx="505080" cy="501480"/>
          </a:xfrm>
          <a:prstGeom prst="rect">
            <a:avLst/>
          </a:prstGeom>
          <a:solidFill>
            <a:schemeClr val="lt2"/>
          </a:solidFill>
          <a:ln w="9525">
            <a:solidFill>
              <a:srgbClr val="1a1a1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l" sz="1400" spc="-1" strike="noStrike">
                <a:solidFill>
                  <a:srgbClr val="000000"/>
                </a:solidFill>
                <a:latin typeface="Lato"/>
                <a:ea typeface="Lato"/>
              </a:rPr>
              <a:t>3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17" name="Google Shape;362;p28"/>
          <p:cNvSpPr/>
          <p:nvPr/>
        </p:nvSpPr>
        <p:spPr>
          <a:xfrm>
            <a:off x="1952640" y="2320920"/>
            <a:ext cx="505080" cy="501480"/>
          </a:xfrm>
          <a:prstGeom prst="rect">
            <a:avLst/>
          </a:prstGeom>
          <a:solidFill>
            <a:schemeClr val="lt2"/>
          </a:solidFill>
          <a:ln w="9525">
            <a:solidFill>
              <a:srgbClr val="1a1a1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l" sz="1400" spc="-1" strike="noStrike">
                <a:solidFill>
                  <a:srgbClr val="000000"/>
                </a:solidFill>
                <a:latin typeface="Lato"/>
                <a:ea typeface="Lato"/>
              </a:rPr>
              <a:t>0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18" name="Google Shape;363;p28"/>
          <p:cNvSpPr/>
          <p:nvPr/>
        </p:nvSpPr>
        <p:spPr>
          <a:xfrm>
            <a:off x="2458080" y="2320920"/>
            <a:ext cx="505080" cy="501480"/>
          </a:xfrm>
          <a:prstGeom prst="rect">
            <a:avLst/>
          </a:prstGeom>
          <a:solidFill>
            <a:srgbClr val="fce5cd"/>
          </a:solidFill>
          <a:ln w="9525">
            <a:solidFill>
              <a:srgbClr val="1a1a1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l" sz="1400" spc="-1" strike="noStrike">
                <a:solidFill>
                  <a:srgbClr val="000000"/>
                </a:solidFill>
                <a:latin typeface="Lato"/>
                <a:ea typeface="Lato"/>
              </a:rPr>
              <a:t>6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19" name="Google Shape;364;p28"/>
          <p:cNvSpPr/>
          <p:nvPr/>
        </p:nvSpPr>
        <p:spPr>
          <a:xfrm>
            <a:off x="2963520" y="2320920"/>
            <a:ext cx="505080" cy="501480"/>
          </a:xfrm>
          <a:prstGeom prst="rect">
            <a:avLst/>
          </a:prstGeom>
          <a:solidFill>
            <a:srgbClr val="fce5cd"/>
          </a:solidFill>
          <a:ln w="9525">
            <a:solidFill>
              <a:srgbClr val="1a1a1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l" sz="1400" spc="-1" strike="noStrike">
                <a:solidFill>
                  <a:srgbClr val="000000"/>
                </a:solidFill>
                <a:latin typeface="Lato"/>
                <a:ea typeface="Lato"/>
              </a:rPr>
              <a:t>2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20" name="Google Shape;365;p28"/>
          <p:cNvSpPr/>
          <p:nvPr/>
        </p:nvSpPr>
        <p:spPr>
          <a:xfrm>
            <a:off x="3468960" y="2320920"/>
            <a:ext cx="505080" cy="501480"/>
          </a:xfrm>
          <a:prstGeom prst="rect">
            <a:avLst/>
          </a:prstGeom>
          <a:solidFill>
            <a:schemeClr val="dk1"/>
          </a:solidFill>
          <a:ln w="9525">
            <a:solidFill>
              <a:srgbClr val="1a998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l" sz="1400" spc="-1" strike="noStrike">
                <a:solidFill>
                  <a:schemeClr val="lt2"/>
                </a:solidFill>
                <a:latin typeface="Lato"/>
                <a:ea typeface="Lato"/>
              </a:rPr>
              <a:t>7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21" name="Google Shape;366;p28"/>
          <p:cNvSpPr/>
          <p:nvPr/>
        </p:nvSpPr>
        <p:spPr>
          <a:xfrm>
            <a:off x="3974400" y="2320920"/>
            <a:ext cx="505080" cy="501480"/>
          </a:xfrm>
          <a:prstGeom prst="rect">
            <a:avLst/>
          </a:prstGeom>
          <a:solidFill>
            <a:schemeClr val="dk1"/>
          </a:solidFill>
          <a:ln w="9525">
            <a:solidFill>
              <a:srgbClr val="1a998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l" sz="1400" spc="-1" strike="noStrike">
                <a:solidFill>
                  <a:schemeClr val="lt2"/>
                </a:solidFill>
                <a:latin typeface="Lato"/>
                <a:ea typeface="Lato"/>
              </a:rPr>
              <a:t>9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22" name="Google Shape;367;p28"/>
          <p:cNvSpPr/>
          <p:nvPr/>
        </p:nvSpPr>
        <p:spPr>
          <a:xfrm>
            <a:off x="5491080" y="2357280"/>
            <a:ext cx="3044880" cy="429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t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l" sz="1600" spc="-1" strike="noStrike">
                <a:solidFill>
                  <a:schemeClr val="accent1"/>
                </a:solidFill>
                <a:latin typeface="Lato"/>
                <a:ea typeface="Lato"/>
              </a:rPr>
              <a:t>6 &gt; 2 → </a:t>
            </a:r>
            <a:r>
              <a:rPr b="1" lang="el" sz="1600" spc="-1" strike="noStrike">
                <a:solidFill>
                  <a:schemeClr val="accent3"/>
                </a:solidFill>
                <a:latin typeface="Lato"/>
                <a:ea typeface="Lato"/>
              </a:rPr>
              <a:t>Things not in place!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23" name="Google Shape;368;p28"/>
          <p:cNvSpPr/>
          <p:nvPr/>
        </p:nvSpPr>
        <p:spPr>
          <a:xfrm>
            <a:off x="941400" y="3118680"/>
            <a:ext cx="505080" cy="501480"/>
          </a:xfrm>
          <a:prstGeom prst="rect">
            <a:avLst/>
          </a:prstGeom>
          <a:solidFill>
            <a:schemeClr val="lt2"/>
          </a:solidFill>
          <a:ln w="9525">
            <a:solidFill>
              <a:srgbClr val="1a1a1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l" sz="1400" spc="-1" strike="noStrike">
                <a:solidFill>
                  <a:srgbClr val="000000"/>
                </a:solidFill>
                <a:latin typeface="Lato"/>
                <a:ea typeface="Lato"/>
              </a:rPr>
              <a:t>1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24" name="Google Shape;369;p28"/>
          <p:cNvSpPr/>
          <p:nvPr/>
        </p:nvSpPr>
        <p:spPr>
          <a:xfrm>
            <a:off x="1446840" y="3118680"/>
            <a:ext cx="505080" cy="501480"/>
          </a:xfrm>
          <a:prstGeom prst="rect">
            <a:avLst/>
          </a:prstGeom>
          <a:solidFill>
            <a:schemeClr val="lt2"/>
          </a:solidFill>
          <a:ln w="9525">
            <a:solidFill>
              <a:srgbClr val="1a1a1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l" sz="1400" spc="-1" strike="noStrike">
                <a:solidFill>
                  <a:srgbClr val="000000"/>
                </a:solidFill>
                <a:latin typeface="Lato"/>
                <a:ea typeface="Lato"/>
              </a:rPr>
              <a:t>3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25" name="Google Shape;370;p28"/>
          <p:cNvSpPr/>
          <p:nvPr/>
        </p:nvSpPr>
        <p:spPr>
          <a:xfrm>
            <a:off x="1952640" y="3118680"/>
            <a:ext cx="505080" cy="501480"/>
          </a:xfrm>
          <a:prstGeom prst="rect">
            <a:avLst/>
          </a:prstGeom>
          <a:solidFill>
            <a:schemeClr val="lt2"/>
          </a:solidFill>
          <a:ln w="9525">
            <a:solidFill>
              <a:srgbClr val="1a1a1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l" sz="1400" spc="-1" strike="noStrike">
                <a:solidFill>
                  <a:srgbClr val="000000"/>
                </a:solidFill>
                <a:latin typeface="Lato"/>
                <a:ea typeface="Lato"/>
              </a:rPr>
              <a:t>0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26" name="Google Shape;371;p28"/>
          <p:cNvSpPr/>
          <p:nvPr/>
        </p:nvSpPr>
        <p:spPr>
          <a:xfrm>
            <a:off x="2458080" y="3118680"/>
            <a:ext cx="505080" cy="501480"/>
          </a:xfrm>
          <a:prstGeom prst="rect">
            <a:avLst/>
          </a:prstGeom>
          <a:solidFill>
            <a:srgbClr val="c9daf8"/>
          </a:solidFill>
          <a:ln w="9525">
            <a:solidFill>
              <a:srgbClr val="1a1a1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l" sz="1400" spc="-1" strike="noStrike">
                <a:solidFill>
                  <a:srgbClr val="000000"/>
                </a:solidFill>
                <a:latin typeface="Lato"/>
                <a:ea typeface="Lato"/>
              </a:rPr>
              <a:t>2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27" name="Google Shape;372;p28"/>
          <p:cNvSpPr/>
          <p:nvPr/>
        </p:nvSpPr>
        <p:spPr>
          <a:xfrm>
            <a:off x="2963520" y="3118680"/>
            <a:ext cx="505080" cy="501480"/>
          </a:xfrm>
          <a:prstGeom prst="rect">
            <a:avLst/>
          </a:prstGeom>
          <a:solidFill>
            <a:srgbClr val="c9daf8"/>
          </a:solidFill>
          <a:ln w="9525">
            <a:solidFill>
              <a:srgbClr val="1a1a1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l" sz="1400" spc="-1" strike="noStrike">
                <a:solidFill>
                  <a:srgbClr val="000000"/>
                </a:solidFill>
                <a:latin typeface="Lato"/>
                <a:ea typeface="Lato"/>
              </a:rPr>
              <a:t>6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28" name="Google Shape;373;p28"/>
          <p:cNvSpPr/>
          <p:nvPr/>
        </p:nvSpPr>
        <p:spPr>
          <a:xfrm>
            <a:off x="3468960" y="3118680"/>
            <a:ext cx="505080" cy="501480"/>
          </a:xfrm>
          <a:prstGeom prst="rect">
            <a:avLst/>
          </a:prstGeom>
          <a:solidFill>
            <a:schemeClr val="dk1"/>
          </a:solidFill>
          <a:ln w="9525">
            <a:solidFill>
              <a:srgbClr val="1a998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l" sz="1400" spc="-1" strike="noStrike">
                <a:solidFill>
                  <a:schemeClr val="lt2"/>
                </a:solidFill>
                <a:latin typeface="Lato"/>
                <a:ea typeface="Lato"/>
              </a:rPr>
              <a:t>7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29" name="Google Shape;374;p28"/>
          <p:cNvSpPr/>
          <p:nvPr/>
        </p:nvSpPr>
        <p:spPr>
          <a:xfrm>
            <a:off x="3974400" y="3118680"/>
            <a:ext cx="505080" cy="501480"/>
          </a:xfrm>
          <a:prstGeom prst="rect">
            <a:avLst/>
          </a:prstGeom>
          <a:solidFill>
            <a:schemeClr val="dk1"/>
          </a:solidFill>
          <a:ln w="9525">
            <a:solidFill>
              <a:srgbClr val="1a998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l" sz="1400" spc="-1" strike="noStrike">
                <a:solidFill>
                  <a:schemeClr val="lt2"/>
                </a:solidFill>
                <a:latin typeface="Lato"/>
                <a:ea typeface="Lato"/>
              </a:rPr>
              <a:t>9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30" name="Google Shape;375;p28"/>
          <p:cNvSpPr/>
          <p:nvPr/>
        </p:nvSpPr>
        <p:spPr>
          <a:xfrm>
            <a:off x="5491080" y="3155040"/>
            <a:ext cx="3044880" cy="429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t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l" sz="1600" spc="-1" strike="noStrike">
                <a:solidFill>
                  <a:schemeClr val="accent1"/>
                </a:solidFill>
                <a:latin typeface="Lato"/>
                <a:ea typeface="Lato"/>
              </a:rPr>
              <a:t>2 &lt; 6 → </a:t>
            </a:r>
            <a:r>
              <a:rPr b="1" lang="el" sz="1600" spc="-1" strike="noStrike">
                <a:solidFill>
                  <a:schemeClr val="accent2"/>
                </a:solidFill>
                <a:latin typeface="Lato"/>
                <a:ea typeface="Lato"/>
              </a:rPr>
              <a:t>Swap!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31" name="Google Shape;376;p28"/>
          <p:cNvSpPr/>
          <p:nvPr/>
        </p:nvSpPr>
        <p:spPr>
          <a:xfrm>
            <a:off x="941400" y="4036320"/>
            <a:ext cx="505080" cy="501480"/>
          </a:xfrm>
          <a:prstGeom prst="rect">
            <a:avLst/>
          </a:prstGeom>
          <a:solidFill>
            <a:srgbClr val="d9ead3"/>
          </a:solidFill>
          <a:ln w="9525">
            <a:solidFill>
              <a:srgbClr val="1a1a1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l" sz="1400" spc="-1" strike="noStrike">
                <a:solidFill>
                  <a:srgbClr val="000000"/>
                </a:solidFill>
                <a:latin typeface="Lato"/>
                <a:ea typeface="Lato"/>
              </a:rPr>
              <a:t>1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32" name="Google Shape;377;p28"/>
          <p:cNvSpPr/>
          <p:nvPr/>
        </p:nvSpPr>
        <p:spPr>
          <a:xfrm>
            <a:off x="1446840" y="4036320"/>
            <a:ext cx="505080" cy="501480"/>
          </a:xfrm>
          <a:prstGeom prst="rect">
            <a:avLst/>
          </a:prstGeom>
          <a:solidFill>
            <a:srgbClr val="d9ead3"/>
          </a:solidFill>
          <a:ln w="9525">
            <a:solidFill>
              <a:srgbClr val="1a1a1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l" sz="1400" spc="-1" strike="noStrike">
                <a:solidFill>
                  <a:srgbClr val="000000"/>
                </a:solidFill>
                <a:latin typeface="Lato"/>
                <a:ea typeface="Lato"/>
              </a:rPr>
              <a:t>3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33" name="Google Shape;378;p28"/>
          <p:cNvSpPr/>
          <p:nvPr/>
        </p:nvSpPr>
        <p:spPr>
          <a:xfrm>
            <a:off x="1952640" y="4036320"/>
            <a:ext cx="505080" cy="501480"/>
          </a:xfrm>
          <a:prstGeom prst="rect">
            <a:avLst/>
          </a:prstGeom>
          <a:solidFill>
            <a:schemeClr val="lt2"/>
          </a:solidFill>
          <a:ln w="9525">
            <a:solidFill>
              <a:srgbClr val="1a1a1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l" sz="1400" spc="-1" strike="noStrike">
                <a:solidFill>
                  <a:srgbClr val="000000"/>
                </a:solidFill>
                <a:latin typeface="Lato"/>
                <a:ea typeface="Lato"/>
              </a:rPr>
              <a:t>0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34" name="Google Shape;379;p28"/>
          <p:cNvSpPr/>
          <p:nvPr/>
        </p:nvSpPr>
        <p:spPr>
          <a:xfrm>
            <a:off x="2458080" y="4036320"/>
            <a:ext cx="505080" cy="501480"/>
          </a:xfrm>
          <a:prstGeom prst="rect">
            <a:avLst/>
          </a:prstGeom>
          <a:solidFill>
            <a:schemeClr val="lt2"/>
          </a:solidFill>
          <a:ln w="9525">
            <a:solidFill>
              <a:srgbClr val="1a1a1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l" sz="1400" spc="-1" strike="noStrike">
                <a:solidFill>
                  <a:srgbClr val="000000"/>
                </a:solidFill>
                <a:latin typeface="Lato"/>
                <a:ea typeface="Lato"/>
              </a:rPr>
              <a:t>2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35" name="Google Shape;380;p28"/>
          <p:cNvSpPr/>
          <p:nvPr/>
        </p:nvSpPr>
        <p:spPr>
          <a:xfrm>
            <a:off x="2963520" y="4036320"/>
            <a:ext cx="505080" cy="501480"/>
          </a:xfrm>
          <a:prstGeom prst="rect">
            <a:avLst/>
          </a:prstGeom>
          <a:solidFill>
            <a:schemeClr val="dk1"/>
          </a:solidFill>
          <a:ln w="9525">
            <a:solidFill>
              <a:srgbClr val="1a998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l" sz="1400" spc="-1" strike="noStrike">
                <a:solidFill>
                  <a:schemeClr val="lt2"/>
                </a:solidFill>
                <a:latin typeface="Lato"/>
                <a:ea typeface="Lato"/>
              </a:rPr>
              <a:t>6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36" name="Google Shape;381;p28"/>
          <p:cNvSpPr/>
          <p:nvPr/>
        </p:nvSpPr>
        <p:spPr>
          <a:xfrm>
            <a:off x="3468960" y="4036320"/>
            <a:ext cx="505080" cy="501480"/>
          </a:xfrm>
          <a:prstGeom prst="rect">
            <a:avLst/>
          </a:prstGeom>
          <a:solidFill>
            <a:schemeClr val="dk1"/>
          </a:solidFill>
          <a:ln w="9525">
            <a:solidFill>
              <a:srgbClr val="1a998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l" sz="1400" spc="-1" strike="noStrike">
                <a:solidFill>
                  <a:schemeClr val="lt2"/>
                </a:solidFill>
                <a:latin typeface="Lato"/>
                <a:ea typeface="Lato"/>
              </a:rPr>
              <a:t>7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37" name="Google Shape;382;p28"/>
          <p:cNvSpPr/>
          <p:nvPr/>
        </p:nvSpPr>
        <p:spPr>
          <a:xfrm>
            <a:off x="3974400" y="4036320"/>
            <a:ext cx="505080" cy="501480"/>
          </a:xfrm>
          <a:prstGeom prst="rect">
            <a:avLst/>
          </a:prstGeom>
          <a:solidFill>
            <a:schemeClr val="dk1"/>
          </a:solidFill>
          <a:ln w="9525">
            <a:solidFill>
              <a:srgbClr val="1a998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l" sz="1400" spc="-1" strike="noStrike">
                <a:solidFill>
                  <a:schemeClr val="lt2"/>
                </a:solidFill>
                <a:latin typeface="Lato"/>
                <a:ea typeface="Lato"/>
              </a:rPr>
              <a:t>9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38" name="Google Shape;383;p28"/>
          <p:cNvSpPr/>
          <p:nvPr/>
        </p:nvSpPr>
        <p:spPr>
          <a:xfrm>
            <a:off x="5491080" y="4072680"/>
            <a:ext cx="3044880" cy="429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t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l" sz="1600" spc="-1" strike="noStrike">
                <a:solidFill>
                  <a:schemeClr val="accent1"/>
                </a:solidFill>
                <a:latin typeface="Lato"/>
                <a:ea typeface="Lato"/>
              </a:rPr>
              <a:t>1 &lt; 3 → </a:t>
            </a:r>
            <a:r>
              <a:rPr b="1" lang="el" sz="1600" spc="-1" strike="noStrike">
                <a:solidFill>
                  <a:schemeClr val="dk1"/>
                </a:solidFill>
                <a:latin typeface="Lato"/>
                <a:ea typeface="Lato"/>
              </a:rPr>
              <a:t>Things in place!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9" name="PlaceHolder 1"/>
          <p:cNvSpPr>
            <a:spLocks noGrp="1"/>
          </p:cNvSpPr>
          <p:nvPr>
            <p:ph type="title"/>
          </p:nvPr>
        </p:nvSpPr>
        <p:spPr>
          <a:xfrm>
            <a:off x="729360" y="572040"/>
            <a:ext cx="7688520" cy="53496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t">
            <a:normAutofit fontScale="88000"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l" sz="2600" spc="-1" strike="noStrike">
                <a:solidFill>
                  <a:schemeClr val="dk2"/>
                </a:solidFill>
                <a:latin typeface="Lato"/>
                <a:ea typeface="Lato"/>
              </a:rPr>
              <a:t>Bubbles. I want more bubbles.</a:t>
            </a:r>
            <a:endParaRPr b="0" lang="en-US" sz="2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40" name="PlaceHolder 2"/>
          <p:cNvSpPr>
            <a:spLocks noGrp="1"/>
          </p:cNvSpPr>
          <p:nvPr>
            <p:ph type="sldNum" idx="18"/>
          </p:nvPr>
        </p:nvSpPr>
        <p:spPr>
          <a:xfrm>
            <a:off x="8536320" y="4749840"/>
            <a:ext cx="548280" cy="39312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ctr">
            <a:norm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l" sz="1000" spc="-1" strike="noStrike">
                <a:solidFill>
                  <a:schemeClr val="accent1"/>
                </a:solidFill>
                <a:latin typeface="Lato"/>
                <a:ea typeface="Lato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50B32D3D-93A0-44AE-8166-EFC913334D54}" type="slidenum">
              <a:rPr b="0" lang="el" sz="1000" spc="-1" strike="noStrike">
                <a:solidFill>
                  <a:schemeClr val="accent1"/>
                </a:solidFill>
                <a:latin typeface="Lato"/>
                <a:ea typeface="Lato"/>
              </a:rPr>
              <a:t>14</a:t>
            </a:fld>
            <a:endParaRPr b="0" lang="en-US" sz="10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41" name="Google Shape;390;p29"/>
          <p:cNvSpPr/>
          <p:nvPr/>
        </p:nvSpPr>
        <p:spPr>
          <a:xfrm>
            <a:off x="941400" y="1522800"/>
            <a:ext cx="505080" cy="501480"/>
          </a:xfrm>
          <a:prstGeom prst="rect">
            <a:avLst/>
          </a:prstGeom>
          <a:solidFill>
            <a:schemeClr val="lt2"/>
          </a:solidFill>
          <a:ln w="9525">
            <a:solidFill>
              <a:srgbClr val="1a1a1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l" sz="1400" spc="-1" strike="noStrike">
                <a:solidFill>
                  <a:srgbClr val="000000"/>
                </a:solidFill>
                <a:latin typeface="Lato"/>
                <a:ea typeface="Lato"/>
              </a:rPr>
              <a:t>1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42" name="Google Shape;391;p29"/>
          <p:cNvSpPr/>
          <p:nvPr/>
        </p:nvSpPr>
        <p:spPr>
          <a:xfrm>
            <a:off x="1446840" y="1522800"/>
            <a:ext cx="505080" cy="501480"/>
          </a:xfrm>
          <a:prstGeom prst="rect">
            <a:avLst/>
          </a:prstGeom>
          <a:solidFill>
            <a:srgbClr val="fce5cd"/>
          </a:solidFill>
          <a:ln w="9525">
            <a:solidFill>
              <a:srgbClr val="1a1a1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l" sz="1400" spc="-1" strike="noStrike">
                <a:solidFill>
                  <a:srgbClr val="000000"/>
                </a:solidFill>
                <a:latin typeface="Lato"/>
                <a:ea typeface="Lato"/>
              </a:rPr>
              <a:t>3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43" name="Google Shape;392;p29"/>
          <p:cNvSpPr/>
          <p:nvPr/>
        </p:nvSpPr>
        <p:spPr>
          <a:xfrm>
            <a:off x="1952640" y="1522800"/>
            <a:ext cx="505080" cy="501480"/>
          </a:xfrm>
          <a:prstGeom prst="rect">
            <a:avLst/>
          </a:prstGeom>
          <a:solidFill>
            <a:srgbClr val="fce5cd"/>
          </a:solidFill>
          <a:ln w="9525">
            <a:solidFill>
              <a:srgbClr val="1a1a1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l" sz="1400" spc="-1" strike="noStrike">
                <a:solidFill>
                  <a:srgbClr val="000000"/>
                </a:solidFill>
                <a:latin typeface="Lato"/>
                <a:ea typeface="Lato"/>
              </a:rPr>
              <a:t>0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44" name="Google Shape;393;p29"/>
          <p:cNvSpPr/>
          <p:nvPr/>
        </p:nvSpPr>
        <p:spPr>
          <a:xfrm>
            <a:off x="2458080" y="1522800"/>
            <a:ext cx="505080" cy="501480"/>
          </a:xfrm>
          <a:prstGeom prst="rect">
            <a:avLst/>
          </a:prstGeom>
          <a:solidFill>
            <a:schemeClr val="lt2"/>
          </a:solidFill>
          <a:ln w="9525">
            <a:solidFill>
              <a:srgbClr val="1a1a1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l" sz="1400" spc="-1" strike="noStrike">
                <a:solidFill>
                  <a:srgbClr val="000000"/>
                </a:solidFill>
                <a:latin typeface="Lato"/>
                <a:ea typeface="Lato"/>
              </a:rPr>
              <a:t>2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45" name="Google Shape;394;p29"/>
          <p:cNvSpPr/>
          <p:nvPr/>
        </p:nvSpPr>
        <p:spPr>
          <a:xfrm>
            <a:off x="2963520" y="1522800"/>
            <a:ext cx="505080" cy="501480"/>
          </a:xfrm>
          <a:prstGeom prst="rect">
            <a:avLst/>
          </a:prstGeom>
          <a:solidFill>
            <a:schemeClr val="dk1"/>
          </a:solidFill>
          <a:ln w="9525">
            <a:solidFill>
              <a:srgbClr val="1a998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l" sz="1400" spc="-1" strike="noStrike">
                <a:solidFill>
                  <a:schemeClr val="lt2"/>
                </a:solidFill>
                <a:latin typeface="Lato"/>
                <a:ea typeface="Lato"/>
              </a:rPr>
              <a:t>6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46" name="Google Shape;395;p29"/>
          <p:cNvSpPr/>
          <p:nvPr/>
        </p:nvSpPr>
        <p:spPr>
          <a:xfrm>
            <a:off x="3468960" y="1522800"/>
            <a:ext cx="505080" cy="501480"/>
          </a:xfrm>
          <a:prstGeom prst="rect">
            <a:avLst/>
          </a:prstGeom>
          <a:solidFill>
            <a:schemeClr val="dk1"/>
          </a:solidFill>
          <a:ln w="9525">
            <a:solidFill>
              <a:srgbClr val="1a998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l" sz="1400" spc="-1" strike="noStrike">
                <a:solidFill>
                  <a:schemeClr val="lt2"/>
                </a:solidFill>
                <a:latin typeface="Lato"/>
                <a:ea typeface="Lato"/>
              </a:rPr>
              <a:t>7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47" name="Google Shape;396;p29"/>
          <p:cNvSpPr/>
          <p:nvPr/>
        </p:nvSpPr>
        <p:spPr>
          <a:xfrm>
            <a:off x="3974400" y="1522800"/>
            <a:ext cx="505080" cy="501480"/>
          </a:xfrm>
          <a:prstGeom prst="rect">
            <a:avLst/>
          </a:prstGeom>
          <a:solidFill>
            <a:schemeClr val="dk1"/>
          </a:solidFill>
          <a:ln w="9525">
            <a:solidFill>
              <a:srgbClr val="1a998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l" sz="1400" spc="-1" strike="noStrike">
                <a:solidFill>
                  <a:schemeClr val="lt2"/>
                </a:solidFill>
                <a:latin typeface="Lato"/>
                <a:ea typeface="Lato"/>
              </a:rPr>
              <a:t>9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48" name="Google Shape;397;p29"/>
          <p:cNvSpPr/>
          <p:nvPr/>
        </p:nvSpPr>
        <p:spPr>
          <a:xfrm>
            <a:off x="5491080" y="1559160"/>
            <a:ext cx="2926800" cy="429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t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l" sz="1600" spc="-1" strike="noStrike">
                <a:solidFill>
                  <a:schemeClr val="accent1"/>
                </a:solidFill>
                <a:latin typeface="Lato"/>
                <a:ea typeface="Lato"/>
              </a:rPr>
              <a:t>3 &gt; 0 → </a:t>
            </a:r>
            <a:r>
              <a:rPr b="1" lang="el" sz="1600" spc="-1" strike="noStrike">
                <a:solidFill>
                  <a:schemeClr val="accent3"/>
                </a:solidFill>
                <a:latin typeface="Lato"/>
                <a:ea typeface="Lato"/>
              </a:rPr>
              <a:t>Things not in place!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49" name="Google Shape;398;p29"/>
          <p:cNvSpPr/>
          <p:nvPr/>
        </p:nvSpPr>
        <p:spPr>
          <a:xfrm>
            <a:off x="941400" y="2320920"/>
            <a:ext cx="505080" cy="501480"/>
          </a:xfrm>
          <a:prstGeom prst="rect">
            <a:avLst/>
          </a:prstGeom>
          <a:solidFill>
            <a:schemeClr val="lt2"/>
          </a:solidFill>
          <a:ln w="9525">
            <a:solidFill>
              <a:srgbClr val="1a1a1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l" sz="1400" spc="-1" strike="noStrike">
                <a:solidFill>
                  <a:srgbClr val="000000"/>
                </a:solidFill>
                <a:latin typeface="Lato"/>
                <a:ea typeface="Lato"/>
              </a:rPr>
              <a:t>1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50" name="Google Shape;399;p29"/>
          <p:cNvSpPr/>
          <p:nvPr/>
        </p:nvSpPr>
        <p:spPr>
          <a:xfrm>
            <a:off x="1446840" y="2320920"/>
            <a:ext cx="505080" cy="501480"/>
          </a:xfrm>
          <a:prstGeom prst="rect">
            <a:avLst/>
          </a:prstGeom>
          <a:solidFill>
            <a:srgbClr val="c9daf8"/>
          </a:solidFill>
          <a:ln w="9525">
            <a:solidFill>
              <a:srgbClr val="1a1a1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l" sz="1400" spc="-1" strike="noStrike">
                <a:solidFill>
                  <a:srgbClr val="000000"/>
                </a:solidFill>
                <a:latin typeface="Lato"/>
                <a:ea typeface="Lato"/>
              </a:rPr>
              <a:t>0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51" name="Google Shape;400;p29"/>
          <p:cNvSpPr/>
          <p:nvPr/>
        </p:nvSpPr>
        <p:spPr>
          <a:xfrm>
            <a:off x="1952640" y="2320920"/>
            <a:ext cx="505080" cy="501480"/>
          </a:xfrm>
          <a:prstGeom prst="rect">
            <a:avLst/>
          </a:prstGeom>
          <a:solidFill>
            <a:srgbClr val="c9daf8"/>
          </a:solidFill>
          <a:ln w="9525">
            <a:solidFill>
              <a:srgbClr val="1a1a1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l" sz="1400" spc="-1" strike="noStrike">
                <a:solidFill>
                  <a:srgbClr val="000000"/>
                </a:solidFill>
                <a:latin typeface="Lato"/>
                <a:ea typeface="Lato"/>
              </a:rPr>
              <a:t>3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52" name="Google Shape;401;p29"/>
          <p:cNvSpPr/>
          <p:nvPr/>
        </p:nvSpPr>
        <p:spPr>
          <a:xfrm>
            <a:off x="2458080" y="2320920"/>
            <a:ext cx="505080" cy="501480"/>
          </a:xfrm>
          <a:prstGeom prst="rect">
            <a:avLst/>
          </a:prstGeom>
          <a:solidFill>
            <a:schemeClr val="lt2"/>
          </a:solidFill>
          <a:ln w="9525">
            <a:solidFill>
              <a:srgbClr val="1a1a1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l" sz="1400" spc="-1" strike="noStrike">
                <a:solidFill>
                  <a:srgbClr val="000000"/>
                </a:solidFill>
                <a:latin typeface="Lato"/>
                <a:ea typeface="Lato"/>
              </a:rPr>
              <a:t>2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53" name="Google Shape;402;p29"/>
          <p:cNvSpPr/>
          <p:nvPr/>
        </p:nvSpPr>
        <p:spPr>
          <a:xfrm>
            <a:off x="2963520" y="2320920"/>
            <a:ext cx="505080" cy="501480"/>
          </a:xfrm>
          <a:prstGeom prst="rect">
            <a:avLst/>
          </a:prstGeom>
          <a:solidFill>
            <a:schemeClr val="dk1"/>
          </a:solidFill>
          <a:ln w="9525">
            <a:solidFill>
              <a:srgbClr val="1a998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l" sz="1400" spc="-1" strike="noStrike">
                <a:solidFill>
                  <a:schemeClr val="lt2"/>
                </a:solidFill>
                <a:latin typeface="Lato"/>
                <a:ea typeface="Lato"/>
              </a:rPr>
              <a:t>6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54" name="Google Shape;403;p29"/>
          <p:cNvSpPr/>
          <p:nvPr/>
        </p:nvSpPr>
        <p:spPr>
          <a:xfrm>
            <a:off x="3468960" y="2320920"/>
            <a:ext cx="505080" cy="501480"/>
          </a:xfrm>
          <a:prstGeom prst="rect">
            <a:avLst/>
          </a:prstGeom>
          <a:solidFill>
            <a:schemeClr val="dk1"/>
          </a:solidFill>
          <a:ln w="9525">
            <a:solidFill>
              <a:srgbClr val="1a998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l" sz="1400" spc="-1" strike="noStrike">
                <a:solidFill>
                  <a:schemeClr val="lt2"/>
                </a:solidFill>
                <a:latin typeface="Lato"/>
                <a:ea typeface="Lato"/>
              </a:rPr>
              <a:t>7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55" name="Google Shape;404;p29"/>
          <p:cNvSpPr/>
          <p:nvPr/>
        </p:nvSpPr>
        <p:spPr>
          <a:xfrm>
            <a:off x="3974400" y="2320920"/>
            <a:ext cx="505080" cy="501480"/>
          </a:xfrm>
          <a:prstGeom prst="rect">
            <a:avLst/>
          </a:prstGeom>
          <a:solidFill>
            <a:schemeClr val="dk1"/>
          </a:solidFill>
          <a:ln w="9525">
            <a:solidFill>
              <a:srgbClr val="1a998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l" sz="1400" spc="-1" strike="noStrike">
                <a:solidFill>
                  <a:schemeClr val="lt2"/>
                </a:solidFill>
                <a:latin typeface="Lato"/>
                <a:ea typeface="Lato"/>
              </a:rPr>
              <a:t>9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56" name="Google Shape;405;p29"/>
          <p:cNvSpPr/>
          <p:nvPr/>
        </p:nvSpPr>
        <p:spPr>
          <a:xfrm>
            <a:off x="5491080" y="2357280"/>
            <a:ext cx="3044880" cy="429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t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l" sz="1600" spc="-1" strike="noStrike">
                <a:solidFill>
                  <a:schemeClr val="accent1"/>
                </a:solidFill>
                <a:latin typeface="Lato"/>
                <a:ea typeface="Lato"/>
              </a:rPr>
              <a:t>0 &lt; 3 → </a:t>
            </a:r>
            <a:r>
              <a:rPr b="1" lang="el" sz="1600" spc="-1" strike="noStrike">
                <a:solidFill>
                  <a:schemeClr val="accent2"/>
                </a:solidFill>
                <a:latin typeface="Lato"/>
                <a:ea typeface="Lato"/>
              </a:rPr>
              <a:t>Swap!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57" name="Google Shape;406;p29"/>
          <p:cNvSpPr/>
          <p:nvPr/>
        </p:nvSpPr>
        <p:spPr>
          <a:xfrm>
            <a:off x="941400" y="3118680"/>
            <a:ext cx="505080" cy="501480"/>
          </a:xfrm>
          <a:prstGeom prst="rect">
            <a:avLst/>
          </a:prstGeom>
          <a:solidFill>
            <a:schemeClr val="lt2"/>
          </a:solidFill>
          <a:ln w="9525">
            <a:solidFill>
              <a:srgbClr val="1a1a1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l" sz="1400" spc="-1" strike="noStrike">
                <a:solidFill>
                  <a:srgbClr val="000000"/>
                </a:solidFill>
                <a:latin typeface="Lato"/>
                <a:ea typeface="Lato"/>
              </a:rPr>
              <a:t>1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58" name="Google Shape;407;p29"/>
          <p:cNvSpPr/>
          <p:nvPr/>
        </p:nvSpPr>
        <p:spPr>
          <a:xfrm>
            <a:off x="1446840" y="3118680"/>
            <a:ext cx="505080" cy="501480"/>
          </a:xfrm>
          <a:prstGeom prst="rect">
            <a:avLst/>
          </a:prstGeom>
          <a:solidFill>
            <a:schemeClr val="lt2"/>
          </a:solidFill>
          <a:ln w="9525">
            <a:solidFill>
              <a:srgbClr val="1a1a1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l" sz="1400" spc="-1" strike="noStrike">
                <a:solidFill>
                  <a:srgbClr val="000000"/>
                </a:solidFill>
                <a:latin typeface="Lato"/>
                <a:ea typeface="Lato"/>
              </a:rPr>
              <a:t>0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59" name="Google Shape;408;p29"/>
          <p:cNvSpPr/>
          <p:nvPr/>
        </p:nvSpPr>
        <p:spPr>
          <a:xfrm>
            <a:off x="1952640" y="3118680"/>
            <a:ext cx="505080" cy="501480"/>
          </a:xfrm>
          <a:prstGeom prst="rect">
            <a:avLst/>
          </a:prstGeom>
          <a:solidFill>
            <a:srgbClr val="fce5cd"/>
          </a:solidFill>
          <a:ln w="9525">
            <a:solidFill>
              <a:srgbClr val="1a1a1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l" sz="1400" spc="-1" strike="noStrike">
                <a:solidFill>
                  <a:srgbClr val="000000"/>
                </a:solidFill>
                <a:latin typeface="Lato"/>
                <a:ea typeface="Lato"/>
              </a:rPr>
              <a:t>3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60" name="Google Shape;409;p29"/>
          <p:cNvSpPr/>
          <p:nvPr/>
        </p:nvSpPr>
        <p:spPr>
          <a:xfrm>
            <a:off x="2458080" y="3118680"/>
            <a:ext cx="505080" cy="501480"/>
          </a:xfrm>
          <a:prstGeom prst="rect">
            <a:avLst/>
          </a:prstGeom>
          <a:solidFill>
            <a:srgbClr val="fce5cd"/>
          </a:solidFill>
          <a:ln w="9525">
            <a:solidFill>
              <a:srgbClr val="1a1a1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l" sz="1400" spc="-1" strike="noStrike">
                <a:solidFill>
                  <a:srgbClr val="000000"/>
                </a:solidFill>
                <a:latin typeface="Lato"/>
                <a:ea typeface="Lato"/>
              </a:rPr>
              <a:t>2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61" name="Google Shape;410;p29"/>
          <p:cNvSpPr/>
          <p:nvPr/>
        </p:nvSpPr>
        <p:spPr>
          <a:xfrm>
            <a:off x="2963520" y="3118680"/>
            <a:ext cx="505080" cy="501480"/>
          </a:xfrm>
          <a:prstGeom prst="rect">
            <a:avLst/>
          </a:prstGeom>
          <a:solidFill>
            <a:schemeClr val="dk1"/>
          </a:solidFill>
          <a:ln w="9525">
            <a:solidFill>
              <a:srgbClr val="1a998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l" sz="1400" spc="-1" strike="noStrike">
                <a:solidFill>
                  <a:schemeClr val="lt2"/>
                </a:solidFill>
                <a:latin typeface="Lato"/>
                <a:ea typeface="Lato"/>
              </a:rPr>
              <a:t>6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62" name="Google Shape;411;p29"/>
          <p:cNvSpPr/>
          <p:nvPr/>
        </p:nvSpPr>
        <p:spPr>
          <a:xfrm>
            <a:off x="3468960" y="3118680"/>
            <a:ext cx="505080" cy="501480"/>
          </a:xfrm>
          <a:prstGeom prst="rect">
            <a:avLst/>
          </a:prstGeom>
          <a:solidFill>
            <a:schemeClr val="dk1"/>
          </a:solidFill>
          <a:ln w="9525">
            <a:solidFill>
              <a:srgbClr val="1a998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l" sz="1400" spc="-1" strike="noStrike">
                <a:solidFill>
                  <a:schemeClr val="lt2"/>
                </a:solidFill>
                <a:latin typeface="Lato"/>
                <a:ea typeface="Lato"/>
              </a:rPr>
              <a:t>7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63" name="Google Shape;412;p29"/>
          <p:cNvSpPr/>
          <p:nvPr/>
        </p:nvSpPr>
        <p:spPr>
          <a:xfrm>
            <a:off x="3974400" y="3118680"/>
            <a:ext cx="505080" cy="501480"/>
          </a:xfrm>
          <a:prstGeom prst="rect">
            <a:avLst/>
          </a:prstGeom>
          <a:solidFill>
            <a:schemeClr val="dk1"/>
          </a:solidFill>
          <a:ln w="9525">
            <a:solidFill>
              <a:srgbClr val="1a998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l" sz="1400" spc="-1" strike="noStrike">
                <a:solidFill>
                  <a:schemeClr val="lt2"/>
                </a:solidFill>
                <a:latin typeface="Lato"/>
                <a:ea typeface="Lato"/>
              </a:rPr>
              <a:t>9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64" name="Google Shape;413;p29"/>
          <p:cNvSpPr/>
          <p:nvPr/>
        </p:nvSpPr>
        <p:spPr>
          <a:xfrm>
            <a:off x="5491080" y="3155040"/>
            <a:ext cx="3044880" cy="429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t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l" sz="1600" spc="-1" strike="noStrike">
                <a:solidFill>
                  <a:schemeClr val="accent1"/>
                </a:solidFill>
                <a:latin typeface="Lato"/>
                <a:ea typeface="Lato"/>
              </a:rPr>
              <a:t>3 &gt; 2 → </a:t>
            </a:r>
            <a:r>
              <a:rPr b="1" lang="el" sz="1600" spc="-1" strike="noStrike">
                <a:solidFill>
                  <a:schemeClr val="accent3"/>
                </a:solidFill>
                <a:latin typeface="Lato"/>
                <a:ea typeface="Lato"/>
              </a:rPr>
              <a:t>Things not in place!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65" name="Google Shape;414;p29"/>
          <p:cNvSpPr/>
          <p:nvPr/>
        </p:nvSpPr>
        <p:spPr>
          <a:xfrm>
            <a:off x="941400" y="4036320"/>
            <a:ext cx="505080" cy="501480"/>
          </a:xfrm>
          <a:prstGeom prst="rect">
            <a:avLst/>
          </a:prstGeom>
          <a:solidFill>
            <a:schemeClr val="lt2"/>
          </a:solidFill>
          <a:ln w="9525">
            <a:solidFill>
              <a:srgbClr val="1a1a1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l" sz="1400" spc="-1" strike="noStrike">
                <a:solidFill>
                  <a:srgbClr val="000000"/>
                </a:solidFill>
                <a:latin typeface="Lato"/>
                <a:ea typeface="Lato"/>
              </a:rPr>
              <a:t>1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66" name="Google Shape;415;p29"/>
          <p:cNvSpPr/>
          <p:nvPr/>
        </p:nvSpPr>
        <p:spPr>
          <a:xfrm>
            <a:off x="1446840" y="4036320"/>
            <a:ext cx="505080" cy="501480"/>
          </a:xfrm>
          <a:prstGeom prst="rect">
            <a:avLst/>
          </a:prstGeom>
          <a:solidFill>
            <a:schemeClr val="lt2"/>
          </a:solidFill>
          <a:ln w="9525">
            <a:solidFill>
              <a:srgbClr val="1a1a1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l" sz="1400" spc="-1" strike="noStrike">
                <a:solidFill>
                  <a:srgbClr val="000000"/>
                </a:solidFill>
                <a:latin typeface="Lato"/>
                <a:ea typeface="Lato"/>
              </a:rPr>
              <a:t>0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67" name="Google Shape;416;p29"/>
          <p:cNvSpPr/>
          <p:nvPr/>
        </p:nvSpPr>
        <p:spPr>
          <a:xfrm>
            <a:off x="1952640" y="4036320"/>
            <a:ext cx="505080" cy="501480"/>
          </a:xfrm>
          <a:prstGeom prst="rect">
            <a:avLst/>
          </a:prstGeom>
          <a:solidFill>
            <a:srgbClr val="c9daf8"/>
          </a:solidFill>
          <a:ln w="9525">
            <a:solidFill>
              <a:srgbClr val="1a1a1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l" sz="1400" spc="-1" strike="noStrike">
                <a:solidFill>
                  <a:srgbClr val="000000"/>
                </a:solidFill>
                <a:latin typeface="Lato"/>
                <a:ea typeface="Lato"/>
              </a:rPr>
              <a:t>2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68" name="Google Shape;417;p29"/>
          <p:cNvSpPr/>
          <p:nvPr/>
        </p:nvSpPr>
        <p:spPr>
          <a:xfrm>
            <a:off x="2458080" y="4036320"/>
            <a:ext cx="505080" cy="501480"/>
          </a:xfrm>
          <a:prstGeom prst="rect">
            <a:avLst/>
          </a:prstGeom>
          <a:solidFill>
            <a:srgbClr val="c9daf8"/>
          </a:solidFill>
          <a:ln w="9525">
            <a:solidFill>
              <a:srgbClr val="1a1a1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l" sz="1400" spc="-1" strike="noStrike">
                <a:solidFill>
                  <a:srgbClr val="000000"/>
                </a:solidFill>
                <a:latin typeface="Lato"/>
                <a:ea typeface="Lato"/>
              </a:rPr>
              <a:t>3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69" name="Google Shape;418;p29"/>
          <p:cNvSpPr/>
          <p:nvPr/>
        </p:nvSpPr>
        <p:spPr>
          <a:xfrm>
            <a:off x="2963520" y="4036320"/>
            <a:ext cx="505080" cy="501480"/>
          </a:xfrm>
          <a:prstGeom prst="rect">
            <a:avLst/>
          </a:prstGeom>
          <a:solidFill>
            <a:schemeClr val="dk1"/>
          </a:solidFill>
          <a:ln w="9525">
            <a:solidFill>
              <a:srgbClr val="1a998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l" sz="1400" spc="-1" strike="noStrike">
                <a:solidFill>
                  <a:schemeClr val="lt2"/>
                </a:solidFill>
                <a:latin typeface="Lato"/>
                <a:ea typeface="Lato"/>
              </a:rPr>
              <a:t>6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70" name="Google Shape;419;p29"/>
          <p:cNvSpPr/>
          <p:nvPr/>
        </p:nvSpPr>
        <p:spPr>
          <a:xfrm>
            <a:off x="3468960" y="4036320"/>
            <a:ext cx="505080" cy="501480"/>
          </a:xfrm>
          <a:prstGeom prst="rect">
            <a:avLst/>
          </a:prstGeom>
          <a:solidFill>
            <a:schemeClr val="dk1"/>
          </a:solidFill>
          <a:ln w="9525">
            <a:solidFill>
              <a:srgbClr val="1a998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l" sz="1400" spc="-1" strike="noStrike">
                <a:solidFill>
                  <a:schemeClr val="lt2"/>
                </a:solidFill>
                <a:latin typeface="Lato"/>
                <a:ea typeface="Lato"/>
              </a:rPr>
              <a:t>7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71" name="Google Shape;420;p29"/>
          <p:cNvSpPr/>
          <p:nvPr/>
        </p:nvSpPr>
        <p:spPr>
          <a:xfrm>
            <a:off x="3974400" y="4036320"/>
            <a:ext cx="505080" cy="501480"/>
          </a:xfrm>
          <a:prstGeom prst="rect">
            <a:avLst/>
          </a:prstGeom>
          <a:solidFill>
            <a:schemeClr val="dk1"/>
          </a:solidFill>
          <a:ln w="9525">
            <a:solidFill>
              <a:srgbClr val="1a998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l" sz="1400" spc="-1" strike="noStrike">
                <a:solidFill>
                  <a:schemeClr val="lt2"/>
                </a:solidFill>
                <a:latin typeface="Lato"/>
                <a:ea typeface="Lato"/>
              </a:rPr>
              <a:t>9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72" name="Google Shape;421;p29"/>
          <p:cNvSpPr/>
          <p:nvPr/>
        </p:nvSpPr>
        <p:spPr>
          <a:xfrm>
            <a:off x="5491080" y="4072680"/>
            <a:ext cx="3044880" cy="429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t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l" sz="1600" spc="-1" strike="noStrike">
                <a:solidFill>
                  <a:schemeClr val="accent1"/>
                </a:solidFill>
                <a:latin typeface="Lato"/>
                <a:ea typeface="Lato"/>
              </a:rPr>
              <a:t>2 &lt; 3 → </a:t>
            </a:r>
            <a:r>
              <a:rPr b="1" lang="el" sz="1600" spc="-1" strike="noStrike">
                <a:solidFill>
                  <a:schemeClr val="accent2"/>
                </a:solidFill>
                <a:latin typeface="Lato"/>
                <a:ea typeface="Lato"/>
              </a:rPr>
              <a:t>Swap!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3" name="PlaceHolder 1"/>
          <p:cNvSpPr>
            <a:spLocks noGrp="1"/>
          </p:cNvSpPr>
          <p:nvPr>
            <p:ph type="title"/>
          </p:nvPr>
        </p:nvSpPr>
        <p:spPr>
          <a:xfrm>
            <a:off x="729360" y="572040"/>
            <a:ext cx="7688520" cy="53496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t">
            <a:normAutofit fontScale="88000"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l" sz="2600" spc="-1" strike="noStrike">
                <a:solidFill>
                  <a:schemeClr val="dk2"/>
                </a:solidFill>
                <a:latin typeface="Lato"/>
                <a:ea typeface="Lato"/>
              </a:rPr>
              <a:t>Bubbles. I want more bubbles.</a:t>
            </a:r>
            <a:endParaRPr b="0" lang="en-US" sz="2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74" name="PlaceHolder 2"/>
          <p:cNvSpPr>
            <a:spLocks noGrp="1"/>
          </p:cNvSpPr>
          <p:nvPr>
            <p:ph type="sldNum" idx="19"/>
          </p:nvPr>
        </p:nvSpPr>
        <p:spPr>
          <a:xfrm>
            <a:off x="8536320" y="4749840"/>
            <a:ext cx="548280" cy="39312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ctr">
            <a:norm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l" sz="1000" spc="-1" strike="noStrike">
                <a:solidFill>
                  <a:schemeClr val="accent1"/>
                </a:solidFill>
                <a:latin typeface="Lato"/>
                <a:ea typeface="Lato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5C4092C8-CE77-4CDB-9FE1-E466661AAC4C}" type="slidenum">
              <a:rPr b="0" lang="el" sz="1000" spc="-1" strike="noStrike">
                <a:solidFill>
                  <a:schemeClr val="accent1"/>
                </a:solidFill>
                <a:latin typeface="Lato"/>
                <a:ea typeface="Lato"/>
              </a:rPr>
              <a:t>15</a:t>
            </a:fld>
            <a:endParaRPr b="0" lang="en-US" sz="10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75" name="Google Shape;428;p30"/>
          <p:cNvSpPr/>
          <p:nvPr/>
        </p:nvSpPr>
        <p:spPr>
          <a:xfrm>
            <a:off x="941400" y="1522800"/>
            <a:ext cx="505080" cy="501480"/>
          </a:xfrm>
          <a:prstGeom prst="rect">
            <a:avLst/>
          </a:prstGeom>
          <a:solidFill>
            <a:srgbClr val="fce5cd"/>
          </a:solidFill>
          <a:ln w="9525">
            <a:solidFill>
              <a:srgbClr val="1a1a1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l" sz="1400" spc="-1" strike="noStrike">
                <a:solidFill>
                  <a:srgbClr val="000000"/>
                </a:solidFill>
                <a:latin typeface="Lato"/>
                <a:ea typeface="Lato"/>
              </a:rPr>
              <a:t>1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76" name="Google Shape;429;p30"/>
          <p:cNvSpPr/>
          <p:nvPr/>
        </p:nvSpPr>
        <p:spPr>
          <a:xfrm>
            <a:off x="1446840" y="1522800"/>
            <a:ext cx="505080" cy="501480"/>
          </a:xfrm>
          <a:prstGeom prst="rect">
            <a:avLst/>
          </a:prstGeom>
          <a:solidFill>
            <a:srgbClr val="fce5cd"/>
          </a:solidFill>
          <a:ln w="9525">
            <a:solidFill>
              <a:srgbClr val="1a1a1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l" sz="1400" spc="-1" strike="noStrike">
                <a:solidFill>
                  <a:srgbClr val="000000"/>
                </a:solidFill>
                <a:latin typeface="Lato"/>
                <a:ea typeface="Lato"/>
              </a:rPr>
              <a:t>0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77" name="Google Shape;430;p30"/>
          <p:cNvSpPr/>
          <p:nvPr/>
        </p:nvSpPr>
        <p:spPr>
          <a:xfrm>
            <a:off x="1952640" y="1522800"/>
            <a:ext cx="505080" cy="501480"/>
          </a:xfrm>
          <a:prstGeom prst="rect">
            <a:avLst/>
          </a:prstGeom>
          <a:solidFill>
            <a:schemeClr val="lt2"/>
          </a:solidFill>
          <a:ln w="9525">
            <a:solidFill>
              <a:srgbClr val="1a1a1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l" sz="1400" spc="-1" strike="noStrike">
                <a:solidFill>
                  <a:srgbClr val="000000"/>
                </a:solidFill>
                <a:latin typeface="Lato"/>
                <a:ea typeface="Lato"/>
              </a:rPr>
              <a:t>2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78" name="Google Shape;431;p30"/>
          <p:cNvSpPr/>
          <p:nvPr/>
        </p:nvSpPr>
        <p:spPr>
          <a:xfrm>
            <a:off x="2458080" y="1522800"/>
            <a:ext cx="505080" cy="501480"/>
          </a:xfrm>
          <a:prstGeom prst="rect">
            <a:avLst/>
          </a:prstGeom>
          <a:solidFill>
            <a:schemeClr val="dk1"/>
          </a:solidFill>
          <a:ln w="9525">
            <a:solidFill>
              <a:srgbClr val="1a998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l" sz="1400" spc="-1" strike="noStrike">
                <a:solidFill>
                  <a:schemeClr val="lt2"/>
                </a:solidFill>
                <a:latin typeface="Lato"/>
                <a:ea typeface="Lato"/>
              </a:rPr>
              <a:t>3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79" name="Google Shape;432;p30"/>
          <p:cNvSpPr/>
          <p:nvPr/>
        </p:nvSpPr>
        <p:spPr>
          <a:xfrm>
            <a:off x="2963520" y="1522800"/>
            <a:ext cx="505080" cy="501480"/>
          </a:xfrm>
          <a:prstGeom prst="rect">
            <a:avLst/>
          </a:prstGeom>
          <a:solidFill>
            <a:schemeClr val="dk1"/>
          </a:solidFill>
          <a:ln w="9525">
            <a:solidFill>
              <a:srgbClr val="1a998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l" sz="1400" spc="-1" strike="noStrike">
                <a:solidFill>
                  <a:schemeClr val="lt2"/>
                </a:solidFill>
                <a:latin typeface="Lato"/>
                <a:ea typeface="Lato"/>
              </a:rPr>
              <a:t>6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80" name="Google Shape;433;p30"/>
          <p:cNvSpPr/>
          <p:nvPr/>
        </p:nvSpPr>
        <p:spPr>
          <a:xfrm>
            <a:off x="3468960" y="1522800"/>
            <a:ext cx="505080" cy="501480"/>
          </a:xfrm>
          <a:prstGeom prst="rect">
            <a:avLst/>
          </a:prstGeom>
          <a:solidFill>
            <a:schemeClr val="dk1"/>
          </a:solidFill>
          <a:ln w="9525">
            <a:solidFill>
              <a:srgbClr val="1a998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l" sz="1400" spc="-1" strike="noStrike">
                <a:solidFill>
                  <a:schemeClr val="lt2"/>
                </a:solidFill>
                <a:latin typeface="Lato"/>
                <a:ea typeface="Lato"/>
              </a:rPr>
              <a:t>7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81" name="Google Shape;434;p30"/>
          <p:cNvSpPr/>
          <p:nvPr/>
        </p:nvSpPr>
        <p:spPr>
          <a:xfrm>
            <a:off x="3974400" y="1522800"/>
            <a:ext cx="505080" cy="501480"/>
          </a:xfrm>
          <a:prstGeom prst="rect">
            <a:avLst/>
          </a:prstGeom>
          <a:solidFill>
            <a:schemeClr val="dk1"/>
          </a:solidFill>
          <a:ln w="9525">
            <a:solidFill>
              <a:srgbClr val="1a998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l" sz="1400" spc="-1" strike="noStrike">
                <a:solidFill>
                  <a:schemeClr val="lt2"/>
                </a:solidFill>
                <a:latin typeface="Lato"/>
                <a:ea typeface="Lato"/>
              </a:rPr>
              <a:t>9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82" name="Google Shape;435;p30"/>
          <p:cNvSpPr/>
          <p:nvPr/>
        </p:nvSpPr>
        <p:spPr>
          <a:xfrm>
            <a:off x="5491080" y="1559160"/>
            <a:ext cx="2926800" cy="429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t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l" sz="1600" spc="-1" strike="noStrike">
                <a:solidFill>
                  <a:schemeClr val="accent1"/>
                </a:solidFill>
                <a:latin typeface="Lato"/>
                <a:ea typeface="Lato"/>
              </a:rPr>
              <a:t>1 &gt; 0 → </a:t>
            </a:r>
            <a:r>
              <a:rPr b="1" lang="el" sz="1600" spc="-1" strike="noStrike">
                <a:solidFill>
                  <a:schemeClr val="accent3"/>
                </a:solidFill>
                <a:latin typeface="Lato"/>
                <a:ea typeface="Lato"/>
              </a:rPr>
              <a:t>Things not in place!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83" name="Google Shape;436;p30"/>
          <p:cNvSpPr/>
          <p:nvPr/>
        </p:nvSpPr>
        <p:spPr>
          <a:xfrm>
            <a:off x="941400" y="2320920"/>
            <a:ext cx="505080" cy="501480"/>
          </a:xfrm>
          <a:prstGeom prst="rect">
            <a:avLst/>
          </a:prstGeom>
          <a:solidFill>
            <a:srgbClr val="d9ead3"/>
          </a:solidFill>
          <a:ln w="9525">
            <a:solidFill>
              <a:srgbClr val="1a1a1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l" sz="1400" spc="-1" strike="noStrike">
                <a:solidFill>
                  <a:srgbClr val="000000"/>
                </a:solidFill>
                <a:latin typeface="Lato"/>
                <a:ea typeface="Lato"/>
              </a:rPr>
              <a:t>0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84" name="Google Shape;437;p30"/>
          <p:cNvSpPr/>
          <p:nvPr/>
        </p:nvSpPr>
        <p:spPr>
          <a:xfrm>
            <a:off x="1446840" y="2320920"/>
            <a:ext cx="505080" cy="501480"/>
          </a:xfrm>
          <a:prstGeom prst="rect">
            <a:avLst/>
          </a:prstGeom>
          <a:solidFill>
            <a:srgbClr val="d9ead3"/>
          </a:solidFill>
          <a:ln w="9525">
            <a:solidFill>
              <a:srgbClr val="1a1a1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l" sz="1400" spc="-1" strike="noStrike">
                <a:solidFill>
                  <a:srgbClr val="000000"/>
                </a:solidFill>
                <a:latin typeface="Lato"/>
                <a:ea typeface="Lato"/>
              </a:rPr>
              <a:t>1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85" name="Google Shape;438;p30"/>
          <p:cNvSpPr/>
          <p:nvPr/>
        </p:nvSpPr>
        <p:spPr>
          <a:xfrm>
            <a:off x="1952640" y="2320920"/>
            <a:ext cx="505080" cy="501480"/>
          </a:xfrm>
          <a:prstGeom prst="rect">
            <a:avLst/>
          </a:prstGeom>
          <a:solidFill>
            <a:schemeClr val="lt2"/>
          </a:solidFill>
          <a:ln w="9525">
            <a:solidFill>
              <a:srgbClr val="1a1a1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l" sz="1400" spc="-1" strike="noStrike">
                <a:solidFill>
                  <a:srgbClr val="000000"/>
                </a:solidFill>
                <a:latin typeface="Lato"/>
                <a:ea typeface="Lato"/>
              </a:rPr>
              <a:t>2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86" name="Google Shape;439;p30"/>
          <p:cNvSpPr/>
          <p:nvPr/>
        </p:nvSpPr>
        <p:spPr>
          <a:xfrm>
            <a:off x="2458080" y="2320920"/>
            <a:ext cx="505080" cy="501480"/>
          </a:xfrm>
          <a:prstGeom prst="rect">
            <a:avLst/>
          </a:prstGeom>
          <a:solidFill>
            <a:schemeClr val="dk1"/>
          </a:solidFill>
          <a:ln w="9525">
            <a:solidFill>
              <a:srgbClr val="1a998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l" sz="1400" spc="-1" strike="noStrike">
                <a:solidFill>
                  <a:schemeClr val="lt2"/>
                </a:solidFill>
                <a:latin typeface="Lato"/>
                <a:ea typeface="Lato"/>
              </a:rPr>
              <a:t>3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87" name="Google Shape;440;p30"/>
          <p:cNvSpPr/>
          <p:nvPr/>
        </p:nvSpPr>
        <p:spPr>
          <a:xfrm>
            <a:off x="2963520" y="2320920"/>
            <a:ext cx="505080" cy="501480"/>
          </a:xfrm>
          <a:prstGeom prst="rect">
            <a:avLst/>
          </a:prstGeom>
          <a:solidFill>
            <a:schemeClr val="dk1"/>
          </a:solidFill>
          <a:ln w="9525">
            <a:solidFill>
              <a:srgbClr val="1a998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l" sz="1400" spc="-1" strike="noStrike">
                <a:solidFill>
                  <a:schemeClr val="lt2"/>
                </a:solidFill>
                <a:latin typeface="Lato"/>
                <a:ea typeface="Lato"/>
              </a:rPr>
              <a:t>6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88" name="Google Shape;441;p30"/>
          <p:cNvSpPr/>
          <p:nvPr/>
        </p:nvSpPr>
        <p:spPr>
          <a:xfrm>
            <a:off x="3468960" y="2320920"/>
            <a:ext cx="505080" cy="501480"/>
          </a:xfrm>
          <a:prstGeom prst="rect">
            <a:avLst/>
          </a:prstGeom>
          <a:solidFill>
            <a:schemeClr val="dk1"/>
          </a:solidFill>
          <a:ln w="9525">
            <a:solidFill>
              <a:srgbClr val="1a998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l" sz="1400" spc="-1" strike="noStrike">
                <a:solidFill>
                  <a:schemeClr val="lt2"/>
                </a:solidFill>
                <a:latin typeface="Lato"/>
                <a:ea typeface="Lato"/>
              </a:rPr>
              <a:t>7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89" name="Google Shape;442;p30"/>
          <p:cNvSpPr/>
          <p:nvPr/>
        </p:nvSpPr>
        <p:spPr>
          <a:xfrm>
            <a:off x="3974400" y="2320920"/>
            <a:ext cx="505080" cy="501480"/>
          </a:xfrm>
          <a:prstGeom prst="rect">
            <a:avLst/>
          </a:prstGeom>
          <a:solidFill>
            <a:schemeClr val="dk1"/>
          </a:solidFill>
          <a:ln w="9525">
            <a:solidFill>
              <a:srgbClr val="1a998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l" sz="1400" spc="-1" strike="noStrike">
                <a:solidFill>
                  <a:schemeClr val="lt2"/>
                </a:solidFill>
                <a:latin typeface="Lato"/>
                <a:ea typeface="Lato"/>
              </a:rPr>
              <a:t>9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90" name="Google Shape;443;p30"/>
          <p:cNvSpPr/>
          <p:nvPr/>
        </p:nvSpPr>
        <p:spPr>
          <a:xfrm>
            <a:off x="5491080" y="2357280"/>
            <a:ext cx="3044880" cy="429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t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l" sz="1600" spc="-1" strike="noStrike">
                <a:solidFill>
                  <a:schemeClr val="accent1"/>
                </a:solidFill>
                <a:latin typeface="Lato"/>
                <a:ea typeface="Lato"/>
              </a:rPr>
              <a:t>0 &lt; 1 → </a:t>
            </a:r>
            <a:r>
              <a:rPr b="1" lang="el" sz="1600" spc="-1" strike="noStrike">
                <a:solidFill>
                  <a:schemeClr val="accent2"/>
                </a:solidFill>
                <a:latin typeface="Lato"/>
                <a:ea typeface="Lato"/>
              </a:rPr>
              <a:t>Swap!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91" name="Google Shape;444;p30"/>
          <p:cNvSpPr/>
          <p:nvPr/>
        </p:nvSpPr>
        <p:spPr>
          <a:xfrm>
            <a:off x="941400" y="3118680"/>
            <a:ext cx="505080" cy="501480"/>
          </a:xfrm>
          <a:prstGeom prst="rect">
            <a:avLst/>
          </a:prstGeom>
          <a:solidFill>
            <a:schemeClr val="lt2"/>
          </a:solidFill>
          <a:ln w="9525">
            <a:solidFill>
              <a:srgbClr val="1a1a1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l" sz="1400" spc="-1" strike="noStrike">
                <a:solidFill>
                  <a:srgbClr val="000000"/>
                </a:solidFill>
                <a:latin typeface="Lato"/>
                <a:ea typeface="Lato"/>
              </a:rPr>
              <a:t>0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92" name="Google Shape;445;p30"/>
          <p:cNvSpPr/>
          <p:nvPr/>
        </p:nvSpPr>
        <p:spPr>
          <a:xfrm>
            <a:off x="1446840" y="3118680"/>
            <a:ext cx="505080" cy="501480"/>
          </a:xfrm>
          <a:prstGeom prst="rect">
            <a:avLst/>
          </a:prstGeom>
          <a:solidFill>
            <a:srgbClr val="d9ead3"/>
          </a:solidFill>
          <a:ln w="9525">
            <a:solidFill>
              <a:srgbClr val="1a1a1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l" sz="1400" spc="-1" strike="noStrike">
                <a:solidFill>
                  <a:srgbClr val="000000"/>
                </a:solidFill>
                <a:latin typeface="Lato"/>
                <a:ea typeface="Lato"/>
              </a:rPr>
              <a:t>1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93" name="Google Shape;446;p30"/>
          <p:cNvSpPr/>
          <p:nvPr/>
        </p:nvSpPr>
        <p:spPr>
          <a:xfrm>
            <a:off x="1952640" y="3118680"/>
            <a:ext cx="505080" cy="501480"/>
          </a:xfrm>
          <a:prstGeom prst="rect">
            <a:avLst/>
          </a:prstGeom>
          <a:solidFill>
            <a:srgbClr val="d9ead3"/>
          </a:solidFill>
          <a:ln w="9525">
            <a:solidFill>
              <a:srgbClr val="1a1a1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l" sz="1400" spc="-1" strike="noStrike">
                <a:solidFill>
                  <a:srgbClr val="000000"/>
                </a:solidFill>
                <a:latin typeface="Lato"/>
                <a:ea typeface="Lato"/>
              </a:rPr>
              <a:t>2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94" name="Google Shape;447;p30"/>
          <p:cNvSpPr/>
          <p:nvPr/>
        </p:nvSpPr>
        <p:spPr>
          <a:xfrm>
            <a:off x="2458080" y="3118680"/>
            <a:ext cx="505080" cy="501480"/>
          </a:xfrm>
          <a:prstGeom prst="rect">
            <a:avLst/>
          </a:prstGeom>
          <a:solidFill>
            <a:schemeClr val="dk1"/>
          </a:solidFill>
          <a:ln w="9525">
            <a:solidFill>
              <a:srgbClr val="1a998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l" sz="1400" spc="-1" strike="noStrike">
                <a:solidFill>
                  <a:schemeClr val="lt2"/>
                </a:solidFill>
                <a:latin typeface="Lato"/>
                <a:ea typeface="Lato"/>
              </a:rPr>
              <a:t>3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95" name="Google Shape;448;p30"/>
          <p:cNvSpPr/>
          <p:nvPr/>
        </p:nvSpPr>
        <p:spPr>
          <a:xfrm>
            <a:off x="2963520" y="3118680"/>
            <a:ext cx="505080" cy="501480"/>
          </a:xfrm>
          <a:prstGeom prst="rect">
            <a:avLst/>
          </a:prstGeom>
          <a:solidFill>
            <a:schemeClr val="dk1"/>
          </a:solidFill>
          <a:ln w="9525">
            <a:solidFill>
              <a:srgbClr val="1a998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l" sz="1400" spc="-1" strike="noStrike">
                <a:solidFill>
                  <a:schemeClr val="lt2"/>
                </a:solidFill>
                <a:latin typeface="Lato"/>
                <a:ea typeface="Lato"/>
              </a:rPr>
              <a:t>6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96" name="Google Shape;449;p30"/>
          <p:cNvSpPr/>
          <p:nvPr/>
        </p:nvSpPr>
        <p:spPr>
          <a:xfrm>
            <a:off x="3468960" y="3118680"/>
            <a:ext cx="505080" cy="501480"/>
          </a:xfrm>
          <a:prstGeom prst="rect">
            <a:avLst/>
          </a:prstGeom>
          <a:solidFill>
            <a:schemeClr val="dk1"/>
          </a:solidFill>
          <a:ln w="9525">
            <a:solidFill>
              <a:srgbClr val="1a998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l" sz="1400" spc="-1" strike="noStrike">
                <a:solidFill>
                  <a:schemeClr val="lt2"/>
                </a:solidFill>
                <a:latin typeface="Lato"/>
                <a:ea typeface="Lato"/>
              </a:rPr>
              <a:t>7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97" name="Google Shape;450;p30"/>
          <p:cNvSpPr/>
          <p:nvPr/>
        </p:nvSpPr>
        <p:spPr>
          <a:xfrm>
            <a:off x="3974400" y="3118680"/>
            <a:ext cx="505080" cy="501480"/>
          </a:xfrm>
          <a:prstGeom prst="rect">
            <a:avLst/>
          </a:prstGeom>
          <a:solidFill>
            <a:schemeClr val="dk1"/>
          </a:solidFill>
          <a:ln w="9525">
            <a:solidFill>
              <a:srgbClr val="1a998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l" sz="1400" spc="-1" strike="noStrike">
                <a:solidFill>
                  <a:schemeClr val="lt2"/>
                </a:solidFill>
                <a:latin typeface="Lato"/>
                <a:ea typeface="Lato"/>
              </a:rPr>
              <a:t>9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98" name="Google Shape;451;p30"/>
          <p:cNvSpPr/>
          <p:nvPr/>
        </p:nvSpPr>
        <p:spPr>
          <a:xfrm>
            <a:off x="5491080" y="3155040"/>
            <a:ext cx="3044880" cy="429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t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l" sz="1600" spc="-1" strike="noStrike">
                <a:solidFill>
                  <a:schemeClr val="accent1"/>
                </a:solidFill>
                <a:latin typeface="Lato"/>
                <a:ea typeface="Lato"/>
              </a:rPr>
              <a:t>1 &gt; 2 → </a:t>
            </a:r>
            <a:r>
              <a:rPr b="1" lang="el" sz="1600" spc="-1" strike="noStrike">
                <a:solidFill>
                  <a:schemeClr val="dk1"/>
                </a:solidFill>
                <a:latin typeface="Lato"/>
                <a:ea typeface="Lato"/>
              </a:rPr>
              <a:t>Things in place!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99" name="Google Shape;452;p30"/>
          <p:cNvSpPr/>
          <p:nvPr/>
        </p:nvSpPr>
        <p:spPr>
          <a:xfrm>
            <a:off x="941400" y="4036320"/>
            <a:ext cx="505080" cy="501480"/>
          </a:xfrm>
          <a:prstGeom prst="rect">
            <a:avLst/>
          </a:prstGeom>
          <a:solidFill>
            <a:srgbClr val="d9ead3"/>
          </a:solidFill>
          <a:ln w="9525">
            <a:solidFill>
              <a:srgbClr val="1a1a1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l" sz="1400" spc="-1" strike="noStrike">
                <a:solidFill>
                  <a:srgbClr val="000000"/>
                </a:solidFill>
                <a:latin typeface="Lato"/>
                <a:ea typeface="Lato"/>
              </a:rPr>
              <a:t>0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00" name="Google Shape;453;p30"/>
          <p:cNvSpPr/>
          <p:nvPr/>
        </p:nvSpPr>
        <p:spPr>
          <a:xfrm>
            <a:off x="1446840" y="4036320"/>
            <a:ext cx="505080" cy="501480"/>
          </a:xfrm>
          <a:prstGeom prst="rect">
            <a:avLst/>
          </a:prstGeom>
          <a:solidFill>
            <a:srgbClr val="d9ead3"/>
          </a:solidFill>
          <a:ln w="9525">
            <a:solidFill>
              <a:srgbClr val="1a1a1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l" sz="1400" spc="-1" strike="noStrike">
                <a:solidFill>
                  <a:srgbClr val="000000"/>
                </a:solidFill>
                <a:latin typeface="Lato"/>
                <a:ea typeface="Lato"/>
              </a:rPr>
              <a:t>1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01" name="Google Shape;454;p30"/>
          <p:cNvSpPr/>
          <p:nvPr/>
        </p:nvSpPr>
        <p:spPr>
          <a:xfrm>
            <a:off x="1952640" y="4036320"/>
            <a:ext cx="505080" cy="501480"/>
          </a:xfrm>
          <a:prstGeom prst="rect">
            <a:avLst/>
          </a:prstGeom>
          <a:solidFill>
            <a:schemeClr val="dk1"/>
          </a:solidFill>
          <a:ln w="9525">
            <a:solidFill>
              <a:srgbClr val="1a998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l" sz="1400" spc="-1" strike="noStrike">
                <a:solidFill>
                  <a:schemeClr val="lt2"/>
                </a:solidFill>
                <a:latin typeface="Lato"/>
                <a:ea typeface="Lato"/>
              </a:rPr>
              <a:t>2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02" name="Google Shape;455;p30"/>
          <p:cNvSpPr/>
          <p:nvPr/>
        </p:nvSpPr>
        <p:spPr>
          <a:xfrm>
            <a:off x="2458080" y="4036320"/>
            <a:ext cx="505080" cy="501480"/>
          </a:xfrm>
          <a:prstGeom prst="rect">
            <a:avLst/>
          </a:prstGeom>
          <a:solidFill>
            <a:schemeClr val="dk1"/>
          </a:solidFill>
          <a:ln w="9525">
            <a:solidFill>
              <a:srgbClr val="1a998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l" sz="1400" spc="-1" strike="noStrike">
                <a:solidFill>
                  <a:schemeClr val="lt2"/>
                </a:solidFill>
                <a:latin typeface="Lato"/>
                <a:ea typeface="Lato"/>
              </a:rPr>
              <a:t>3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03" name="Google Shape;456;p30"/>
          <p:cNvSpPr/>
          <p:nvPr/>
        </p:nvSpPr>
        <p:spPr>
          <a:xfrm>
            <a:off x="2963520" y="4036320"/>
            <a:ext cx="505080" cy="501480"/>
          </a:xfrm>
          <a:prstGeom prst="rect">
            <a:avLst/>
          </a:prstGeom>
          <a:solidFill>
            <a:schemeClr val="dk1"/>
          </a:solidFill>
          <a:ln w="9525">
            <a:solidFill>
              <a:srgbClr val="1a998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l" sz="1400" spc="-1" strike="noStrike">
                <a:solidFill>
                  <a:schemeClr val="lt2"/>
                </a:solidFill>
                <a:latin typeface="Lato"/>
                <a:ea typeface="Lato"/>
              </a:rPr>
              <a:t>6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04" name="Google Shape;457;p30"/>
          <p:cNvSpPr/>
          <p:nvPr/>
        </p:nvSpPr>
        <p:spPr>
          <a:xfrm>
            <a:off x="3468960" y="4036320"/>
            <a:ext cx="505080" cy="501480"/>
          </a:xfrm>
          <a:prstGeom prst="rect">
            <a:avLst/>
          </a:prstGeom>
          <a:solidFill>
            <a:schemeClr val="dk1"/>
          </a:solidFill>
          <a:ln w="9525">
            <a:solidFill>
              <a:srgbClr val="1a998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l" sz="1400" spc="-1" strike="noStrike">
                <a:solidFill>
                  <a:schemeClr val="lt2"/>
                </a:solidFill>
                <a:latin typeface="Lato"/>
                <a:ea typeface="Lato"/>
              </a:rPr>
              <a:t>7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05" name="Google Shape;458;p30"/>
          <p:cNvSpPr/>
          <p:nvPr/>
        </p:nvSpPr>
        <p:spPr>
          <a:xfrm>
            <a:off x="3974400" y="4036320"/>
            <a:ext cx="505080" cy="501480"/>
          </a:xfrm>
          <a:prstGeom prst="rect">
            <a:avLst/>
          </a:prstGeom>
          <a:solidFill>
            <a:schemeClr val="dk1"/>
          </a:solidFill>
          <a:ln w="9525">
            <a:solidFill>
              <a:srgbClr val="1a998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l" sz="1400" spc="-1" strike="noStrike">
                <a:solidFill>
                  <a:schemeClr val="lt2"/>
                </a:solidFill>
                <a:latin typeface="Lato"/>
                <a:ea typeface="Lato"/>
              </a:rPr>
              <a:t>9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06" name="Google Shape;459;p30"/>
          <p:cNvSpPr/>
          <p:nvPr/>
        </p:nvSpPr>
        <p:spPr>
          <a:xfrm>
            <a:off x="5491080" y="4072680"/>
            <a:ext cx="3044880" cy="429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t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l" sz="1600" spc="-1" strike="noStrike">
                <a:solidFill>
                  <a:schemeClr val="accent1"/>
                </a:solidFill>
                <a:latin typeface="Lato"/>
                <a:ea typeface="Lato"/>
              </a:rPr>
              <a:t>0 &lt; 1 → </a:t>
            </a:r>
            <a:r>
              <a:rPr b="1" lang="el" sz="1600" spc="-1" strike="noStrike">
                <a:solidFill>
                  <a:schemeClr val="dk1"/>
                </a:solidFill>
                <a:latin typeface="Lato"/>
                <a:ea typeface="Lato"/>
              </a:rPr>
              <a:t>Things in place!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7" name="PlaceHolder 1"/>
          <p:cNvSpPr>
            <a:spLocks noGrp="1"/>
          </p:cNvSpPr>
          <p:nvPr>
            <p:ph type="title"/>
          </p:nvPr>
        </p:nvSpPr>
        <p:spPr>
          <a:xfrm>
            <a:off x="729360" y="572040"/>
            <a:ext cx="7688520" cy="53496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t">
            <a:normAutofit fontScale="88000"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l" sz="2600" spc="-1" strike="noStrike">
                <a:solidFill>
                  <a:schemeClr val="dk2"/>
                </a:solidFill>
                <a:latin typeface="Lato"/>
                <a:ea typeface="Lato"/>
              </a:rPr>
              <a:t>Bubbles. I want more bubbles.</a:t>
            </a:r>
            <a:endParaRPr b="0" lang="en-US" sz="2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08" name="PlaceHolder 2"/>
          <p:cNvSpPr>
            <a:spLocks noGrp="1"/>
          </p:cNvSpPr>
          <p:nvPr>
            <p:ph type="sldNum" idx="20"/>
          </p:nvPr>
        </p:nvSpPr>
        <p:spPr>
          <a:xfrm>
            <a:off x="8536320" y="4749840"/>
            <a:ext cx="548280" cy="39312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ctr">
            <a:norm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l" sz="1000" spc="-1" strike="noStrike">
                <a:solidFill>
                  <a:schemeClr val="accent1"/>
                </a:solidFill>
                <a:latin typeface="Lato"/>
                <a:ea typeface="Lato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C9E642A2-E83A-4A8A-A385-A011FE2B8CFF}" type="slidenum">
              <a:rPr b="0" lang="el" sz="1000" spc="-1" strike="noStrike">
                <a:solidFill>
                  <a:schemeClr val="accent1"/>
                </a:solidFill>
                <a:latin typeface="Lato"/>
                <a:ea typeface="Lato"/>
              </a:rPr>
              <a:t>16</a:t>
            </a:fld>
            <a:endParaRPr b="0" lang="en-US" sz="10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09" name="Google Shape;466;p31"/>
          <p:cNvSpPr/>
          <p:nvPr/>
        </p:nvSpPr>
        <p:spPr>
          <a:xfrm>
            <a:off x="941400" y="1522800"/>
            <a:ext cx="505080" cy="501480"/>
          </a:xfrm>
          <a:prstGeom prst="rect">
            <a:avLst/>
          </a:prstGeom>
          <a:solidFill>
            <a:schemeClr val="dk1"/>
          </a:solidFill>
          <a:ln w="9525">
            <a:solidFill>
              <a:srgbClr val="1a998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l" sz="1400" spc="-1" strike="noStrike">
                <a:solidFill>
                  <a:schemeClr val="lt2"/>
                </a:solidFill>
                <a:latin typeface="Lato"/>
                <a:ea typeface="Lato"/>
              </a:rPr>
              <a:t>0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10" name="Google Shape;467;p31"/>
          <p:cNvSpPr/>
          <p:nvPr/>
        </p:nvSpPr>
        <p:spPr>
          <a:xfrm>
            <a:off x="1446840" y="1522800"/>
            <a:ext cx="505080" cy="501480"/>
          </a:xfrm>
          <a:prstGeom prst="rect">
            <a:avLst/>
          </a:prstGeom>
          <a:solidFill>
            <a:schemeClr val="dk1"/>
          </a:solidFill>
          <a:ln w="9525">
            <a:solidFill>
              <a:srgbClr val="1a998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l" sz="1400" spc="-1" strike="noStrike">
                <a:solidFill>
                  <a:schemeClr val="lt2"/>
                </a:solidFill>
                <a:latin typeface="Lato"/>
                <a:ea typeface="Lato"/>
              </a:rPr>
              <a:t>1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11" name="Google Shape;468;p31"/>
          <p:cNvSpPr/>
          <p:nvPr/>
        </p:nvSpPr>
        <p:spPr>
          <a:xfrm>
            <a:off x="1952640" y="1522800"/>
            <a:ext cx="505080" cy="501480"/>
          </a:xfrm>
          <a:prstGeom prst="rect">
            <a:avLst/>
          </a:prstGeom>
          <a:solidFill>
            <a:schemeClr val="dk1"/>
          </a:solidFill>
          <a:ln w="9525">
            <a:solidFill>
              <a:srgbClr val="1a998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l" sz="1400" spc="-1" strike="noStrike">
                <a:solidFill>
                  <a:schemeClr val="lt2"/>
                </a:solidFill>
                <a:latin typeface="Lato"/>
                <a:ea typeface="Lato"/>
              </a:rPr>
              <a:t>2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12" name="Google Shape;469;p31"/>
          <p:cNvSpPr/>
          <p:nvPr/>
        </p:nvSpPr>
        <p:spPr>
          <a:xfrm>
            <a:off x="2458080" y="1522800"/>
            <a:ext cx="505080" cy="501480"/>
          </a:xfrm>
          <a:prstGeom prst="rect">
            <a:avLst/>
          </a:prstGeom>
          <a:solidFill>
            <a:schemeClr val="dk1"/>
          </a:solidFill>
          <a:ln w="9525">
            <a:solidFill>
              <a:srgbClr val="1a998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l" sz="1400" spc="-1" strike="noStrike">
                <a:solidFill>
                  <a:schemeClr val="lt2"/>
                </a:solidFill>
                <a:latin typeface="Lato"/>
                <a:ea typeface="Lato"/>
              </a:rPr>
              <a:t>3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13" name="Google Shape;470;p31"/>
          <p:cNvSpPr/>
          <p:nvPr/>
        </p:nvSpPr>
        <p:spPr>
          <a:xfrm>
            <a:off x="2963520" y="1522800"/>
            <a:ext cx="505080" cy="501480"/>
          </a:xfrm>
          <a:prstGeom prst="rect">
            <a:avLst/>
          </a:prstGeom>
          <a:solidFill>
            <a:schemeClr val="dk1"/>
          </a:solidFill>
          <a:ln w="9525">
            <a:solidFill>
              <a:srgbClr val="1a998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l" sz="1400" spc="-1" strike="noStrike">
                <a:solidFill>
                  <a:schemeClr val="lt2"/>
                </a:solidFill>
                <a:latin typeface="Lato"/>
                <a:ea typeface="Lato"/>
              </a:rPr>
              <a:t>6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14" name="Google Shape;471;p31"/>
          <p:cNvSpPr/>
          <p:nvPr/>
        </p:nvSpPr>
        <p:spPr>
          <a:xfrm>
            <a:off x="3468960" y="1522800"/>
            <a:ext cx="505080" cy="501480"/>
          </a:xfrm>
          <a:prstGeom prst="rect">
            <a:avLst/>
          </a:prstGeom>
          <a:solidFill>
            <a:schemeClr val="dk1"/>
          </a:solidFill>
          <a:ln w="9525">
            <a:solidFill>
              <a:srgbClr val="1a998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l" sz="1400" spc="-1" strike="noStrike">
                <a:solidFill>
                  <a:schemeClr val="lt2"/>
                </a:solidFill>
                <a:latin typeface="Lato"/>
                <a:ea typeface="Lato"/>
              </a:rPr>
              <a:t>7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15" name="Google Shape;472;p31"/>
          <p:cNvSpPr/>
          <p:nvPr/>
        </p:nvSpPr>
        <p:spPr>
          <a:xfrm>
            <a:off x="3974400" y="1522800"/>
            <a:ext cx="505080" cy="501480"/>
          </a:xfrm>
          <a:prstGeom prst="rect">
            <a:avLst/>
          </a:prstGeom>
          <a:solidFill>
            <a:schemeClr val="dk1"/>
          </a:solidFill>
          <a:ln w="9525">
            <a:solidFill>
              <a:srgbClr val="1a998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l" sz="1400" spc="-1" strike="noStrike">
                <a:solidFill>
                  <a:schemeClr val="lt2"/>
                </a:solidFill>
                <a:latin typeface="Lato"/>
                <a:ea typeface="Lato"/>
              </a:rPr>
              <a:t>9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16" name="Google Shape;473;p31"/>
          <p:cNvSpPr/>
          <p:nvPr/>
        </p:nvSpPr>
        <p:spPr>
          <a:xfrm>
            <a:off x="5491080" y="1559160"/>
            <a:ext cx="2926800" cy="429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t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l" sz="1600" spc="-1" strike="noStrike">
                <a:solidFill>
                  <a:schemeClr val="dk1"/>
                </a:solidFill>
                <a:latin typeface="Lato"/>
                <a:ea typeface="Lato"/>
              </a:rPr>
              <a:t>Done!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17" name="Google Shape;474;p31"/>
          <p:cNvSpPr/>
          <p:nvPr/>
        </p:nvSpPr>
        <p:spPr>
          <a:xfrm>
            <a:off x="948240" y="2332800"/>
            <a:ext cx="7587720" cy="2367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t">
            <a:noAutofit/>
          </a:bodyPr>
          <a:p>
            <a:pPr marL="457200" indent="-330120">
              <a:lnSpc>
                <a:spcPct val="100000"/>
              </a:lnSpc>
              <a:buClr>
                <a:srgbClr val="595959"/>
              </a:buClr>
              <a:buFont typeface="Lato"/>
              <a:buChar char="●"/>
            </a:pPr>
            <a:r>
              <a:rPr b="0" lang="el" sz="1600" spc="-1" strike="noStrike">
                <a:solidFill>
                  <a:schemeClr val="accent1"/>
                </a:solidFill>
                <a:latin typeface="Lato"/>
                <a:ea typeface="Lato"/>
              </a:rPr>
              <a:t>Really slow, isn’t it?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marL="457200" indent="-330120">
              <a:lnSpc>
                <a:spcPct val="100000"/>
              </a:lnSpc>
              <a:buClr>
                <a:srgbClr val="595959"/>
              </a:buClr>
              <a:buFont typeface="Lato"/>
              <a:buChar char="●"/>
            </a:pPr>
            <a:r>
              <a:rPr b="0" lang="el" sz="1600" spc="-1" strike="noStrike">
                <a:solidFill>
                  <a:schemeClr val="accent1"/>
                </a:solidFill>
                <a:latin typeface="Lato"/>
                <a:ea typeface="Lato"/>
              </a:rPr>
              <a:t>How “much” would this take to sort one million integers?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marL="457200" indent="-330120">
              <a:lnSpc>
                <a:spcPct val="100000"/>
              </a:lnSpc>
              <a:buClr>
                <a:srgbClr val="595959"/>
              </a:buClr>
              <a:buFont typeface="Lato"/>
              <a:buChar char="●"/>
            </a:pPr>
            <a:r>
              <a:rPr b="0" lang="el" sz="1600" spc="-1" strike="noStrike">
                <a:solidFill>
                  <a:schemeClr val="accent1"/>
                </a:solidFill>
                <a:latin typeface="Lato"/>
                <a:ea typeface="Lato"/>
              </a:rPr>
              <a:t>As Obama has said, “Bubble sort is the wrong way to go [when it comes to sorting one million integers]”.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marL="457200" indent="-330120">
              <a:lnSpc>
                <a:spcPct val="100000"/>
              </a:lnSpc>
              <a:buClr>
                <a:srgbClr val="595959"/>
              </a:buClr>
              <a:buFont typeface="Lato"/>
              <a:buChar char="●"/>
            </a:pPr>
            <a:r>
              <a:rPr b="0" lang="el" sz="1600" spc="-1" strike="noStrike">
                <a:solidFill>
                  <a:schemeClr val="accent1"/>
                </a:solidFill>
                <a:latin typeface="Lato"/>
                <a:ea typeface="Lato"/>
              </a:rPr>
              <a:t>[</a:t>
            </a:r>
            <a:r>
              <a:rPr b="0" lang="el" sz="1600" spc="-1" strike="noStrike" u="sng">
                <a:solidFill>
                  <a:schemeClr val="hlink"/>
                </a:solidFill>
                <a:uFillTx/>
                <a:latin typeface="Lato"/>
                <a:ea typeface="Lato"/>
                <a:hlinkClick r:id="rId1"/>
              </a:rPr>
              <a:t>source</a:t>
            </a:r>
            <a:r>
              <a:rPr b="0" lang="el" sz="1600" spc="-1" strike="noStrike">
                <a:solidFill>
                  <a:schemeClr val="accent1"/>
                </a:solidFill>
                <a:latin typeface="Lato"/>
                <a:ea typeface="Lato"/>
              </a:rPr>
              <a:t>]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marL="457200" indent="-330120">
              <a:lnSpc>
                <a:spcPct val="100000"/>
              </a:lnSpc>
              <a:buClr>
                <a:srgbClr val="595959"/>
              </a:buClr>
              <a:buFont typeface="Lato"/>
              <a:buChar char="●"/>
            </a:pPr>
            <a:r>
              <a:rPr b="0" lang="el" sz="1600" spc="-1" strike="noStrike">
                <a:solidFill>
                  <a:schemeClr val="accent1"/>
                </a:solidFill>
                <a:latin typeface="Lato"/>
                <a:ea typeface="Lato"/>
              </a:rPr>
              <a:t>Can you think of something faster?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109" dur="indefinite" restart="never" nodeType="tmRoot">
          <p:childTnLst>
            <p:seq>
              <p:cTn id="110" dur="indefinite" nodeType="mainSeq">
                <p:childTnLst>
                  <p:par>
                    <p:cTn id="111" fill="hold">
                      <p:stCondLst>
                        <p:cond delay="indefinite"/>
                      </p:stCondLst>
                      <p:childTnLst>
                        <p:par>
                          <p:cTn id="112" fill="hold">
                            <p:stCondLst>
                              <p:cond delay="0"/>
                            </p:stCondLst>
                            <p:childTnLst>
                              <p:par>
                                <p:cTn id="113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5" fill="hold">
                      <p:stCondLst>
                        <p:cond delay="indefinite"/>
                      </p:stCondLst>
                      <p:childTnLst>
                        <p:par>
                          <p:cTn id="116" fill="hold">
                            <p:stCondLst>
                              <p:cond delay="0"/>
                            </p:stCondLst>
                            <p:childTnLst>
                              <p:par>
                                <p:cTn id="117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9" fill="hold">
                      <p:stCondLst>
                        <p:cond delay="indefinite"/>
                      </p:stCondLst>
                      <p:childTnLst>
                        <p:par>
                          <p:cTn id="120" fill="hold">
                            <p:stCondLst>
                              <p:cond delay="0"/>
                            </p:stCondLst>
                            <p:childTnLst>
                              <p:par>
                                <p:cTn id="121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3" fill="hold">
                      <p:stCondLst>
                        <p:cond delay="indefinite"/>
                      </p:stCondLst>
                      <p:childTnLst>
                        <p:par>
                          <p:cTn id="124" fill="hold">
                            <p:stCondLst>
                              <p:cond delay="0"/>
                            </p:stCondLst>
                            <p:childTnLst>
                              <p:par>
                                <p:cTn id="125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7" fill="hold">
                      <p:stCondLst>
                        <p:cond delay="indefinite"/>
                      </p:stCondLst>
                      <p:childTnLst>
                        <p:par>
                          <p:cTn id="128" fill="hold">
                            <p:stCondLst>
                              <p:cond delay="0"/>
                            </p:stCondLst>
                            <p:childTnLst>
                              <p:par>
                                <p:cTn id="129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8" name="PlaceHolder 1"/>
          <p:cNvSpPr>
            <a:spLocks noGrp="1"/>
          </p:cNvSpPr>
          <p:nvPr>
            <p:ph type="title"/>
          </p:nvPr>
        </p:nvSpPr>
        <p:spPr>
          <a:xfrm>
            <a:off x="729360" y="572040"/>
            <a:ext cx="7688520" cy="53496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t">
            <a:normAutofit fontScale="88000"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l" sz="2600" spc="-1" strike="noStrike">
                <a:solidFill>
                  <a:schemeClr val="dk2"/>
                </a:solidFill>
                <a:latin typeface="Lato"/>
                <a:ea typeface="Lato"/>
              </a:rPr>
              <a:t>Divide and Conquer</a:t>
            </a:r>
            <a:endParaRPr b="0" lang="en-US" sz="2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19" name="PlaceHolder 2"/>
          <p:cNvSpPr>
            <a:spLocks noGrp="1"/>
          </p:cNvSpPr>
          <p:nvPr>
            <p:ph type="sldNum" idx="21"/>
          </p:nvPr>
        </p:nvSpPr>
        <p:spPr>
          <a:xfrm>
            <a:off x="8536320" y="4749840"/>
            <a:ext cx="548280" cy="39312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ctr">
            <a:norm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l" sz="1000" spc="-1" strike="noStrike">
                <a:solidFill>
                  <a:schemeClr val="accent1"/>
                </a:solidFill>
                <a:latin typeface="Lato"/>
                <a:ea typeface="Lato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1E2440B6-9E0B-4464-B2A9-0B1023385D45}" type="slidenum">
              <a:rPr b="0" lang="el" sz="1000" spc="-1" strike="noStrike">
                <a:solidFill>
                  <a:schemeClr val="accent1"/>
                </a:solidFill>
                <a:latin typeface="Lato"/>
                <a:ea typeface="Lato"/>
              </a:rPr>
              <a:t>17</a:t>
            </a:fld>
            <a:endParaRPr b="0" lang="en-US" sz="10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20" name="Google Shape;481;p32"/>
          <p:cNvSpPr/>
          <p:nvPr/>
        </p:nvSpPr>
        <p:spPr>
          <a:xfrm>
            <a:off x="941400" y="1522800"/>
            <a:ext cx="505080" cy="501480"/>
          </a:xfrm>
          <a:prstGeom prst="rect">
            <a:avLst/>
          </a:prstGeom>
          <a:solidFill>
            <a:schemeClr val="lt2"/>
          </a:solidFill>
          <a:ln w="9525">
            <a:solidFill>
              <a:srgbClr val="1a1a1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l" sz="1400" spc="-1" strike="noStrike">
                <a:solidFill>
                  <a:srgbClr val="000000"/>
                </a:solidFill>
                <a:latin typeface="Lato"/>
                <a:ea typeface="Lato"/>
              </a:rPr>
              <a:t>3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21" name="Google Shape;482;p32"/>
          <p:cNvSpPr/>
          <p:nvPr/>
        </p:nvSpPr>
        <p:spPr>
          <a:xfrm>
            <a:off x="1446840" y="1522800"/>
            <a:ext cx="505080" cy="501480"/>
          </a:xfrm>
          <a:prstGeom prst="rect">
            <a:avLst/>
          </a:prstGeom>
          <a:solidFill>
            <a:schemeClr val="lt2"/>
          </a:solidFill>
          <a:ln w="9525">
            <a:solidFill>
              <a:srgbClr val="1a1a1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l" sz="1400" spc="-1" strike="noStrike">
                <a:solidFill>
                  <a:srgbClr val="000000"/>
                </a:solidFill>
                <a:latin typeface="Lato"/>
                <a:ea typeface="Lato"/>
              </a:rPr>
              <a:t>6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22" name="Google Shape;483;p32"/>
          <p:cNvSpPr/>
          <p:nvPr/>
        </p:nvSpPr>
        <p:spPr>
          <a:xfrm>
            <a:off x="1952640" y="1522800"/>
            <a:ext cx="505080" cy="501480"/>
          </a:xfrm>
          <a:prstGeom prst="rect">
            <a:avLst/>
          </a:prstGeom>
          <a:solidFill>
            <a:schemeClr val="lt2"/>
          </a:solidFill>
          <a:ln w="9525">
            <a:solidFill>
              <a:srgbClr val="1a1a1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l" sz="1400" spc="-1" strike="noStrike">
                <a:solidFill>
                  <a:srgbClr val="000000"/>
                </a:solidFill>
                <a:latin typeface="Lato"/>
                <a:ea typeface="Lato"/>
              </a:rPr>
              <a:t>1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23" name="Google Shape;484;p32"/>
          <p:cNvSpPr/>
          <p:nvPr/>
        </p:nvSpPr>
        <p:spPr>
          <a:xfrm>
            <a:off x="2458080" y="1522800"/>
            <a:ext cx="505080" cy="501480"/>
          </a:xfrm>
          <a:prstGeom prst="rect">
            <a:avLst/>
          </a:prstGeom>
          <a:solidFill>
            <a:schemeClr val="lt2"/>
          </a:solidFill>
          <a:ln w="9525">
            <a:solidFill>
              <a:srgbClr val="1a1a1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l" sz="1400" spc="-1" strike="noStrike">
                <a:solidFill>
                  <a:srgbClr val="000000"/>
                </a:solidFill>
                <a:latin typeface="Lato"/>
                <a:ea typeface="Lato"/>
              </a:rPr>
              <a:t>7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24" name="Google Shape;485;p32"/>
          <p:cNvSpPr/>
          <p:nvPr/>
        </p:nvSpPr>
        <p:spPr>
          <a:xfrm>
            <a:off x="2963520" y="1522800"/>
            <a:ext cx="505080" cy="501480"/>
          </a:xfrm>
          <a:prstGeom prst="rect">
            <a:avLst/>
          </a:prstGeom>
          <a:solidFill>
            <a:schemeClr val="lt2"/>
          </a:solidFill>
          <a:ln w="9525">
            <a:solidFill>
              <a:srgbClr val="1a1a1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l" sz="1400" spc="-1" strike="noStrike">
                <a:solidFill>
                  <a:srgbClr val="000000"/>
                </a:solidFill>
                <a:latin typeface="Lato"/>
                <a:ea typeface="Lato"/>
              </a:rPr>
              <a:t>9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25" name="Google Shape;486;p32"/>
          <p:cNvSpPr/>
          <p:nvPr/>
        </p:nvSpPr>
        <p:spPr>
          <a:xfrm>
            <a:off x="3468960" y="1522800"/>
            <a:ext cx="505080" cy="501480"/>
          </a:xfrm>
          <a:prstGeom prst="rect">
            <a:avLst/>
          </a:prstGeom>
          <a:solidFill>
            <a:schemeClr val="lt2"/>
          </a:solidFill>
          <a:ln w="9525">
            <a:solidFill>
              <a:srgbClr val="1a1a1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l" sz="1400" spc="-1" strike="noStrike">
                <a:solidFill>
                  <a:srgbClr val="000000"/>
                </a:solidFill>
                <a:latin typeface="Lato"/>
                <a:ea typeface="Lato"/>
              </a:rPr>
              <a:t>0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26" name="Google Shape;487;p32"/>
          <p:cNvSpPr/>
          <p:nvPr/>
        </p:nvSpPr>
        <p:spPr>
          <a:xfrm>
            <a:off x="3974400" y="1522800"/>
            <a:ext cx="505080" cy="501480"/>
          </a:xfrm>
          <a:prstGeom prst="rect">
            <a:avLst/>
          </a:prstGeom>
          <a:solidFill>
            <a:schemeClr val="lt2"/>
          </a:solidFill>
          <a:ln w="9525">
            <a:solidFill>
              <a:srgbClr val="1a1a1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l" sz="1400" spc="-1" strike="noStrike">
                <a:solidFill>
                  <a:srgbClr val="000000"/>
                </a:solidFill>
                <a:latin typeface="Lato"/>
                <a:ea typeface="Lato"/>
              </a:rPr>
              <a:t>2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27" name="Google Shape;488;p32"/>
          <p:cNvSpPr/>
          <p:nvPr/>
        </p:nvSpPr>
        <p:spPr>
          <a:xfrm>
            <a:off x="5491080" y="1559160"/>
            <a:ext cx="3044880" cy="429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t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l" sz="1600" spc="-1" strike="noStrike">
                <a:solidFill>
                  <a:schemeClr val="accent1"/>
                </a:solidFill>
                <a:latin typeface="Lato"/>
                <a:ea typeface="Lato"/>
              </a:rPr>
              <a:t>Start with the same list…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28" name="Google Shape;489;p32"/>
          <p:cNvSpPr/>
          <p:nvPr/>
        </p:nvSpPr>
        <p:spPr>
          <a:xfrm>
            <a:off x="712800" y="2284560"/>
            <a:ext cx="505080" cy="501480"/>
          </a:xfrm>
          <a:prstGeom prst="rect">
            <a:avLst/>
          </a:prstGeom>
          <a:solidFill>
            <a:srgbClr val="d9ead3"/>
          </a:solidFill>
          <a:ln w="9525">
            <a:solidFill>
              <a:srgbClr val="1a1a1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l" sz="1400" spc="-1" strike="noStrike">
                <a:solidFill>
                  <a:srgbClr val="000000"/>
                </a:solidFill>
                <a:latin typeface="Lato"/>
                <a:ea typeface="Lato"/>
              </a:rPr>
              <a:t>3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29" name="Google Shape;490;p32"/>
          <p:cNvSpPr/>
          <p:nvPr/>
        </p:nvSpPr>
        <p:spPr>
          <a:xfrm>
            <a:off x="1294560" y="2284560"/>
            <a:ext cx="505080" cy="501480"/>
          </a:xfrm>
          <a:prstGeom prst="rect">
            <a:avLst/>
          </a:prstGeom>
          <a:solidFill>
            <a:srgbClr val="d9ead3"/>
          </a:solidFill>
          <a:ln w="9525">
            <a:solidFill>
              <a:srgbClr val="1a1a1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l" sz="1400" spc="-1" strike="noStrike">
                <a:solidFill>
                  <a:srgbClr val="000000"/>
                </a:solidFill>
                <a:latin typeface="Lato"/>
                <a:ea typeface="Lato"/>
              </a:rPr>
              <a:t>6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30" name="Google Shape;491;p32"/>
          <p:cNvSpPr/>
          <p:nvPr/>
        </p:nvSpPr>
        <p:spPr>
          <a:xfrm>
            <a:off x="1876320" y="2284560"/>
            <a:ext cx="505080" cy="501480"/>
          </a:xfrm>
          <a:prstGeom prst="rect">
            <a:avLst/>
          </a:prstGeom>
          <a:solidFill>
            <a:schemeClr val="lt2"/>
          </a:solidFill>
          <a:ln w="9525">
            <a:solidFill>
              <a:srgbClr val="1a1a1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l" sz="1400" spc="-1" strike="noStrike">
                <a:solidFill>
                  <a:srgbClr val="000000"/>
                </a:solidFill>
                <a:latin typeface="Lato"/>
                <a:ea typeface="Lato"/>
              </a:rPr>
              <a:t>1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31" name="Google Shape;492;p32"/>
          <p:cNvSpPr/>
          <p:nvPr/>
        </p:nvSpPr>
        <p:spPr>
          <a:xfrm>
            <a:off x="2458080" y="2284560"/>
            <a:ext cx="505080" cy="501480"/>
          </a:xfrm>
          <a:prstGeom prst="rect">
            <a:avLst/>
          </a:prstGeom>
          <a:solidFill>
            <a:schemeClr val="lt2"/>
          </a:solidFill>
          <a:ln w="9525">
            <a:solidFill>
              <a:srgbClr val="1a1a1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l" sz="1400" spc="-1" strike="noStrike">
                <a:solidFill>
                  <a:srgbClr val="000000"/>
                </a:solidFill>
                <a:latin typeface="Lato"/>
                <a:ea typeface="Lato"/>
              </a:rPr>
              <a:t>7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32" name="Google Shape;493;p32"/>
          <p:cNvSpPr/>
          <p:nvPr/>
        </p:nvSpPr>
        <p:spPr>
          <a:xfrm>
            <a:off x="3039840" y="2284560"/>
            <a:ext cx="505080" cy="501480"/>
          </a:xfrm>
          <a:prstGeom prst="rect">
            <a:avLst/>
          </a:prstGeom>
          <a:solidFill>
            <a:schemeClr val="lt2"/>
          </a:solidFill>
          <a:ln w="9525">
            <a:solidFill>
              <a:srgbClr val="1a1a1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l" sz="1400" spc="-1" strike="noStrike">
                <a:solidFill>
                  <a:srgbClr val="000000"/>
                </a:solidFill>
                <a:latin typeface="Lato"/>
                <a:ea typeface="Lato"/>
              </a:rPr>
              <a:t>9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33" name="Google Shape;494;p32"/>
          <p:cNvSpPr/>
          <p:nvPr/>
        </p:nvSpPr>
        <p:spPr>
          <a:xfrm>
            <a:off x="3621240" y="2284560"/>
            <a:ext cx="505080" cy="501480"/>
          </a:xfrm>
          <a:prstGeom prst="rect">
            <a:avLst/>
          </a:prstGeom>
          <a:solidFill>
            <a:schemeClr val="lt2"/>
          </a:solidFill>
          <a:ln w="9525">
            <a:solidFill>
              <a:srgbClr val="1a1a1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l" sz="1400" spc="-1" strike="noStrike">
                <a:solidFill>
                  <a:srgbClr val="000000"/>
                </a:solidFill>
                <a:latin typeface="Lato"/>
                <a:ea typeface="Lato"/>
              </a:rPr>
              <a:t>0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34" name="Google Shape;495;p32"/>
          <p:cNvSpPr/>
          <p:nvPr/>
        </p:nvSpPr>
        <p:spPr>
          <a:xfrm>
            <a:off x="4203000" y="2284560"/>
            <a:ext cx="505080" cy="501480"/>
          </a:xfrm>
          <a:prstGeom prst="rect">
            <a:avLst/>
          </a:prstGeom>
          <a:solidFill>
            <a:schemeClr val="lt2"/>
          </a:solidFill>
          <a:ln w="9525">
            <a:solidFill>
              <a:srgbClr val="1a1a1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l" sz="1400" spc="-1" strike="noStrike">
                <a:solidFill>
                  <a:srgbClr val="000000"/>
                </a:solidFill>
                <a:latin typeface="Lato"/>
                <a:ea typeface="Lato"/>
              </a:rPr>
              <a:t>2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35" name="Google Shape;496;p32"/>
          <p:cNvSpPr/>
          <p:nvPr/>
        </p:nvSpPr>
        <p:spPr>
          <a:xfrm>
            <a:off x="5491080" y="2357280"/>
            <a:ext cx="3044880" cy="429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t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l" sz="1600" spc="-1" strike="noStrike">
                <a:solidFill>
                  <a:schemeClr val="accent1"/>
                </a:solidFill>
                <a:latin typeface="Lato"/>
                <a:ea typeface="Lato"/>
              </a:rPr>
              <a:t>Split things to unitary blocks…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36" name="Google Shape;497;p32"/>
          <p:cNvSpPr/>
          <p:nvPr/>
        </p:nvSpPr>
        <p:spPr>
          <a:xfrm>
            <a:off x="789120" y="3060000"/>
            <a:ext cx="505080" cy="501480"/>
          </a:xfrm>
          <a:prstGeom prst="rect">
            <a:avLst/>
          </a:prstGeom>
          <a:solidFill>
            <a:srgbClr val="d9ead3"/>
          </a:solidFill>
          <a:ln w="9525">
            <a:solidFill>
              <a:srgbClr val="1a1a1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l" sz="1400" spc="-1" strike="noStrike">
                <a:solidFill>
                  <a:srgbClr val="000000"/>
                </a:solidFill>
                <a:latin typeface="Lato"/>
                <a:ea typeface="Lato"/>
              </a:rPr>
              <a:t>3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37" name="Google Shape;498;p32"/>
          <p:cNvSpPr/>
          <p:nvPr/>
        </p:nvSpPr>
        <p:spPr>
          <a:xfrm>
            <a:off x="1294560" y="3060000"/>
            <a:ext cx="505080" cy="501480"/>
          </a:xfrm>
          <a:prstGeom prst="rect">
            <a:avLst/>
          </a:prstGeom>
          <a:solidFill>
            <a:srgbClr val="d9ead3"/>
          </a:solidFill>
          <a:ln w="9525">
            <a:solidFill>
              <a:srgbClr val="1a1a1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l" sz="1400" spc="-1" strike="noStrike">
                <a:solidFill>
                  <a:srgbClr val="000000"/>
                </a:solidFill>
                <a:latin typeface="Lato"/>
                <a:ea typeface="Lato"/>
              </a:rPr>
              <a:t>6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38" name="Google Shape;499;p32"/>
          <p:cNvSpPr/>
          <p:nvPr/>
        </p:nvSpPr>
        <p:spPr>
          <a:xfrm>
            <a:off x="1876320" y="3060000"/>
            <a:ext cx="505080" cy="501480"/>
          </a:xfrm>
          <a:prstGeom prst="rect">
            <a:avLst/>
          </a:prstGeom>
          <a:solidFill>
            <a:srgbClr val="fce5cd"/>
          </a:solidFill>
          <a:ln w="9525">
            <a:solidFill>
              <a:srgbClr val="1a1a1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l" sz="1400" spc="-1" strike="noStrike">
                <a:solidFill>
                  <a:srgbClr val="000000"/>
                </a:solidFill>
                <a:latin typeface="Lato"/>
                <a:ea typeface="Lato"/>
              </a:rPr>
              <a:t>1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39" name="Google Shape;500;p32"/>
          <p:cNvSpPr/>
          <p:nvPr/>
        </p:nvSpPr>
        <p:spPr>
          <a:xfrm>
            <a:off x="2458080" y="3060000"/>
            <a:ext cx="505080" cy="501480"/>
          </a:xfrm>
          <a:prstGeom prst="rect">
            <a:avLst/>
          </a:prstGeom>
          <a:solidFill>
            <a:srgbClr val="fce5cd"/>
          </a:solidFill>
          <a:ln w="9525">
            <a:solidFill>
              <a:srgbClr val="1a1a1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l" sz="1400" spc="-1" strike="noStrike">
                <a:solidFill>
                  <a:srgbClr val="000000"/>
                </a:solidFill>
                <a:latin typeface="Lato"/>
                <a:ea typeface="Lato"/>
              </a:rPr>
              <a:t>7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40" name="Google Shape;501;p32"/>
          <p:cNvSpPr/>
          <p:nvPr/>
        </p:nvSpPr>
        <p:spPr>
          <a:xfrm>
            <a:off x="3039840" y="3060000"/>
            <a:ext cx="505080" cy="501480"/>
          </a:xfrm>
          <a:prstGeom prst="rect">
            <a:avLst/>
          </a:prstGeom>
          <a:solidFill>
            <a:schemeClr val="lt2"/>
          </a:solidFill>
          <a:ln w="9525">
            <a:solidFill>
              <a:srgbClr val="1a1a1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l" sz="1400" spc="-1" strike="noStrike">
                <a:solidFill>
                  <a:srgbClr val="000000"/>
                </a:solidFill>
                <a:latin typeface="Lato"/>
                <a:ea typeface="Lato"/>
              </a:rPr>
              <a:t>9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41" name="Google Shape;502;p32"/>
          <p:cNvSpPr/>
          <p:nvPr/>
        </p:nvSpPr>
        <p:spPr>
          <a:xfrm>
            <a:off x="3621240" y="3060000"/>
            <a:ext cx="505080" cy="501480"/>
          </a:xfrm>
          <a:prstGeom prst="rect">
            <a:avLst/>
          </a:prstGeom>
          <a:solidFill>
            <a:schemeClr val="lt2"/>
          </a:solidFill>
          <a:ln w="9525">
            <a:solidFill>
              <a:srgbClr val="1a1a1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l" sz="1400" spc="-1" strike="noStrike">
                <a:solidFill>
                  <a:srgbClr val="000000"/>
                </a:solidFill>
                <a:latin typeface="Lato"/>
                <a:ea typeface="Lato"/>
              </a:rPr>
              <a:t>0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42" name="Google Shape;503;p32"/>
          <p:cNvSpPr/>
          <p:nvPr/>
        </p:nvSpPr>
        <p:spPr>
          <a:xfrm>
            <a:off x="4203000" y="3060000"/>
            <a:ext cx="505080" cy="501480"/>
          </a:xfrm>
          <a:prstGeom prst="rect">
            <a:avLst/>
          </a:prstGeom>
          <a:solidFill>
            <a:schemeClr val="lt2"/>
          </a:solidFill>
          <a:ln w="9525">
            <a:solidFill>
              <a:srgbClr val="1a1a1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l" sz="1400" spc="-1" strike="noStrike">
                <a:solidFill>
                  <a:srgbClr val="000000"/>
                </a:solidFill>
                <a:latin typeface="Lato"/>
                <a:ea typeface="Lato"/>
              </a:rPr>
              <a:t>2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43" name="Google Shape;504;p32"/>
          <p:cNvSpPr/>
          <p:nvPr/>
        </p:nvSpPr>
        <p:spPr>
          <a:xfrm>
            <a:off x="5491080" y="3002400"/>
            <a:ext cx="3044880" cy="429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t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l" sz="1600" spc="-1" strike="noStrike">
                <a:solidFill>
                  <a:schemeClr val="accent1"/>
                </a:solidFill>
                <a:latin typeface="Lato"/>
                <a:ea typeface="Lato"/>
              </a:rPr>
              <a:t>Merge the first two, respecting order…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44" name="Google Shape;505;p32"/>
          <p:cNvSpPr/>
          <p:nvPr/>
        </p:nvSpPr>
        <p:spPr>
          <a:xfrm>
            <a:off x="789120" y="3863160"/>
            <a:ext cx="505080" cy="501480"/>
          </a:xfrm>
          <a:prstGeom prst="rect">
            <a:avLst/>
          </a:prstGeom>
          <a:solidFill>
            <a:schemeClr val="lt2"/>
          </a:solidFill>
          <a:ln w="9525">
            <a:solidFill>
              <a:srgbClr val="1a1a1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l" sz="1400" spc="-1" strike="noStrike">
                <a:solidFill>
                  <a:srgbClr val="000000"/>
                </a:solidFill>
                <a:latin typeface="Lato"/>
                <a:ea typeface="Lato"/>
              </a:rPr>
              <a:t>3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45" name="Google Shape;506;p32"/>
          <p:cNvSpPr/>
          <p:nvPr/>
        </p:nvSpPr>
        <p:spPr>
          <a:xfrm>
            <a:off x="1294560" y="3863160"/>
            <a:ext cx="505080" cy="501480"/>
          </a:xfrm>
          <a:prstGeom prst="rect">
            <a:avLst/>
          </a:prstGeom>
          <a:solidFill>
            <a:schemeClr val="lt2"/>
          </a:solidFill>
          <a:ln w="9525">
            <a:solidFill>
              <a:srgbClr val="1a1a1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l" sz="1400" spc="-1" strike="noStrike">
                <a:solidFill>
                  <a:srgbClr val="000000"/>
                </a:solidFill>
                <a:latin typeface="Lato"/>
                <a:ea typeface="Lato"/>
              </a:rPr>
              <a:t>6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46" name="Google Shape;507;p32"/>
          <p:cNvSpPr/>
          <p:nvPr/>
        </p:nvSpPr>
        <p:spPr>
          <a:xfrm>
            <a:off x="1952640" y="3863160"/>
            <a:ext cx="505080" cy="501480"/>
          </a:xfrm>
          <a:prstGeom prst="rect">
            <a:avLst/>
          </a:prstGeom>
          <a:solidFill>
            <a:srgbClr val="fce5cd"/>
          </a:solidFill>
          <a:ln w="9525">
            <a:solidFill>
              <a:srgbClr val="1a1a1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l" sz="1400" spc="-1" strike="noStrike">
                <a:solidFill>
                  <a:srgbClr val="000000"/>
                </a:solidFill>
                <a:latin typeface="Lato"/>
                <a:ea typeface="Lato"/>
              </a:rPr>
              <a:t>1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47" name="Google Shape;508;p32"/>
          <p:cNvSpPr/>
          <p:nvPr/>
        </p:nvSpPr>
        <p:spPr>
          <a:xfrm>
            <a:off x="2458080" y="3863160"/>
            <a:ext cx="505080" cy="501480"/>
          </a:xfrm>
          <a:prstGeom prst="rect">
            <a:avLst/>
          </a:prstGeom>
          <a:solidFill>
            <a:srgbClr val="fce5cd"/>
          </a:solidFill>
          <a:ln w="9525">
            <a:solidFill>
              <a:srgbClr val="1a1a1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l" sz="1400" spc="-1" strike="noStrike">
                <a:solidFill>
                  <a:srgbClr val="000000"/>
                </a:solidFill>
                <a:latin typeface="Lato"/>
                <a:ea typeface="Lato"/>
              </a:rPr>
              <a:t>7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48" name="Google Shape;509;p32"/>
          <p:cNvSpPr/>
          <p:nvPr/>
        </p:nvSpPr>
        <p:spPr>
          <a:xfrm>
            <a:off x="3039840" y="3863160"/>
            <a:ext cx="505080" cy="501480"/>
          </a:xfrm>
          <a:prstGeom prst="rect">
            <a:avLst/>
          </a:prstGeom>
          <a:solidFill>
            <a:srgbClr val="d9ead3"/>
          </a:solidFill>
          <a:ln w="9525">
            <a:solidFill>
              <a:srgbClr val="1a1a1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l" sz="1400" spc="-1" strike="noStrike">
                <a:solidFill>
                  <a:srgbClr val="000000"/>
                </a:solidFill>
                <a:latin typeface="Lato"/>
                <a:ea typeface="Lato"/>
              </a:rPr>
              <a:t>9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49" name="Google Shape;510;p32"/>
          <p:cNvSpPr/>
          <p:nvPr/>
        </p:nvSpPr>
        <p:spPr>
          <a:xfrm>
            <a:off x="3621240" y="3863160"/>
            <a:ext cx="505080" cy="501480"/>
          </a:xfrm>
          <a:prstGeom prst="rect">
            <a:avLst/>
          </a:prstGeom>
          <a:solidFill>
            <a:srgbClr val="d9ead3"/>
          </a:solidFill>
          <a:ln w="9525">
            <a:solidFill>
              <a:srgbClr val="1a1a1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l" sz="1400" spc="-1" strike="noStrike">
                <a:solidFill>
                  <a:srgbClr val="000000"/>
                </a:solidFill>
                <a:latin typeface="Lato"/>
                <a:ea typeface="Lato"/>
              </a:rPr>
              <a:t>0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50" name="Google Shape;511;p32"/>
          <p:cNvSpPr/>
          <p:nvPr/>
        </p:nvSpPr>
        <p:spPr>
          <a:xfrm>
            <a:off x="4203000" y="3863160"/>
            <a:ext cx="505080" cy="501480"/>
          </a:xfrm>
          <a:prstGeom prst="rect">
            <a:avLst/>
          </a:prstGeom>
          <a:solidFill>
            <a:schemeClr val="lt2"/>
          </a:solidFill>
          <a:ln w="9525">
            <a:solidFill>
              <a:srgbClr val="1a1a1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l" sz="1400" spc="-1" strike="noStrike">
                <a:solidFill>
                  <a:srgbClr val="000000"/>
                </a:solidFill>
                <a:latin typeface="Lato"/>
                <a:ea typeface="Lato"/>
              </a:rPr>
              <a:t>2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51" name="Google Shape;512;p32"/>
          <p:cNvSpPr/>
          <p:nvPr/>
        </p:nvSpPr>
        <p:spPr>
          <a:xfrm>
            <a:off x="5491080" y="3876120"/>
            <a:ext cx="3044880" cy="429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t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l" sz="1600" spc="-1" strike="noStrike">
                <a:solidFill>
                  <a:schemeClr val="accent1"/>
                </a:solidFill>
                <a:latin typeface="Lato"/>
                <a:ea typeface="Lato"/>
              </a:rPr>
              <a:t>Merge the next two, respecting order…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" name="PlaceHolder 1"/>
          <p:cNvSpPr>
            <a:spLocks noGrp="1"/>
          </p:cNvSpPr>
          <p:nvPr>
            <p:ph type="title"/>
          </p:nvPr>
        </p:nvSpPr>
        <p:spPr>
          <a:xfrm>
            <a:off x="729360" y="572040"/>
            <a:ext cx="7688520" cy="53496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t">
            <a:normAutofit fontScale="88000"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l" sz="2600" spc="-1" strike="noStrike">
                <a:solidFill>
                  <a:schemeClr val="dk2"/>
                </a:solidFill>
                <a:latin typeface="Lato"/>
                <a:ea typeface="Lato"/>
              </a:rPr>
              <a:t>Divide and Conquer</a:t>
            </a:r>
            <a:endParaRPr b="0" lang="en-US" sz="2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53" name="PlaceHolder 2"/>
          <p:cNvSpPr>
            <a:spLocks noGrp="1"/>
          </p:cNvSpPr>
          <p:nvPr>
            <p:ph type="sldNum" idx="22"/>
          </p:nvPr>
        </p:nvSpPr>
        <p:spPr>
          <a:xfrm>
            <a:off x="8536320" y="4749840"/>
            <a:ext cx="548280" cy="39312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ctr">
            <a:norm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l" sz="1000" spc="-1" strike="noStrike">
                <a:solidFill>
                  <a:schemeClr val="accent1"/>
                </a:solidFill>
                <a:latin typeface="Lato"/>
                <a:ea typeface="Lato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E25531F2-0E73-4D14-BB7F-7A6F60E0A1F9}" type="slidenum">
              <a:rPr b="0" lang="el" sz="1000" spc="-1" strike="noStrike">
                <a:solidFill>
                  <a:schemeClr val="accent1"/>
                </a:solidFill>
                <a:latin typeface="Lato"/>
                <a:ea typeface="Lato"/>
              </a:rPr>
              <a:t>18</a:t>
            </a:fld>
            <a:endParaRPr b="0" lang="en-US" sz="10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54" name="Google Shape;519;p33"/>
          <p:cNvSpPr/>
          <p:nvPr/>
        </p:nvSpPr>
        <p:spPr>
          <a:xfrm>
            <a:off x="789120" y="1447200"/>
            <a:ext cx="505080" cy="501480"/>
          </a:xfrm>
          <a:prstGeom prst="rect">
            <a:avLst/>
          </a:prstGeom>
          <a:solidFill>
            <a:srgbClr val="fce5cd"/>
          </a:solidFill>
          <a:ln w="9525">
            <a:solidFill>
              <a:srgbClr val="1a1a1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l" sz="1400" spc="-1" strike="noStrike">
                <a:solidFill>
                  <a:srgbClr val="000000"/>
                </a:solidFill>
                <a:latin typeface="Lato"/>
                <a:ea typeface="Lato"/>
              </a:rPr>
              <a:t>3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55" name="Google Shape;520;p33"/>
          <p:cNvSpPr/>
          <p:nvPr/>
        </p:nvSpPr>
        <p:spPr>
          <a:xfrm>
            <a:off x="1294560" y="1447200"/>
            <a:ext cx="505080" cy="501480"/>
          </a:xfrm>
          <a:prstGeom prst="rect">
            <a:avLst/>
          </a:prstGeom>
          <a:solidFill>
            <a:srgbClr val="fce5cd"/>
          </a:solidFill>
          <a:ln w="9525">
            <a:solidFill>
              <a:srgbClr val="1a1a1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l" sz="1400" spc="-1" strike="noStrike">
                <a:solidFill>
                  <a:srgbClr val="000000"/>
                </a:solidFill>
                <a:latin typeface="Lato"/>
                <a:ea typeface="Lato"/>
              </a:rPr>
              <a:t>6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56" name="Google Shape;521;p33"/>
          <p:cNvSpPr/>
          <p:nvPr/>
        </p:nvSpPr>
        <p:spPr>
          <a:xfrm>
            <a:off x="1952640" y="1447200"/>
            <a:ext cx="505080" cy="501480"/>
          </a:xfrm>
          <a:prstGeom prst="rect">
            <a:avLst/>
          </a:prstGeom>
          <a:solidFill>
            <a:srgbClr val="fce5cd"/>
          </a:solidFill>
          <a:ln w="9525">
            <a:solidFill>
              <a:srgbClr val="1a1a1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l" sz="1400" spc="-1" strike="noStrike">
                <a:solidFill>
                  <a:srgbClr val="000000"/>
                </a:solidFill>
                <a:latin typeface="Lato"/>
                <a:ea typeface="Lato"/>
              </a:rPr>
              <a:t>1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57" name="Google Shape;522;p33"/>
          <p:cNvSpPr/>
          <p:nvPr/>
        </p:nvSpPr>
        <p:spPr>
          <a:xfrm>
            <a:off x="2458080" y="1447200"/>
            <a:ext cx="505080" cy="501480"/>
          </a:xfrm>
          <a:prstGeom prst="rect">
            <a:avLst/>
          </a:prstGeom>
          <a:solidFill>
            <a:srgbClr val="fce5cd"/>
          </a:solidFill>
          <a:ln w="9525">
            <a:solidFill>
              <a:srgbClr val="1a1a1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l" sz="1400" spc="-1" strike="noStrike">
                <a:solidFill>
                  <a:srgbClr val="000000"/>
                </a:solidFill>
                <a:latin typeface="Lato"/>
                <a:ea typeface="Lato"/>
              </a:rPr>
              <a:t>7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58" name="Google Shape;523;p33"/>
          <p:cNvSpPr/>
          <p:nvPr/>
        </p:nvSpPr>
        <p:spPr>
          <a:xfrm>
            <a:off x="3039840" y="1447200"/>
            <a:ext cx="505080" cy="501480"/>
          </a:xfrm>
          <a:prstGeom prst="rect">
            <a:avLst/>
          </a:prstGeom>
          <a:solidFill>
            <a:srgbClr val="d9ead3"/>
          </a:solidFill>
          <a:ln w="9525">
            <a:solidFill>
              <a:srgbClr val="1a1a1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l" sz="1400" spc="-1" strike="noStrike">
                <a:solidFill>
                  <a:srgbClr val="000000"/>
                </a:solidFill>
                <a:latin typeface="Lato"/>
                <a:ea typeface="Lato"/>
              </a:rPr>
              <a:t>0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59" name="Google Shape;524;p33"/>
          <p:cNvSpPr/>
          <p:nvPr/>
        </p:nvSpPr>
        <p:spPr>
          <a:xfrm>
            <a:off x="3545280" y="1447200"/>
            <a:ext cx="505080" cy="501480"/>
          </a:xfrm>
          <a:prstGeom prst="rect">
            <a:avLst/>
          </a:prstGeom>
          <a:solidFill>
            <a:srgbClr val="d9ead3"/>
          </a:solidFill>
          <a:ln w="9525">
            <a:solidFill>
              <a:srgbClr val="1a1a1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l" sz="1400" spc="-1" strike="noStrike">
                <a:solidFill>
                  <a:srgbClr val="000000"/>
                </a:solidFill>
                <a:latin typeface="Lato"/>
                <a:ea typeface="Lato"/>
              </a:rPr>
              <a:t>9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60" name="Google Shape;525;p33"/>
          <p:cNvSpPr/>
          <p:nvPr/>
        </p:nvSpPr>
        <p:spPr>
          <a:xfrm>
            <a:off x="4203000" y="1447200"/>
            <a:ext cx="505080" cy="501480"/>
          </a:xfrm>
          <a:prstGeom prst="rect">
            <a:avLst/>
          </a:prstGeom>
          <a:solidFill>
            <a:schemeClr val="lt2"/>
          </a:solidFill>
          <a:ln w="9525">
            <a:solidFill>
              <a:srgbClr val="1a1a1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l" sz="1400" spc="-1" strike="noStrike">
                <a:solidFill>
                  <a:srgbClr val="000000"/>
                </a:solidFill>
                <a:latin typeface="Lato"/>
                <a:ea typeface="Lato"/>
              </a:rPr>
              <a:t>2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61" name="Google Shape;526;p33"/>
          <p:cNvSpPr/>
          <p:nvPr/>
        </p:nvSpPr>
        <p:spPr>
          <a:xfrm>
            <a:off x="5491080" y="1460160"/>
            <a:ext cx="3044880" cy="429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t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l" sz="1600" spc="-1" strike="noStrike">
                <a:solidFill>
                  <a:schemeClr val="accent1"/>
                </a:solidFill>
                <a:latin typeface="Lato"/>
                <a:ea typeface="Lato"/>
              </a:rPr>
              <a:t>Merge the next two, respecting order…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62" name="Google Shape;527;p33"/>
          <p:cNvSpPr/>
          <p:nvPr/>
        </p:nvSpPr>
        <p:spPr>
          <a:xfrm>
            <a:off x="941400" y="2658600"/>
            <a:ext cx="505080" cy="501480"/>
          </a:xfrm>
          <a:prstGeom prst="rect">
            <a:avLst/>
          </a:prstGeom>
          <a:solidFill>
            <a:srgbClr val="fce5cd"/>
          </a:solidFill>
          <a:ln w="9525">
            <a:solidFill>
              <a:srgbClr val="1a1a1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l" sz="1400" spc="-1" strike="noStrike">
                <a:solidFill>
                  <a:srgbClr val="000000"/>
                </a:solidFill>
                <a:latin typeface="Lato"/>
                <a:ea typeface="Lato"/>
              </a:rPr>
              <a:t>1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63" name="Google Shape;528;p33"/>
          <p:cNvSpPr/>
          <p:nvPr/>
        </p:nvSpPr>
        <p:spPr>
          <a:xfrm>
            <a:off x="1446840" y="2658600"/>
            <a:ext cx="505080" cy="501480"/>
          </a:xfrm>
          <a:prstGeom prst="rect">
            <a:avLst/>
          </a:prstGeom>
          <a:solidFill>
            <a:srgbClr val="fce5cd"/>
          </a:solidFill>
          <a:ln w="9525">
            <a:solidFill>
              <a:srgbClr val="1a1a1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l" sz="1400" spc="-1" strike="noStrike">
                <a:solidFill>
                  <a:srgbClr val="000000"/>
                </a:solidFill>
                <a:latin typeface="Lato"/>
                <a:ea typeface="Lato"/>
              </a:rPr>
              <a:t>3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64" name="Google Shape;529;p33"/>
          <p:cNvSpPr/>
          <p:nvPr/>
        </p:nvSpPr>
        <p:spPr>
          <a:xfrm>
            <a:off x="1952640" y="2658600"/>
            <a:ext cx="505080" cy="501480"/>
          </a:xfrm>
          <a:prstGeom prst="rect">
            <a:avLst/>
          </a:prstGeom>
          <a:solidFill>
            <a:srgbClr val="fce5cd"/>
          </a:solidFill>
          <a:ln w="9525">
            <a:solidFill>
              <a:srgbClr val="1a1a1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l" sz="1400" spc="-1" strike="noStrike">
                <a:solidFill>
                  <a:srgbClr val="000000"/>
                </a:solidFill>
                <a:latin typeface="Lato"/>
                <a:ea typeface="Lato"/>
              </a:rPr>
              <a:t>6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65" name="Google Shape;530;p33"/>
          <p:cNvSpPr/>
          <p:nvPr/>
        </p:nvSpPr>
        <p:spPr>
          <a:xfrm>
            <a:off x="2458080" y="2658600"/>
            <a:ext cx="505080" cy="501480"/>
          </a:xfrm>
          <a:prstGeom prst="rect">
            <a:avLst/>
          </a:prstGeom>
          <a:solidFill>
            <a:srgbClr val="fce5cd"/>
          </a:solidFill>
          <a:ln w="9525">
            <a:solidFill>
              <a:srgbClr val="1a1a1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l" sz="1400" spc="-1" strike="noStrike">
                <a:solidFill>
                  <a:srgbClr val="000000"/>
                </a:solidFill>
                <a:latin typeface="Lato"/>
                <a:ea typeface="Lato"/>
              </a:rPr>
              <a:t>7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66" name="Google Shape;531;p33"/>
          <p:cNvSpPr/>
          <p:nvPr/>
        </p:nvSpPr>
        <p:spPr>
          <a:xfrm>
            <a:off x="3039840" y="2658600"/>
            <a:ext cx="505080" cy="501480"/>
          </a:xfrm>
          <a:prstGeom prst="rect">
            <a:avLst/>
          </a:prstGeom>
          <a:solidFill>
            <a:srgbClr val="d9ead3"/>
          </a:solidFill>
          <a:ln w="9525">
            <a:solidFill>
              <a:srgbClr val="1a1a1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l" sz="1400" spc="-1" strike="noStrike">
                <a:solidFill>
                  <a:srgbClr val="000000"/>
                </a:solidFill>
                <a:latin typeface="Lato"/>
                <a:ea typeface="Lato"/>
              </a:rPr>
              <a:t>0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67" name="Google Shape;532;p33"/>
          <p:cNvSpPr/>
          <p:nvPr/>
        </p:nvSpPr>
        <p:spPr>
          <a:xfrm>
            <a:off x="3545280" y="2658600"/>
            <a:ext cx="505080" cy="501480"/>
          </a:xfrm>
          <a:prstGeom prst="rect">
            <a:avLst/>
          </a:prstGeom>
          <a:solidFill>
            <a:srgbClr val="d9ead3"/>
          </a:solidFill>
          <a:ln w="9525">
            <a:solidFill>
              <a:srgbClr val="1a1a1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l" sz="1400" spc="-1" strike="noStrike">
                <a:solidFill>
                  <a:srgbClr val="000000"/>
                </a:solidFill>
                <a:latin typeface="Lato"/>
                <a:ea typeface="Lato"/>
              </a:rPr>
              <a:t>9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68" name="Google Shape;533;p33"/>
          <p:cNvSpPr/>
          <p:nvPr/>
        </p:nvSpPr>
        <p:spPr>
          <a:xfrm>
            <a:off x="4203000" y="2658600"/>
            <a:ext cx="505080" cy="501480"/>
          </a:xfrm>
          <a:prstGeom prst="rect">
            <a:avLst/>
          </a:prstGeom>
          <a:solidFill>
            <a:srgbClr val="d9ead3"/>
          </a:solidFill>
          <a:ln w="9525">
            <a:solidFill>
              <a:srgbClr val="1a1a1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l" sz="1400" spc="-1" strike="noStrike">
                <a:solidFill>
                  <a:srgbClr val="000000"/>
                </a:solidFill>
                <a:latin typeface="Lato"/>
                <a:ea typeface="Lato"/>
              </a:rPr>
              <a:t>2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69" name="Google Shape;534;p33"/>
          <p:cNvSpPr/>
          <p:nvPr/>
        </p:nvSpPr>
        <p:spPr>
          <a:xfrm>
            <a:off x="5491080" y="2671560"/>
            <a:ext cx="3044880" cy="429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t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l" sz="1600" spc="-1" strike="noStrike">
                <a:solidFill>
                  <a:schemeClr val="accent1"/>
                </a:solidFill>
                <a:latin typeface="Lato"/>
                <a:ea typeface="Lato"/>
              </a:rPr>
              <a:t>Merge the next two, respecting order…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cxnSp>
        <p:nvCxnSpPr>
          <p:cNvPr id="570" name="Google Shape;535;p33"/>
          <p:cNvCxnSpPr>
            <a:stCxn id="554" idx="2"/>
            <a:endCxn id="563" idx="0"/>
          </p:cNvCxnSpPr>
          <p:nvPr/>
        </p:nvCxnSpPr>
        <p:spPr>
          <a:xfrm>
            <a:off x="1041480" y="1948680"/>
            <a:ext cx="658080" cy="710280"/>
          </a:xfrm>
          <a:prstGeom prst="straightConnector1">
            <a:avLst/>
          </a:prstGeom>
          <a:ln w="9525">
            <a:solidFill>
              <a:srgbClr val="1a1a1a"/>
            </a:solidFill>
            <a:round/>
            <a:tailEnd len="med" type="triangle" w="med"/>
          </a:ln>
        </p:spPr>
      </p:cxnSp>
      <p:cxnSp>
        <p:nvCxnSpPr>
          <p:cNvPr id="571" name="Google Shape;536;p33"/>
          <p:cNvCxnSpPr>
            <a:stCxn id="555" idx="2"/>
            <a:endCxn id="564" idx="0"/>
          </p:cNvCxnSpPr>
          <p:nvPr/>
        </p:nvCxnSpPr>
        <p:spPr>
          <a:xfrm>
            <a:off x="1546920" y="1948680"/>
            <a:ext cx="658440" cy="710280"/>
          </a:xfrm>
          <a:prstGeom prst="straightConnector1">
            <a:avLst/>
          </a:prstGeom>
          <a:ln w="9525">
            <a:solidFill>
              <a:srgbClr val="1a1a1a"/>
            </a:solidFill>
            <a:round/>
            <a:tailEnd len="med" type="triangle" w="med"/>
          </a:ln>
        </p:spPr>
      </p:cxnSp>
      <p:cxnSp>
        <p:nvCxnSpPr>
          <p:cNvPr id="572" name="Google Shape;537;p33"/>
          <p:cNvCxnSpPr>
            <a:stCxn id="556" idx="2"/>
            <a:endCxn id="562" idx="0"/>
          </p:cNvCxnSpPr>
          <p:nvPr/>
        </p:nvCxnSpPr>
        <p:spPr>
          <a:xfrm flipH="1">
            <a:off x="1193760" y="1948680"/>
            <a:ext cx="1011600" cy="710280"/>
          </a:xfrm>
          <a:prstGeom prst="straightConnector1">
            <a:avLst/>
          </a:prstGeom>
          <a:ln w="9525">
            <a:solidFill>
              <a:srgbClr val="1a1a1a"/>
            </a:solidFill>
            <a:round/>
            <a:tailEnd len="med" type="triangle" w="med"/>
          </a:ln>
        </p:spPr>
      </p:cxnSp>
      <p:sp>
        <p:nvSpPr>
          <p:cNvPr id="573" name="Google Shape;538;p33"/>
          <p:cNvSpPr/>
          <p:nvPr/>
        </p:nvSpPr>
        <p:spPr>
          <a:xfrm>
            <a:off x="941400" y="3674520"/>
            <a:ext cx="505080" cy="501480"/>
          </a:xfrm>
          <a:prstGeom prst="rect">
            <a:avLst/>
          </a:prstGeom>
          <a:solidFill>
            <a:schemeClr val="lt2"/>
          </a:solidFill>
          <a:ln w="9525">
            <a:solidFill>
              <a:srgbClr val="1a1a1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l" sz="1400" spc="-1" strike="noStrike">
                <a:solidFill>
                  <a:srgbClr val="000000"/>
                </a:solidFill>
                <a:latin typeface="Lato"/>
                <a:ea typeface="Lato"/>
              </a:rPr>
              <a:t>1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74" name="Google Shape;539;p33"/>
          <p:cNvSpPr/>
          <p:nvPr/>
        </p:nvSpPr>
        <p:spPr>
          <a:xfrm>
            <a:off x="1446840" y="3674520"/>
            <a:ext cx="505080" cy="501480"/>
          </a:xfrm>
          <a:prstGeom prst="rect">
            <a:avLst/>
          </a:prstGeom>
          <a:solidFill>
            <a:schemeClr val="lt2"/>
          </a:solidFill>
          <a:ln w="9525">
            <a:solidFill>
              <a:srgbClr val="1a1a1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l" sz="1400" spc="-1" strike="noStrike">
                <a:solidFill>
                  <a:srgbClr val="000000"/>
                </a:solidFill>
                <a:latin typeface="Lato"/>
                <a:ea typeface="Lato"/>
              </a:rPr>
              <a:t>3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75" name="Google Shape;540;p33"/>
          <p:cNvSpPr/>
          <p:nvPr/>
        </p:nvSpPr>
        <p:spPr>
          <a:xfrm>
            <a:off x="1952640" y="3674520"/>
            <a:ext cx="505080" cy="501480"/>
          </a:xfrm>
          <a:prstGeom prst="rect">
            <a:avLst/>
          </a:prstGeom>
          <a:solidFill>
            <a:schemeClr val="lt2"/>
          </a:solidFill>
          <a:ln w="9525">
            <a:solidFill>
              <a:srgbClr val="1a1a1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l" sz="1400" spc="-1" strike="noStrike">
                <a:solidFill>
                  <a:srgbClr val="000000"/>
                </a:solidFill>
                <a:latin typeface="Lato"/>
                <a:ea typeface="Lato"/>
              </a:rPr>
              <a:t>6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76" name="Google Shape;541;p33"/>
          <p:cNvSpPr/>
          <p:nvPr/>
        </p:nvSpPr>
        <p:spPr>
          <a:xfrm>
            <a:off x="2458080" y="3674520"/>
            <a:ext cx="505080" cy="501480"/>
          </a:xfrm>
          <a:prstGeom prst="rect">
            <a:avLst/>
          </a:prstGeom>
          <a:solidFill>
            <a:schemeClr val="lt2"/>
          </a:solidFill>
          <a:ln w="9525">
            <a:solidFill>
              <a:srgbClr val="1a1a1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l" sz="1400" spc="-1" strike="noStrike">
                <a:solidFill>
                  <a:srgbClr val="000000"/>
                </a:solidFill>
                <a:latin typeface="Lato"/>
                <a:ea typeface="Lato"/>
              </a:rPr>
              <a:t>7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77" name="Google Shape;542;p33"/>
          <p:cNvSpPr/>
          <p:nvPr/>
        </p:nvSpPr>
        <p:spPr>
          <a:xfrm>
            <a:off x="3039840" y="3674520"/>
            <a:ext cx="505080" cy="501480"/>
          </a:xfrm>
          <a:prstGeom prst="rect">
            <a:avLst/>
          </a:prstGeom>
          <a:solidFill>
            <a:srgbClr val="d9ead3"/>
          </a:solidFill>
          <a:ln w="9525">
            <a:solidFill>
              <a:srgbClr val="1a1a1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l" sz="1400" spc="-1" strike="noStrike">
                <a:solidFill>
                  <a:srgbClr val="000000"/>
                </a:solidFill>
                <a:latin typeface="Lato"/>
                <a:ea typeface="Lato"/>
              </a:rPr>
              <a:t>0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78" name="Google Shape;543;p33"/>
          <p:cNvSpPr/>
          <p:nvPr/>
        </p:nvSpPr>
        <p:spPr>
          <a:xfrm>
            <a:off x="3545280" y="3674520"/>
            <a:ext cx="505080" cy="501480"/>
          </a:xfrm>
          <a:prstGeom prst="rect">
            <a:avLst/>
          </a:prstGeom>
          <a:solidFill>
            <a:srgbClr val="d9ead3"/>
          </a:solidFill>
          <a:ln w="9525">
            <a:solidFill>
              <a:srgbClr val="1a1a1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l" sz="1400" spc="-1" strike="noStrike">
                <a:solidFill>
                  <a:srgbClr val="000000"/>
                </a:solidFill>
                <a:latin typeface="Lato"/>
                <a:ea typeface="Lato"/>
              </a:rPr>
              <a:t>2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79" name="Google Shape;544;p33"/>
          <p:cNvSpPr/>
          <p:nvPr/>
        </p:nvSpPr>
        <p:spPr>
          <a:xfrm>
            <a:off x="4050720" y="3674520"/>
            <a:ext cx="505080" cy="501480"/>
          </a:xfrm>
          <a:prstGeom prst="rect">
            <a:avLst/>
          </a:prstGeom>
          <a:solidFill>
            <a:srgbClr val="d9ead3"/>
          </a:solidFill>
          <a:ln w="9525">
            <a:solidFill>
              <a:srgbClr val="1a1a1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l" sz="1400" spc="-1" strike="noStrike">
                <a:solidFill>
                  <a:srgbClr val="000000"/>
                </a:solidFill>
                <a:latin typeface="Lato"/>
                <a:ea typeface="Lato"/>
              </a:rPr>
              <a:t>9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80" name="Google Shape;545;p33"/>
          <p:cNvSpPr/>
          <p:nvPr/>
        </p:nvSpPr>
        <p:spPr>
          <a:xfrm>
            <a:off x="5491080" y="3687480"/>
            <a:ext cx="3044880" cy="429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t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l" sz="1600" spc="-1" strike="noStrike">
                <a:solidFill>
                  <a:schemeClr val="accent1"/>
                </a:solidFill>
                <a:latin typeface="Lato"/>
                <a:ea typeface="Lato"/>
              </a:rPr>
              <a:t>Merge the next two, respecting order…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cxnSp>
        <p:nvCxnSpPr>
          <p:cNvPr id="581" name="Google Shape;546;p33"/>
          <p:cNvCxnSpPr>
            <a:stCxn id="566" idx="2"/>
            <a:endCxn id="577" idx="0"/>
          </p:cNvCxnSpPr>
          <p:nvPr/>
        </p:nvCxnSpPr>
        <p:spPr>
          <a:xfrm>
            <a:off x="3292200" y="3160080"/>
            <a:ext cx="360" cy="514800"/>
          </a:xfrm>
          <a:prstGeom prst="straightConnector1">
            <a:avLst/>
          </a:prstGeom>
          <a:ln w="9525">
            <a:solidFill>
              <a:srgbClr val="1a1a1a"/>
            </a:solidFill>
            <a:round/>
            <a:tailEnd len="med" type="triangle" w="med"/>
          </a:ln>
        </p:spPr>
      </p:cxnSp>
      <p:cxnSp>
        <p:nvCxnSpPr>
          <p:cNvPr id="582" name="Google Shape;547;p33"/>
          <p:cNvCxnSpPr>
            <a:stCxn id="557" idx="2"/>
            <a:endCxn id="565" idx="0"/>
          </p:cNvCxnSpPr>
          <p:nvPr/>
        </p:nvCxnSpPr>
        <p:spPr>
          <a:xfrm>
            <a:off x="2710440" y="1948680"/>
            <a:ext cx="360" cy="710280"/>
          </a:xfrm>
          <a:prstGeom prst="straightConnector1">
            <a:avLst/>
          </a:prstGeom>
          <a:ln w="9525">
            <a:solidFill>
              <a:srgbClr val="1a1a1a"/>
            </a:solidFill>
            <a:round/>
            <a:tailEnd len="med" type="triangle" w="med"/>
          </a:ln>
        </p:spPr>
      </p:cxnSp>
      <p:cxnSp>
        <p:nvCxnSpPr>
          <p:cNvPr id="583" name="Google Shape;548;p33"/>
          <p:cNvCxnSpPr>
            <a:stCxn id="567" idx="2"/>
            <a:endCxn id="579" idx="0"/>
          </p:cNvCxnSpPr>
          <p:nvPr/>
        </p:nvCxnSpPr>
        <p:spPr>
          <a:xfrm>
            <a:off x="3797640" y="3160080"/>
            <a:ext cx="505800" cy="514800"/>
          </a:xfrm>
          <a:prstGeom prst="straightConnector1">
            <a:avLst/>
          </a:prstGeom>
          <a:ln w="9525">
            <a:solidFill>
              <a:srgbClr val="1a1a1a"/>
            </a:solidFill>
            <a:round/>
            <a:tailEnd len="med" type="triangle" w="med"/>
          </a:ln>
        </p:spPr>
      </p:cxnSp>
      <p:cxnSp>
        <p:nvCxnSpPr>
          <p:cNvPr id="584" name="Google Shape;549;p33"/>
          <p:cNvCxnSpPr>
            <a:stCxn id="568" idx="2"/>
            <a:endCxn id="578" idx="0"/>
          </p:cNvCxnSpPr>
          <p:nvPr/>
        </p:nvCxnSpPr>
        <p:spPr>
          <a:xfrm flipH="1">
            <a:off x="3797640" y="3160080"/>
            <a:ext cx="658080" cy="514800"/>
          </a:xfrm>
          <a:prstGeom prst="straightConnector1">
            <a:avLst/>
          </a:prstGeom>
          <a:ln w="9525">
            <a:solidFill>
              <a:srgbClr val="1a1a1a"/>
            </a:solidFill>
            <a:round/>
            <a:tailEnd len="med" type="triangle" w="med"/>
          </a:ln>
        </p:spPr>
      </p:cxn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5" name="PlaceHolder 1"/>
          <p:cNvSpPr>
            <a:spLocks noGrp="1"/>
          </p:cNvSpPr>
          <p:nvPr>
            <p:ph type="title"/>
          </p:nvPr>
        </p:nvSpPr>
        <p:spPr>
          <a:xfrm>
            <a:off x="729360" y="572040"/>
            <a:ext cx="7688520" cy="53496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t">
            <a:normAutofit fontScale="88000"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l" sz="2600" spc="-1" strike="noStrike">
                <a:solidFill>
                  <a:schemeClr val="dk2"/>
                </a:solidFill>
                <a:latin typeface="Lato"/>
                <a:ea typeface="Lato"/>
              </a:rPr>
              <a:t>Divide and Conquer</a:t>
            </a:r>
            <a:endParaRPr b="0" lang="en-US" sz="2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86" name="PlaceHolder 2"/>
          <p:cNvSpPr>
            <a:spLocks noGrp="1"/>
          </p:cNvSpPr>
          <p:nvPr>
            <p:ph type="sldNum" idx="23"/>
          </p:nvPr>
        </p:nvSpPr>
        <p:spPr>
          <a:xfrm>
            <a:off x="8536320" y="4749840"/>
            <a:ext cx="548280" cy="39312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ctr">
            <a:norm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l" sz="1000" spc="-1" strike="noStrike">
                <a:solidFill>
                  <a:schemeClr val="accent1"/>
                </a:solidFill>
                <a:latin typeface="Lato"/>
                <a:ea typeface="Lato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B507D8AE-E3E3-4047-AA2E-4B04684FFB39}" type="slidenum">
              <a:rPr b="0" lang="el" sz="1000" spc="-1" strike="noStrike">
                <a:solidFill>
                  <a:schemeClr val="accent1"/>
                </a:solidFill>
                <a:latin typeface="Lato"/>
                <a:ea typeface="Lato"/>
              </a:rPr>
              <a:t>19</a:t>
            </a:fld>
            <a:endParaRPr b="0" lang="en-US" sz="10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87" name="Google Shape;556;p34"/>
          <p:cNvSpPr/>
          <p:nvPr/>
        </p:nvSpPr>
        <p:spPr>
          <a:xfrm>
            <a:off x="941400" y="1494000"/>
            <a:ext cx="505080" cy="501480"/>
          </a:xfrm>
          <a:prstGeom prst="rect">
            <a:avLst/>
          </a:prstGeom>
          <a:solidFill>
            <a:srgbClr val="fce5cd"/>
          </a:solidFill>
          <a:ln w="9525">
            <a:solidFill>
              <a:srgbClr val="1a1a1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l" sz="1400" spc="-1" strike="noStrike">
                <a:solidFill>
                  <a:srgbClr val="000000"/>
                </a:solidFill>
                <a:latin typeface="Lato"/>
                <a:ea typeface="Lato"/>
              </a:rPr>
              <a:t>1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88" name="Google Shape;557;p34"/>
          <p:cNvSpPr/>
          <p:nvPr/>
        </p:nvSpPr>
        <p:spPr>
          <a:xfrm>
            <a:off x="1446840" y="1494000"/>
            <a:ext cx="505080" cy="501480"/>
          </a:xfrm>
          <a:prstGeom prst="rect">
            <a:avLst/>
          </a:prstGeom>
          <a:solidFill>
            <a:srgbClr val="fce5cd"/>
          </a:solidFill>
          <a:ln w="9525">
            <a:solidFill>
              <a:srgbClr val="1a1a1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l" sz="1400" spc="-1" strike="noStrike">
                <a:solidFill>
                  <a:srgbClr val="000000"/>
                </a:solidFill>
                <a:latin typeface="Lato"/>
                <a:ea typeface="Lato"/>
              </a:rPr>
              <a:t>3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89" name="Google Shape;558;p34"/>
          <p:cNvSpPr/>
          <p:nvPr/>
        </p:nvSpPr>
        <p:spPr>
          <a:xfrm>
            <a:off x="1952640" y="1494000"/>
            <a:ext cx="505080" cy="501480"/>
          </a:xfrm>
          <a:prstGeom prst="rect">
            <a:avLst/>
          </a:prstGeom>
          <a:solidFill>
            <a:srgbClr val="fce5cd"/>
          </a:solidFill>
          <a:ln w="9525">
            <a:solidFill>
              <a:srgbClr val="1a1a1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l" sz="1400" spc="-1" strike="noStrike">
                <a:solidFill>
                  <a:srgbClr val="000000"/>
                </a:solidFill>
                <a:latin typeface="Lato"/>
                <a:ea typeface="Lato"/>
              </a:rPr>
              <a:t>6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90" name="Google Shape;559;p34"/>
          <p:cNvSpPr/>
          <p:nvPr/>
        </p:nvSpPr>
        <p:spPr>
          <a:xfrm>
            <a:off x="2458080" y="1494000"/>
            <a:ext cx="505080" cy="501480"/>
          </a:xfrm>
          <a:prstGeom prst="rect">
            <a:avLst/>
          </a:prstGeom>
          <a:solidFill>
            <a:srgbClr val="fce5cd"/>
          </a:solidFill>
          <a:ln w="9525">
            <a:solidFill>
              <a:srgbClr val="1a1a1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l" sz="1400" spc="-1" strike="noStrike">
                <a:solidFill>
                  <a:srgbClr val="000000"/>
                </a:solidFill>
                <a:latin typeface="Lato"/>
                <a:ea typeface="Lato"/>
              </a:rPr>
              <a:t>7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91" name="Google Shape;560;p34"/>
          <p:cNvSpPr/>
          <p:nvPr/>
        </p:nvSpPr>
        <p:spPr>
          <a:xfrm>
            <a:off x="3039840" y="1494000"/>
            <a:ext cx="505080" cy="501480"/>
          </a:xfrm>
          <a:prstGeom prst="rect">
            <a:avLst/>
          </a:prstGeom>
          <a:solidFill>
            <a:srgbClr val="fce5cd"/>
          </a:solidFill>
          <a:ln w="9525">
            <a:solidFill>
              <a:srgbClr val="1a1a1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l" sz="1400" spc="-1" strike="noStrike">
                <a:solidFill>
                  <a:srgbClr val="000000"/>
                </a:solidFill>
                <a:latin typeface="Lato"/>
                <a:ea typeface="Lato"/>
              </a:rPr>
              <a:t>0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92" name="Google Shape;561;p34"/>
          <p:cNvSpPr/>
          <p:nvPr/>
        </p:nvSpPr>
        <p:spPr>
          <a:xfrm>
            <a:off x="3545280" y="1494000"/>
            <a:ext cx="505080" cy="501480"/>
          </a:xfrm>
          <a:prstGeom prst="rect">
            <a:avLst/>
          </a:prstGeom>
          <a:solidFill>
            <a:srgbClr val="fce5cd"/>
          </a:solidFill>
          <a:ln w="9525">
            <a:solidFill>
              <a:srgbClr val="1a1a1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l" sz="1400" spc="-1" strike="noStrike">
                <a:solidFill>
                  <a:srgbClr val="000000"/>
                </a:solidFill>
                <a:latin typeface="Lato"/>
                <a:ea typeface="Lato"/>
              </a:rPr>
              <a:t>2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93" name="Google Shape;562;p34"/>
          <p:cNvSpPr/>
          <p:nvPr/>
        </p:nvSpPr>
        <p:spPr>
          <a:xfrm>
            <a:off x="4050720" y="1494000"/>
            <a:ext cx="505080" cy="501480"/>
          </a:xfrm>
          <a:prstGeom prst="rect">
            <a:avLst/>
          </a:prstGeom>
          <a:solidFill>
            <a:srgbClr val="fce5cd"/>
          </a:solidFill>
          <a:ln w="9525">
            <a:solidFill>
              <a:srgbClr val="1a1a1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l" sz="1400" spc="-1" strike="noStrike">
                <a:solidFill>
                  <a:srgbClr val="000000"/>
                </a:solidFill>
                <a:latin typeface="Lato"/>
                <a:ea typeface="Lato"/>
              </a:rPr>
              <a:t>9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94" name="Google Shape;563;p34"/>
          <p:cNvSpPr/>
          <p:nvPr/>
        </p:nvSpPr>
        <p:spPr>
          <a:xfrm>
            <a:off x="5491080" y="1506960"/>
            <a:ext cx="3044880" cy="429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t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l" sz="1600" spc="-1" strike="noStrike">
                <a:solidFill>
                  <a:schemeClr val="accent1"/>
                </a:solidFill>
                <a:latin typeface="Lato"/>
                <a:ea typeface="Lato"/>
              </a:rPr>
              <a:t>[Repeating from previous slide]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95" name="Google Shape;564;p34"/>
          <p:cNvSpPr/>
          <p:nvPr/>
        </p:nvSpPr>
        <p:spPr>
          <a:xfrm>
            <a:off x="941400" y="2767680"/>
            <a:ext cx="505080" cy="501480"/>
          </a:xfrm>
          <a:prstGeom prst="rect">
            <a:avLst/>
          </a:prstGeom>
          <a:solidFill>
            <a:srgbClr val="fce5cd"/>
          </a:solidFill>
          <a:ln w="9525">
            <a:solidFill>
              <a:srgbClr val="1a1a1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l" sz="1400" spc="-1" strike="noStrike">
                <a:solidFill>
                  <a:srgbClr val="000000"/>
                </a:solidFill>
                <a:latin typeface="Lato"/>
                <a:ea typeface="Lato"/>
              </a:rPr>
              <a:t>0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96" name="Google Shape;565;p34"/>
          <p:cNvSpPr/>
          <p:nvPr/>
        </p:nvSpPr>
        <p:spPr>
          <a:xfrm>
            <a:off x="1446840" y="2767680"/>
            <a:ext cx="505080" cy="501480"/>
          </a:xfrm>
          <a:prstGeom prst="rect">
            <a:avLst/>
          </a:prstGeom>
          <a:solidFill>
            <a:srgbClr val="fce5cd"/>
          </a:solidFill>
          <a:ln w="9525">
            <a:solidFill>
              <a:srgbClr val="1a1a1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l" sz="1400" spc="-1" strike="noStrike">
                <a:solidFill>
                  <a:srgbClr val="000000"/>
                </a:solidFill>
                <a:latin typeface="Lato"/>
                <a:ea typeface="Lato"/>
              </a:rPr>
              <a:t>1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97" name="Google Shape;566;p34"/>
          <p:cNvSpPr/>
          <p:nvPr/>
        </p:nvSpPr>
        <p:spPr>
          <a:xfrm>
            <a:off x="1952640" y="2767680"/>
            <a:ext cx="505080" cy="501480"/>
          </a:xfrm>
          <a:prstGeom prst="rect">
            <a:avLst/>
          </a:prstGeom>
          <a:solidFill>
            <a:srgbClr val="fce5cd"/>
          </a:solidFill>
          <a:ln w="9525">
            <a:solidFill>
              <a:srgbClr val="1a1a1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l" sz="1400" spc="-1" strike="noStrike">
                <a:solidFill>
                  <a:srgbClr val="000000"/>
                </a:solidFill>
                <a:latin typeface="Lato"/>
                <a:ea typeface="Lato"/>
              </a:rPr>
              <a:t>2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98" name="Google Shape;567;p34"/>
          <p:cNvSpPr/>
          <p:nvPr/>
        </p:nvSpPr>
        <p:spPr>
          <a:xfrm>
            <a:off x="2458080" y="2767680"/>
            <a:ext cx="505080" cy="501480"/>
          </a:xfrm>
          <a:prstGeom prst="rect">
            <a:avLst/>
          </a:prstGeom>
          <a:solidFill>
            <a:srgbClr val="fce5cd"/>
          </a:solidFill>
          <a:ln w="9525">
            <a:solidFill>
              <a:srgbClr val="1a1a1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l" sz="1400" spc="-1" strike="noStrike">
                <a:solidFill>
                  <a:srgbClr val="000000"/>
                </a:solidFill>
                <a:latin typeface="Lato"/>
                <a:ea typeface="Lato"/>
              </a:rPr>
              <a:t>3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99" name="Google Shape;568;p34"/>
          <p:cNvSpPr/>
          <p:nvPr/>
        </p:nvSpPr>
        <p:spPr>
          <a:xfrm>
            <a:off x="2963520" y="2767680"/>
            <a:ext cx="505080" cy="501480"/>
          </a:xfrm>
          <a:prstGeom prst="rect">
            <a:avLst/>
          </a:prstGeom>
          <a:solidFill>
            <a:srgbClr val="fce5cd"/>
          </a:solidFill>
          <a:ln w="9525">
            <a:solidFill>
              <a:srgbClr val="1a1a1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l" sz="1400" spc="-1" strike="noStrike">
                <a:solidFill>
                  <a:srgbClr val="000000"/>
                </a:solidFill>
                <a:latin typeface="Lato"/>
                <a:ea typeface="Lato"/>
              </a:rPr>
              <a:t>6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00" name="Google Shape;569;p34"/>
          <p:cNvSpPr/>
          <p:nvPr/>
        </p:nvSpPr>
        <p:spPr>
          <a:xfrm>
            <a:off x="3468960" y="2767680"/>
            <a:ext cx="505080" cy="501480"/>
          </a:xfrm>
          <a:prstGeom prst="rect">
            <a:avLst/>
          </a:prstGeom>
          <a:solidFill>
            <a:srgbClr val="fce5cd"/>
          </a:solidFill>
          <a:ln w="9525">
            <a:solidFill>
              <a:srgbClr val="1a1a1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l" sz="1400" spc="-1" strike="noStrike">
                <a:solidFill>
                  <a:srgbClr val="000000"/>
                </a:solidFill>
                <a:latin typeface="Lato"/>
                <a:ea typeface="Lato"/>
              </a:rPr>
              <a:t>7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01" name="Google Shape;570;p34"/>
          <p:cNvSpPr/>
          <p:nvPr/>
        </p:nvSpPr>
        <p:spPr>
          <a:xfrm>
            <a:off x="3974400" y="2767680"/>
            <a:ext cx="505080" cy="501480"/>
          </a:xfrm>
          <a:prstGeom prst="rect">
            <a:avLst/>
          </a:prstGeom>
          <a:solidFill>
            <a:srgbClr val="fce5cd"/>
          </a:solidFill>
          <a:ln w="9525">
            <a:solidFill>
              <a:srgbClr val="1a1a1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l" sz="1400" spc="-1" strike="noStrike">
                <a:solidFill>
                  <a:srgbClr val="000000"/>
                </a:solidFill>
                <a:latin typeface="Lato"/>
                <a:ea typeface="Lato"/>
              </a:rPr>
              <a:t>9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02" name="Google Shape;571;p34"/>
          <p:cNvSpPr/>
          <p:nvPr/>
        </p:nvSpPr>
        <p:spPr>
          <a:xfrm>
            <a:off x="5491080" y="2781000"/>
            <a:ext cx="3044880" cy="429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t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l" sz="1600" spc="-1" strike="noStrike">
                <a:solidFill>
                  <a:schemeClr val="accent1"/>
                </a:solidFill>
                <a:latin typeface="Lato"/>
                <a:ea typeface="Lato"/>
              </a:rPr>
              <a:t>Merge the next two, respecting order…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cxnSp>
        <p:nvCxnSpPr>
          <p:cNvPr id="603" name="Google Shape;572;p34"/>
          <p:cNvCxnSpPr>
            <a:stCxn id="587" idx="2"/>
            <a:endCxn id="596" idx="0"/>
          </p:cNvCxnSpPr>
          <p:nvPr/>
        </p:nvCxnSpPr>
        <p:spPr>
          <a:xfrm>
            <a:off x="1193760" y="1995480"/>
            <a:ext cx="505800" cy="772560"/>
          </a:xfrm>
          <a:prstGeom prst="straightConnector1">
            <a:avLst/>
          </a:prstGeom>
          <a:ln w="9525">
            <a:solidFill>
              <a:srgbClr val="1a1a1a"/>
            </a:solidFill>
            <a:round/>
            <a:tailEnd len="med" type="triangle" w="med"/>
          </a:ln>
        </p:spPr>
      </p:cxnSp>
      <p:cxnSp>
        <p:nvCxnSpPr>
          <p:cNvPr id="604" name="Google Shape;573;p34"/>
          <p:cNvCxnSpPr>
            <a:stCxn id="588" idx="2"/>
            <a:endCxn id="598" idx="0"/>
          </p:cNvCxnSpPr>
          <p:nvPr/>
        </p:nvCxnSpPr>
        <p:spPr>
          <a:xfrm>
            <a:off x="1699200" y="1995480"/>
            <a:ext cx="1011600" cy="772560"/>
          </a:xfrm>
          <a:prstGeom prst="straightConnector1">
            <a:avLst/>
          </a:prstGeom>
          <a:ln w="9525">
            <a:solidFill>
              <a:srgbClr val="1a1a1a"/>
            </a:solidFill>
            <a:round/>
            <a:tailEnd len="med" type="triangle" w="med"/>
          </a:ln>
        </p:spPr>
      </p:cxnSp>
      <p:cxnSp>
        <p:nvCxnSpPr>
          <p:cNvPr id="605" name="Google Shape;574;p34"/>
          <p:cNvCxnSpPr>
            <a:stCxn id="589" idx="2"/>
            <a:endCxn id="599" idx="0"/>
          </p:cNvCxnSpPr>
          <p:nvPr/>
        </p:nvCxnSpPr>
        <p:spPr>
          <a:xfrm>
            <a:off x="2205000" y="1995480"/>
            <a:ext cx="1011240" cy="772560"/>
          </a:xfrm>
          <a:prstGeom prst="straightConnector1">
            <a:avLst/>
          </a:prstGeom>
          <a:ln w="9525">
            <a:solidFill>
              <a:srgbClr val="1a1a1a"/>
            </a:solidFill>
            <a:round/>
            <a:tailEnd len="med" type="triangle" w="med"/>
          </a:ln>
        </p:spPr>
      </p:cxnSp>
      <p:cxnSp>
        <p:nvCxnSpPr>
          <p:cNvPr id="606" name="Google Shape;575;p34"/>
          <p:cNvCxnSpPr>
            <a:stCxn id="590" idx="2"/>
            <a:endCxn id="600" idx="0"/>
          </p:cNvCxnSpPr>
          <p:nvPr/>
        </p:nvCxnSpPr>
        <p:spPr>
          <a:xfrm>
            <a:off x="2710440" y="1995480"/>
            <a:ext cx="1011240" cy="772560"/>
          </a:xfrm>
          <a:prstGeom prst="straightConnector1">
            <a:avLst/>
          </a:prstGeom>
          <a:ln w="9525">
            <a:solidFill>
              <a:srgbClr val="1a1a1a"/>
            </a:solidFill>
            <a:round/>
            <a:tailEnd len="med" type="triangle" w="med"/>
          </a:ln>
        </p:spPr>
      </p:cxnSp>
      <p:cxnSp>
        <p:nvCxnSpPr>
          <p:cNvPr id="607" name="Google Shape;576;p34"/>
          <p:cNvCxnSpPr>
            <a:stCxn id="591" idx="2"/>
            <a:endCxn id="595" idx="0"/>
          </p:cNvCxnSpPr>
          <p:nvPr/>
        </p:nvCxnSpPr>
        <p:spPr>
          <a:xfrm flipH="1">
            <a:off x="1193760" y="1995480"/>
            <a:ext cx="2098800" cy="772560"/>
          </a:xfrm>
          <a:prstGeom prst="straightConnector1">
            <a:avLst/>
          </a:prstGeom>
          <a:ln w="9525">
            <a:solidFill>
              <a:srgbClr val="1a1a1a"/>
            </a:solidFill>
            <a:round/>
            <a:tailEnd len="med" type="triangle" w="med"/>
          </a:ln>
        </p:spPr>
      </p:cxnSp>
      <p:cxnSp>
        <p:nvCxnSpPr>
          <p:cNvPr id="608" name="Google Shape;577;p34"/>
          <p:cNvCxnSpPr>
            <a:stCxn id="592" idx="2"/>
            <a:endCxn id="597" idx="0"/>
          </p:cNvCxnSpPr>
          <p:nvPr/>
        </p:nvCxnSpPr>
        <p:spPr>
          <a:xfrm flipH="1">
            <a:off x="2205000" y="1995480"/>
            <a:ext cx="1593000" cy="772560"/>
          </a:xfrm>
          <a:prstGeom prst="straightConnector1">
            <a:avLst/>
          </a:prstGeom>
          <a:ln w="9525">
            <a:solidFill>
              <a:srgbClr val="1a1a1a"/>
            </a:solidFill>
            <a:round/>
            <a:tailEnd len="med" type="triangle" w="med"/>
          </a:ln>
        </p:spPr>
      </p:cxnSp>
      <p:cxnSp>
        <p:nvCxnSpPr>
          <p:cNvPr id="609" name="Google Shape;578;p34"/>
          <p:cNvCxnSpPr>
            <a:stCxn id="593" idx="2"/>
            <a:endCxn id="601" idx="0"/>
          </p:cNvCxnSpPr>
          <p:nvPr/>
        </p:nvCxnSpPr>
        <p:spPr>
          <a:xfrm flipH="1">
            <a:off x="4226760" y="1995480"/>
            <a:ext cx="76680" cy="772560"/>
          </a:xfrm>
          <a:prstGeom prst="straightConnector1">
            <a:avLst/>
          </a:prstGeom>
          <a:ln w="9525">
            <a:solidFill>
              <a:srgbClr val="1a1a1a"/>
            </a:solidFill>
            <a:round/>
            <a:tailEnd len="med" type="triangle" w="med"/>
          </a:ln>
        </p:spPr>
      </p:cxnSp>
      <p:sp>
        <p:nvSpPr>
          <p:cNvPr id="610" name="Google Shape;579;p34"/>
          <p:cNvSpPr/>
          <p:nvPr/>
        </p:nvSpPr>
        <p:spPr>
          <a:xfrm>
            <a:off x="1045440" y="3565080"/>
            <a:ext cx="7372440" cy="1184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t">
            <a:noAutofit/>
          </a:bodyPr>
          <a:p>
            <a:pPr marL="457200" indent="-330120">
              <a:lnSpc>
                <a:spcPct val="100000"/>
              </a:lnSpc>
              <a:buClr>
                <a:srgbClr val="595959"/>
              </a:buClr>
              <a:buFont typeface="Lato"/>
              <a:buChar char="●"/>
            </a:pPr>
            <a:r>
              <a:rPr b="0" lang="el" sz="1600" spc="-1" strike="noStrike">
                <a:solidFill>
                  <a:schemeClr val="accent1"/>
                </a:solidFill>
                <a:latin typeface="Lato"/>
                <a:ea typeface="Lato"/>
              </a:rPr>
              <a:t>Is this any better?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marL="457200" indent="-330120">
              <a:lnSpc>
                <a:spcPct val="100000"/>
              </a:lnSpc>
              <a:buClr>
                <a:srgbClr val="595959"/>
              </a:buClr>
              <a:buFont typeface="Lato"/>
              <a:buChar char="●"/>
            </a:pPr>
            <a:r>
              <a:rPr b="0" lang="el" sz="1600" spc="-1" strike="noStrike">
                <a:solidFill>
                  <a:schemeClr val="accent1"/>
                </a:solidFill>
                <a:latin typeface="Lato"/>
                <a:ea typeface="Lato"/>
              </a:rPr>
              <a:t>How much time does it take to merge lists respecting their order?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marL="457200" indent="-330120">
              <a:lnSpc>
                <a:spcPct val="100000"/>
              </a:lnSpc>
              <a:buClr>
                <a:srgbClr val="595959"/>
              </a:buClr>
              <a:buFont typeface="Lato"/>
              <a:buChar char="●"/>
            </a:pPr>
            <a:r>
              <a:rPr b="0" lang="el" sz="1600" spc="-1" strike="noStrike">
                <a:solidFill>
                  <a:schemeClr val="accent1"/>
                </a:solidFill>
                <a:latin typeface="Lato"/>
                <a:ea typeface="Lato"/>
              </a:rPr>
              <a:t>Let’s compare them…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1" name="PlaceHolder 1"/>
          <p:cNvSpPr>
            <a:spLocks noGrp="1"/>
          </p:cNvSpPr>
          <p:nvPr>
            <p:ph type="title"/>
          </p:nvPr>
        </p:nvSpPr>
        <p:spPr>
          <a:xfrm>
            <a:off x="729360" y="572040"/>
            <a:ext cx="7688520" cy="53496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t">
            <a:normAutofit fontScale="88000"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l" sz="2600" spc="-1" strike="noStrike">
                <a:solidFill>
                  <a:schemeClr val="dk2"/>
                </a:solidFill>
                <a:latin typeface="Lato"/>
                <a:ea typeface="Lato"/>
              </a:rPr>
              <a:t>Measuring time complexity</a:t>
            </a:r>
            <a:endParaRPr b="0" lang="en-US" sz="2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12" name="PlaceHolder 2"/>
          <p:cNvSpPr>
            <a:spLocks noGrp="1"/>
          </p:cNvSpPr>
          <p:nvPr>
            <p:ph/>
          </p:nvPr>
        </p:nvSpPr>
        <p:spPr>
          <a:xfrm>
            <a:off x="729360" y="1378080"/>
            <a:ext cx="7688520" cy="296172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t">
            <a:normAutofit/>
          </a:bodyPr>
          <a:p>
            <a:pPr marL="457200" indent="-330120">
              <a:lnSpc>
                <a:spcPct val="115000"/>
              </a:lnSpc>
              <a:buClr>
                <a:srgbClr val="595959"/>
              </a:buClr>
              <a:buFont typeface="Lato"/>
              <a:buChar char="●"/>
            </a:pPr>
            <a:r>
              <a:rPr b="0" lang="el" sz="1600" spc="-1" strike="noStrike">
                <a:solidFill>
                  <a:schemeClr val="accent1"/>
                </a:solidFill>
                <a:latin typeface="Lato"/>
                <a:ea typeface="Lato"/>
              </a:rPr>
              <a:t>Open ‘</a:t>
            </a:r>
            <a:r>
              <a:rPr b="0" lang="el" sz="1600" spc="-1" strike="noStrike">
                <a:solidFill>
                  <a:schemeClr val="accent1"/>
                </a:solidFill>
                <a:latin typeface="Consolas"/>
                <a:ea typeface="Consolas"/>
              </a:rPr>
              <a:t>sorting_cpp/sorting.cpp</a:t>
            </a:r>
            <a:r>
              <a:rPr b="0" lang="el" sz="1600" spc="-1" strike="noStrike">
                <a:solidFill>
                  <a:schemeClr val="accent1"/>
                </a:solidFill>
                <a:latin typeface="Lato"/>
                <a:ea typeface="Lato"/>
              </a:rPr>
              <a:t>’.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marL="457200" indent="-330120">
              <a:lnSpc>
                <a:spcPct val="115000"/>
              </a:lnSpc>
              <a:buClr>
                <a:srgbClr val="595959"/>
              </a:buClr>
              <a:buFont typeface="Lato"/>
              <a:buChar char="●"/>
            </a:pPr>
            <a:r>
              <a:rPr b="0" lang="el" sz="1600" spc="-1" strike="noStrike">
                <a:solidFill>
                  <a:schemeClr val="accent1"/>
                </a:solidFill>
                <a:latin typeface="Lato"/>
                <a:ea typeface="Lato"/>
              </a:rPr>
              <a:t>Try to make some sense of the purpose of this file.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marL="457200" indent="-330120">
              <a:lnSpc>
                <a:spcPct val="115000"/>
              </a:lnSpc>
              <a:buClr>
                <a:srgbClr val="595959"/>
              </a:buClr>
              <a:buFont typeface="Lato"/>
              <a:buChar char="●"/>
            </a:pPr>
            <a:r>
              <a:rPr b="0" lang="el" sz="1600" spc="-1" strike="noStrike">
                <a:solidFill>
                  <a:schemeClr val="accent1"/>
                </a:solidFill>
                <a:latin typeface="Lato"/>
                <a:ea typeface="Lato"/>
              </a:rPr>
              <a:t>[Try a bit more…]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marL="457200" indent="-330120">
              <a:lnSpc>
                <a:spcPct val="115000"/>
              </a:lnSpc>
              <a:buClr>
                <a:srgbClr val="595959"/>
              </a:buClr>
              <a:buFont typeface="Lato"/>
              <a:buChar char="●"/>
            </a:pPr>
            <a:r>
              <a:rPr b="0" lang="el" sz="1600" spc="-1" strike="noStrike">
                <a:solidFill>
                  <a:schemeClr val="accent1"/>
                </a:solidFill>
                <a:latin typeface="Lato"/>
                <a:ea typeface="Lato"/>
              </a:rPr>
              <a:t>Okay, now, compile and run it!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marL="457200" indent="-330120">
              <a:lnSpc>
                <a:spcPct val="115000"/>
              </a:lnSpc>
              <a:buClr>
                <a:srgbClr val="595959"/>
              </a:buClr>
              <a:buFont typeface="Lato"/>
              <a:buChar char="●"/>
            </a:pPr>
            <a:r>
              <a:rPr b="0" lang="el" sz="1600" spc="-1" strike="noStrike">
                <a:solidFill>
                  <a:schemeClr val="accent1"/>
                </a:solidFill>
                <a:latin typeface="Lato"/>
                <a:ea typeface="Lato"/>
              </a:rPr>
              <a:t>What was the output?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marL="457200" indent="-330120">
              <a:lnSpc>
                <a:spcPct val="115000"/>
              </a:lnSpc>
              <a:buClr>
                <a:srgbClr val="595959"/>
              </a:buClr>
              <a:buFont typeface="Lato"/>
              <a:buChar char="●"/>
            </a:pPr>
            <a:r>
              <a:rPr b="0" lang="el" sz="1600" spc="-1" strike="noStrike">
                <a:solidFill>
                  <a:schemeClr val="accent1"/>
                </a:solidFill>
                <a:latin typeface="Lato"/>
                <a:ea typeface="Lato"/>
              </a:rPr>
              <a:t>Run </a:t>
            </a:r>
            <a:r>
              <a:rPr b="0" lang="el" sz="1600" spc="-1" strike="noStrike">
                <a:solidFill>
                  <a:schemeClr val="accent1"/>
                </a:solidFill>
                <a:latin typeface="Consolas"/>
                <a:ea typeface="Consolas"/>
              </a:rPr>
              <a:t>plotter.py</a:t>
            </a:r>
            <a:r>
              <a:rPr b="0" lang="el" sz="1600" spc="-1" strike="noStrike">
                <a:solidFill>
                  <a:schemeClr val="accent1"/>
                </a:solidFill>
                <a:latin typeface="Lato"/>
                <a:ea typeface="Lato"/>
              </a:rPr>
              <a:t> (in the same folder).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marL="457200" indent="-330120">
              <a:lnSpc>
                <a:spcPct val="115000"/>
              </a:lnSpc>
              <a:buClr>
                <a:srgbClr val="595959"/>
              </a:buClr>
              <a:buFont typeface="Lato"/>
              <a:buChar char="●"/>
            </a:pPr>
            <a:r>
              <a:rPr b="0" lang="el" sz="1600" spc="-1" strike="noStrike">
                <a:solidFill>
                  <a:schemeClr val="accent1"/>
                </a:solidFill>
                <a:latin typeface="Lato"/>
                <a:ea typeface="Lato"/>
              </a:rPr>
              <a:t>What does the plot say?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13" name="PlaceHolder 3"/>
          <p:cNvSpPr>
            <a:spLocks noGrp="1"/>
          </p:cNvSpPr>
          <p:nvPr>
            <p:ph type="sldNum" idx="24"/>
          </p:nvPr>
        </p:nvSpPr>
        <p:spPr>
          <a:xfrm>
            <a:off x="8536320" y="4749840"/>
            <a:ext cx="548280" cy="39312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ctr">
            <a:norm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l" sz="1000" spc="-1" strike="noStrike">
                <a:solidFill>
                  <a:schemeClr val="accent1"/>
                </a:solidFill>
                <a:latin typeface="Lato"/>
                <a:ea typeface="Lato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742466C1-3B6A-419A-A68B-6797D603B37A}" type="slidenum">
              <a:rPr b="0" lang="el" sz="1000" spc="-1" strike="noStrike">
                <a:solidFill>
                  <a:schemeClr val="accent1"/>
                </a:solidFill>
                <a:latin typeface="Lato"/>
                <a:ea typeface="Lato"/>
              </a:rPr>
              <a:t>20</a:t>
            </a:fld>
            <a:endParaRPr b="0" lang="en-US" sz="10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131" dur="indefinite" restart="never" nodeType="tmRoot">
          <p:childTnLst>
            <p:seq>
              <p:cTn id="132" dur="indefinite" nodeType="mainSeq">
                <p:childTnLst>
                  <p:par>
                    <p:cTn id="133" fill="hold">
                      <p:stCondLst>
                        <p:cond delay="indefinite"/>
                      </p:stCondLst>
                      <p:childTnLst>
                        <p:par>
                          <p:cTn id="134" fill="hold">
                            <p:stCondLst>
                              <p:cond delay="0"/>
                            </p:stCondLst>
                            <p:childTnLst>
                              <p:par>
                                <p:cTn id="135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7" fill="hold">
                      <p:stCondLst>
                        <p:cond delay="indefinite"/>
                      </p:stCondLst>
                      <p:childTnLst>
                        <p:par>
                          <p:cTn id="138" fill="hold">
                            <p:stCondLst>
                              <p:cond delay="0"/>
                            </p:stCondLst>
                            <p:childTnLst>
                              <p:par>
                                <p:cTn id="139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1" fill="hold">
                      <p:stCondLst>
                        <p:cond delay="indefinite"/>
                      </p:stCondLst>
                      <p:childTnLst>
                        <p:par>
                          <p:cTn id="142" fill="hold">
                            <p:stCondLst>
                              <p:cond delay="0"/>
                            </p:stCondLst>
                            <p:childTnLst>
                              <p:par>
                                <p:cTn id="143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5" fill="hold">
                      <p:stCondLst>
                        <p:cond delay="indefinite"/>
                      </p:stCondLst>
                      <p:childTnLst>
                        <p:par>
                          <p:cTn id="146" fill="hold">
                            <p:stCondLst>
                              <p:cond delay="0"/>
                            </p:stCondLst>
                            <p:childTnLst>
                              <p:par>
                                <p:cTn id="147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9" fill="hold">
                      <p:stCondLst>
                        <p:cond delay="indefinite"/>
                      </p:stCondLst>
                      <p:childTnLst>
                        <p:par>
                          <p:cTn id="150" fill="hold">
                            <p:stCondLst>
                              <p:cond delay="0"/>
                            </p:stCondLst>
                            <p:childTnLst>
                              <p:par>
                                <p:cTn id="151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3" fill="hold">
                      <p:stCondLst>
                        <p:cond delay="indefinite"/>
                      </p:stCondLst>
                      <p:childTnLst>
                        <p:par>
                          <p:cTn id="154" fill="hold">
                            <p:stCondLst>
                              <p:cond delay="0"/>
                            </p:stCondLst>
                            <p:childTnLst>
                              <p:par>
                                <p:cTn id="155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7" fill="hold">
                      <p:stCondLst>
                        <p:cond delay="indefinite"/>
                      </p:stCondLst>
                      <p:childTnLst>
                        <p:par>
                          <p:cTn id="158" fill="hold">
                            <p:stCondLst>
                              <p:cond delay="0"/>
                            </p:stCondLst>
                            <p:childTnLst>
                              <p:par>
                                <p:cTn id="159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" name="PlaceHolder 1"/>
          <p:cNvSpPr>
            <a:spLocks noGrp="1"/>
          </p:cNvSpPr>
          <p:nvPr>
            <p:ph type="title"/>
          </p:nvPr>
        </p:nvSpPr>
        <p:spPr>
          <a:xfrm>
            <a:off x="729360" y="572040"/>
            <a:ext cx="7688520" cy="53496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t">
            <a:normAutofit fontScale="88000"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l" sz="2600" spc="-1" strike="noStrike">
                <a:solidFill>
                  <a:schemeClr val="dk2"/>
                </a:solidFill>
                <a:latin typeface="Lato"/>
                <a:ea typeface="Lato"/>
              </a:rPr>
              <a:t>Hopefully, what you see looks like that…</a:t>
            </a:r>
            <a:endParaRPr b="0" lang="en-US" sz="2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15" name="PlaceHolder 2"/>
          <p:cNvSpPr>
            <a:spLocks noGrp="1"/>
          </p:cNvSpPr>
          <p:nvPr>
            <p:ph type="sldNum" idx="25"/>
          </p:nvPr>
        </p:nvSpPr>
        <p:spPr>
          <a:xfrm>
            <a:off x="8536320" y="4749840"/>
            <a:ext cx="548280" cy="39312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ctr">
            <a:norm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l" sz="1000" spc="-1" strike="noStrike">
                <a:solidFill>
                  <a:schemeClr val="accent1"/>
                </a:solidFill>
                <a:latin typeface="Lato"/>
                <a:ea typeface="Lato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456AE8DA-7699-443B-9CBF-30FE0176ECDE}" type="slidenum">
              <a:rPr b="0" lang="el" sz="1000" spc="-1" strike="noStrike">
                <a:solidFill>
                  <a:schemeClr val="accent1"/>
                </a:solidFill>
                <a:latin typeface="Lato"/>
                <a:ea typeface="Lato"/>
              </a:rPr>
              <a:t>21</a:t>
            </a:fld>
            <a:endParaRPr b="0" lang="en-US" sz="1000" spc="-1" strike="noStrike">
              <a:solidFill>
                <a:srgbClr val="000000"/>
              </a:solidFill>
              <a:latin typeface="Times New Roman"/>
            </a:endParaRPr>
          </a:p>
        </p:txBody>
      </p:sp>
      <p:pic>
        <p:nvPicPr>
          <p:cNvPr id="616" name="Google Shape;593;p36" descr=""/>
          <p:cNvPicPr/>
          <p:nvPr/>
        </p:nvPicPr>
        <p:blipFill>
          <a:blip r:embed="rId1"/>
          <a:stretch/>
        </p:blipFill>
        <p:spPr>
          <a:xfrm>
            <a:off x="2372400" y="1266480"/>
            <a:ext cx="4402440" cy="373104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7" name="PlaceHolder 1"/>
          <p:cNvSpPr>
            <a:spLocks noGrp="1"/>
          </p:cNvSpPr>
          <p:nvPr>
            <p:ph type="title"/>
          </p:nvPr>
        </p:nvSpPr>
        <p:spPr>
          <a:xfrm>
            <a:off x="729360" y="572040"/>
            <a:ext cx="7688520" cy="53496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t">
            <a:normAutofit fontScale="88000"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l" sz="2600" spc="-1" strike="noStrike">
                <a:solidFill>
                  <a:schemeClr val="dk2"/>
                </a:solidFill>
                <a:latin typeface="Lato"/>
                <a:ea typeface="Lato"/>
              </a:rPr>
              <a:t>So…?</a:t>
            </a:r>
            <a:endParaRPr b="0" lang="en-US" sz="2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18" name="PlaceHolder 2"/>
          <p:cNvSpPr>
            <a:spLocks noGrp="1"/>
          </p:cNvSpPr>
          <p:nvPr>
            <p:ph/>
          </p:nvPr>
        </p:nvSpPr>
        <p:spPr>
          <a:xfrm>
            <a:off x="729360" y="1378080"/>
            <a:ext cx="7688520" cy="296172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t">
            <a:normAutofit/>
          </a:bodyPr>
          <a:p>
            <a:pPr marL="457200" indent="-330120">
              <a:lnSpc>
                <a:spcPct val="115000"/>
              </a:lnSpc>
              <a:buClr>
                <a:srgbClr val="595959"/>
              </a:buClr>
              <a:buFont typeface="Lato"/>
              <a:buChar char="●"/>
            </a:pPr>
            <a:r>
              <a:rPr b="0" lang="el" sz="1600" spc="-1" strike="noStrike">
                <a:solidFill>
                  <a:schemeClr val="accent1"/>
                </a:solidFill>
                <a:latin typeface="Lato"/>
                <a:ea typeface="Lato"/>
              </a:rPr>
              <a:t>Which algorithm do you think is better?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marL="457200" indent="-330120">
              <a:lnSpc>
                <a:spcPct val="115000"/>
              </a:lnSpc>
              <a:buClr>
                <a:srgbClr val="595959"/>
              </a:buClr>
              <a:buFont typeface="Lato"/>
              <a:buChar char="●"/>
            </a:pPr>
            <a:r>
              <a:rPr b="0" lang="el" sz="1600" spc="-1" strike="noStrike">
                <a:solidFill>
                  <a:schemeClr val="accent1"/>
                </a:solidFill>
                <a:latin typeface="Lato"/>
                <a:ea typeface="Lato"/>
              </a:rPr>
              <a:t>Why?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marL="457200" indent="-330120">
              <a:lnSpc>
                <a:spcPct val="115000"/>
              </a:lnSpc>
              <a:buClr>
                <a:srgbClr val="595959"/>
              </a:buClr>
              <a:buFont typeface="Lato"/>
              <a:buChar char="●"/>
            </a:pPr>
            <a:r>
              <a:rPr b="0" lang="el" sz="1600" spc="-1" strike="noStrike">
                <a:solidFill>
                  <a:schemeClr val="accent1"/>
                </a:solidFill>
                <a:latin typeface="Lato"/>
                <a:ea typeface="Lato"/>
              </a:rPr>
              <a:t>What are some problems with comparing algorithms this way?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lvl="1" marL="914400" indent="-330120">
              <a:lnSpc>
                <a:spcPct val="115000"/>
              </a:lnSpc>
              <a:buClr>
                <a:srgbClr val="595959"/>
              </a:buClr>
              <a:buFont typeface="Lato"/>
              <a:buChar char="○"/>
            </a:pPr>
            <a:r>
              <a:rPr b="0" lang="el" sz="1600" spc="-1" strike="noStrike">
                <a:solidFill>
                  <a:schemeClr val="accent1"/>
                </a:solidFill>
                <a:latin typeface="Lato"/>
                <a:ea typeface="Lato"/>
              </a:rPr>
              <a:t>My machine might be worse / better than yours.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lvl="1" marL="914400" indent="-330120">
              <a:lnSpc>
                <a:spcPct val="115000"/>
              </a:lnSpc>
              <a:buClr>
                <a:srgbClr val="595959"/>
              </a:buClr>
              <a:buFont typeface="Lato"/>
              <a:buChar char="○"/>
            </a:pPr>
            <a:r>
              <a:rPr b="0" lang="el" sz="1600" spc="-1" strike="noStrike">
                <a:solidFill>
                  <a:schemeClr val="accent1"/>
                </a:solidFill>
                <a:latin typeface="Lato"/>
                <a:ea typeface="Lato"/>
              </a:rPr>
              <a:t>Random noise from other processes running at the same time.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lvl="1" marL="914400" indent="-330120">
              <a:lnSpc>
                <a:spcPct val="115000"/>
              </a:lnSpc>
              <a:buClr>
                <a:srgbClr val="595959"/>
              </a:buClr>
              <a:buFont typeface="Lato"/>
              <a:buChar char="○"/>
            </a:pPr>
            <a:r>
              <a:rPr b="0" lang="el" sz="1600" spc="-1" strike="noStrike">
                <a:solidFill>
                  <a:schemeClr val="accent1"/>
                </a:solidFill>
                <a:latin typeface="Lato"/>
                <a:ea typeface="Lato"/>
              </a:rPr>
              <a:t>Bad luck might influence execution duration - what if the lists we have generated were inappropriate for bubble sort?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lvl="1" marL="914400" indent="-330120">
              <a:lnSpc>
                <a:spcPct val="115000"/>
              </a:lnSpc>
              <a:buClr>
                <a:srgbClr val="595959"/>
              </a:buClr>
              <a:buFont typeface="Lato"/>
              <a:buChar char="○"/>
            </a:pPr>
            <a:r>
              <a:rPr b="0" lang="el" sz="1600" spc="-1" strike="noStrike">
                <a:solidFill>
                  <a:schemeClr val="accent1"/>
                </a:solidFill>
                <a:latin typeface="Lato"/>
                <a:ea typeface="Lato"/>
              </a:rPr>
              <a:t>With statistics you can never be really-really sure…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19" name="PlaceHolder 3"/>
          <p:cNvSpPr>
            <a:spLocks noGrp="1"/>
          </p:cNvSpPr>
          <p:nvPr>
            <p:ph type="sldNum" idx="26"/>
          </p:nvPr>
        </p:nvSpPr>
        <p:spPr>
          <a:xfrm>
            <a:off x="8536320" y="4749840"/>
            <a:ext cx="548280" cy="39312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ctr">
            <a:norm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l" sz="1000" spc="-1" strike="noStrike">
                <a:solidFill>
                  <a:schemeClr val="accent1"/>
                </a:solidFill>
                <a:latin typeface="Lato"/>
                <a:ea typeface="Lato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0B0F8F72-BA92-46B3-9B5C-E4C4C6E97934}" type="slidenum">
              <a:rPr b="0" lang="el" sz="1000" spc="-1" strike="noStrike">
                <a:solidFill>
                  <a:schemeClr val="accent1"/>
                </a:solidFill>
                <a:latin typeface="Lato"/>
                <a:ea typeface="Lato"/>
              </a:rPr>
              <a:t>22</a:t>
            </a:fld>
            <a:endParaRPr b="0" lang="en-US" sz="10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161" dur="indefinite" restart="never" nodeType="tmRoot">
          <p:childTnLst>
            <p:seq>
              <p:cTn id="162" dur="indefinite" nodeType="mainSeq">
                <p:childTnLst>
                  <p:par>
                    <p:cTn id="163" fill="hold">
                      <p:stCondLst>
                        <p:cond delay="indefinite"/>
                      </p:stCondLst>
                      <p:childTnLst>
                        <p:par>
                          <p:cTn id="164" fill="hold">
                            <p:stCondLst>
                              <p:cond delay="0"/>
                            </p:stCondLst>
                            <p:childTnLst>
                              <p:par>
                                <p:cTn id="165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7" fill="hold">
                      <p:stCondLst>
                        <p:cond delay="indefinite"/>
                      </p:stCondLst>
                      <p:childTnLst>
                        <p:par>
                          <p:cTn id="168" fill="hold">
                            <p:stCondLst>
                              <p:cond delay="0"/>
                            </p:stCondLst>
                            <p:childTnLst>
                              <p:par>
                                <p:cTn id="169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1" fill="hold">
                      <p:stCondLst>
                        <p:cond delay="indefinite"/>
                      </p:stCondLst>
                      <p:childTnLst>
                        <p:par>
                          <p:cTn id="172" fill="hold">
                            <p:stCondLst>
                              <p:cond delay="0"/>
                            </p:stCondLst>
                            <p:childTnLst>
                              <p:par>
                                <p:cTn id="173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5" fill="hold">
                      <p:stCondLst>
                        <p:cond delay="indefinite"/>
                      </p:stCondLst>
                      <p:childTnLst>
                        <p:par>
                          <p:cTn id="176" fill="hold">
                            <p:stCondLst>
                              <p:cond delay="0"/>
                            </p:stCondLst>
                            <p:childTnLst>
                              <p:par>
                                <p:cTn id="177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9" fill="hold">
                      <p:stCondLst>
                        <p:cond delay="indefinite"/>
                      </p:stCondLst>
                      <p:childTnLst>
                        <p:par>
                          <p:cTn id="180" fill="hold">
                            <p:stCondLst>
                              <p:cond delay="0"/>
                            </p:stCondLst>
                            <p:childTnLst>
                              <p:par>
                                <p:cTn id="181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3" fill="hold">
                      <p:stCondLst>
                        <p:cond delay="indefinite"/>
                      </p:stCondLst>
                      <p:childTnLst>
                        <p:par>
                          <p:cTn id="184" fill="hold">
                            <p:stCondLst>
                              <p:cond delay="0"/>
                            </p:stCondLst>
                            <p:childTnLst>
                              <p:par>
                                <p:cTn id="185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7" fill="hold">
                      <p:stCondLst>
                        <p:cond delay="indefinite"/>
                      </p:stCondLst>
                      <p:childTnLst>
                        <p:par>
                          <p:cTn id="188" fill="hold">
                            <p:stCondLst>
                              <p:cond delay="0"/>
                            </p:stCondLst>
                            <p:childTnLst>
                              <p:par>
                                <p:cTn id="189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0" name="PlaceHolder 1"/>
          <p:cNvSpPr>
            <a:spLocks noGrp="1"/>
          </p:cNvSpPr>
          <p:nvPr>
            <p:ph type="title"/>
          </p:nvPr>
        </p:nvSpPr>
        <p:spPr>
          <a:xfrm>
            <a:off x="729360" y="572040"/>
            <a:ext cx="7688520" cy="53496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t">
            <a:normAutofit fontScale="88000"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l" sz="2600" spc="-1" strike="noStrike">
                <a:solidFill>
                  <a:schemeClr val="dk2"/>
                </a:solidFill>
                <a:latin typeface="Lato"/>
                <a:ea typeface="Lato"/>
              </a:rPr>
              <a:t>Bubbles and Complexity</a:t>
            </a:r>
            <a:endParaRPr b="0" lang="en-US" sz="2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21" name="PlaceHolder 2"/>
          <p:cNvSpPr>
            <a:spLocks noGrp="1"/>
          </p:cNvSpPr>
          <p:nvPr>
            <p:ph/>
          </p:nvPr>
        </p:nvSpPr>
        <p:spPr>
          <a:xfrm>
            <a:off x="729360" y="1378080"/>
            <a:ext cx="7688520" cy="376524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t">
            <a:normAutofit/>
          </a:bodyPr>
          <a:p>
            <a:pPr indent="0">
              <a:lnSpc>
                <a:spcPct val="115000"/>
              </a:lnSpc>
              <a:buNone/>
              <a:tabLst>
                <a:tab algn="l" pos="0"/>
              </a:tabLst>
            </a:pPr>
            <a:r>
              <a:rPr b="0" lang="el" sz="1600" spc="-1" strike="noStrike">
                <a:solidFill>
                  <a:schemeClr val="accent1"/>
                </a:solidFill>
                <a:latin typeface="Lato"/>
                <a:ea typeface="Lato"/>
              </a:rPr>
              <a:t>In short, Bubble-sort looks like this: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15000"/>
              </a:lnSpc>
              <a:spcBef>
                <a:spcPts val="1199"/>
              </a:spcBef>
              <a:buNone/>
              <a:tabLst>
                <a:tab algn="l" pos="0"/>
              </a:tabLst>
            </a:pPr>
            <a:r>
              <a:rPr b="0" lang="el" sz="1600" spc="-1" strike="noStrike">
                <a:solidFill>
                  <a:schemeClr val="accent1"/>
                </a:solidFill>
                <a:latin typeface="Consolas"/>
                <a:ea typeface="Consolas"/>
              </a:rPr>
              <a:t>swapped = True, j = 1</a:t>
            </a:r>
            <a:br>
              <a:rPr sz="1600"/>
            </a:br>
            <a:r>
              <a:rPr b="0" lang="el" sz="1600" spc="-1" strike="noStrike">
                <a:solidFill>
                  <a:schemeClr val="accent1"/>
                </a:solidFill>
                <a:latin typeface="Consolas"/>
                <a:ea typeface="Consolas"/>
              </a:rPr>
              <a:t>while swapped:</a:t>
            </a:r>
            <a:br>
              <a:rPr sz="1600"/>
            </a:br>
            <a:r>
              <a:rPr b="0" lang="el" sz="1600" spc="-1" strike="noStrike">
                <a:solidFill>
                  <a:schemeClr val="accent1"/>
                </a:solidFill>
                <a:latin typeface="Consolas"/>
                <a:ea typeface="Consolas"/>
              </a:rPr>
              <a:t>	</a:t>
            </a:r>
            <a:r>
              <a:rPr b="0" lang="el" sz="1600" spc="-1" strike="noStrike">
                <a:solidFill>
                  <a:schemeClr val="accent1"/>
                </a:solidFill>
                <a:latin typeface="Consolas"/>
                <a:ea typeface="Consolas"/>
              </a:rPr>
              <a:t>for i = 0,1,..., n - j:</a:t>
            </a:r>
            <a:br>
              <a:rPr sz="1600"/>
            </a:br>
            <a:r>
              <a:rPr b="0" lang="el" sz="1600" spc="-1" strike="noStrike">
                <a:solidFill>
                  <a:schemeClr val="accent1"/>
                </a:solidFill>
                <a:latin typeface="Consolas"/>
                <a:ea typeface="Consolas"/>
              </a:rPr>
              <a:t>	</a:t>
            </a:r>
            <a:r>
              <a:rPr b="0" lang="el" sz="1600" spc="-1" strike="noStrike">
                <a:solidFill>
                  <a:schemeClr val="accent1"/>
                </a:solidFill>
                <a:latin typeface="Consolas"/>
                <a:ea typeface="Consolas"/>
              </a:rPr>
              <a:t>	</a:t>
            </a:r>
            <a:r>
              <a:rPr b="0" lang="el" sz="1600" spc="-1" strike="noStrike">
                <a:solidFill>
                  <a:schemeClr val="accent1"/>
                </a:solidFill>
                <a:latin typeface="Consolas"/>
                <a:ea typeface="Consolas"/>
              </a:rPr>
              <a:t>if arr[i] &gt; arr[i + 1]:</a:t>
            </a:r>
            <a:br>
              <a:rPr sz="1600"/>
            </a:br>
            <a:r>
              <a:rPr b="0" lang="el" sz="1600" spc="-1" strike="noStrike">
                <a:solidFill>
                  <a:schemeClr val="accent1"/>
                </a:solidFill>
                <a:latin typeface="Consolas"/>
                <a:ea typeface="Consolas"/>
              </a:rPr>
              <a:t>	</a:t>
            </a:r>
            <a:r>
              <a:rPr b="0" lang="el" sz="1600" spc="-1" strike="noStrike">
                <a:solidFill>
                  <a:schemeClr val="accent1"/>
                </a:solidFill>
                <a:latin typeface="Consolas"/>
                <a:ea typeface="Consolas"/>
              </a:rPr>
              <a:t>	</a:t>
            </a:r>
            <a:r>
              <a:rPr b="0" lang="el" sz="1600" spc="-1" strike="noStrike">
                <a:solidFill>
                  <a:schemeClr val="accent1"/>
                </a:solidFill>
                <a:latin typeface="Consolas"/>
                <a:ea typeface="Consolas"/>
              </a:rPr>
              <a:t>	</a:t>
            </a:r>
            <a:r>
              <a:rPr b="0" lang="el" sz="1600" spc="-1" strike="noStrike">
                <a:solidFill>
                  <a:schemeClr val="accent1"/>
                </a:solidFill>
                <a:latin typeface="Consolas"/>
                <a:ea typeface="Consolas"/>
              </a:rPr>
              <a:t>swap arr[i] and arr[i + 1]</a:t>
            </a:r>
            <a:br>
              <a:rPr sz="1600"/>
            </a:br>
            <a:r>
              <a:rPr b="0" lang="el" sz="1600" spc="-1" strike="noStrike">
                <a:solidFill>
                  <a:schemeClr val="accent1"/>
                </a:solidFill>
                <a:latin typeface="Consolas"/>
                <a:ea typeface="Consolas"/>
              </a:rPr>
              <a:t>	</a:t>
            </a:r>
            <a:r>
              <a:rPr b="0" lang="el" sz="1600" spc="-1" strike="noStrike">
                <a:solidFill>
                  <a:schemeClr val="accent1"/>
                </a:solidFill>
                <a:latin typeface="Consolas"/>
                <a:ea typeface="Consolas"/>
              </a:rPr>
              <a:t>	</a:t>
            </a:r>
            <a:r>
              <a:rPr b="0" lang="el" sz="1600" spc="-1" strike="noStrike">
                <a:solidFill>
                  <a:schemeClr val="accent1"/>
                </a:solidFill>
                <a:latin typeface="Consolas"/>
                <a:ea typeface="Consolas"/>
              </a:rPr>
              <a:t>	</a:t>
            </a:r>
            <a:r>
              <a:rPr b="0" lang="el" sz="1600" spc="-1" strike="noStrike">
                <a:solidFill>
                  <a:schemeClr val="accent1"/>
                </a:solidFill>
                <a:latin typeface="Consolas"/>
                <a:ea typeface="Consolas"/>
              </a:rPr>
              <a:t>swapped = True</a:t>
            </a:r>
            <a:br>
              <a:rPr sz="1600"/>
            </a:br>
            <a:r>
              <a:rPr b="0" lang="el" sz="1600" spc="-1" strike="noStrike">
                <a:solidFill>
                  <a:schemeClr val="accent1"/>
                </a:solidFill>
                <a:latin typeface="Consolas"/>
                <a:ea typeface="Consolas"/>
              </a:rPr>
              <a:t>	</a:t>
            </a:r>
            <a:r>
              <a:rPr b="0" lang="el" sz="1600" spc="-1" strike="noStrike">
                <a:solidFill>
                  <a:schemeClr val="accent1"/>
                </a:solidFill>
                <a:latin typeface="Consolas"/>
                <a:ea typeface="Consolas"/>
              </a:rPr>
              <a:t>j++;</a:t>
            </a:r>
            <a:br>
              <a:rPr sz="1600"/>
            </a:br>
            <a:r>
              <a:rPr b="0" lang="el" sz="1600" spc="-1" strike="noStrike">
                <a:solidFill>
                  <a:schemeClr val="accent1"/>
                </a:solidFill>
                <a:latin typeface="Lato"/>
                <a:ea typeface="Lato"/>
              </a:rPr>
              <a:t>arr has been sorted!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15000"/>
              </a:lnSpc>
              <a:spcBef>
                <a:spcPts val="1199"/>
              </a:spcBef>
              <a:spcAft>
                <a:spcPts val="1199"/>
              </a:spcAft>
              <a:buNone/>
              <a:tabLst>
                <a:tab algn="l" pos="0"/>
              </a:tabLst>
            </a:pPr>
            <a:r>
              <a:rPr b="0" lang="el" sz="1600" spc="-1" strike="noStrike">
                <a:solidFill>
                  <a:schemeClr val="accent1"/>
                </a:solidFill>
                <a:latin typeface="Lato"/>
                <a:ea typeface="Lato"/>
              </a:rPr>
              <a:t>What about (worst-case) complexity?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22" name="PlaceHolder 3"/>
          <p:cNvSpPr>
            <a:spLocks noGrp="1"/>
          </p:cNvSpPr>
          <p:nvPr>
            <p:ph type="sldNum" idx="27"/>
          </p:nvPr>
        </p:nvSpPr>
        <p:spPr>
          <a:xfrm>
            <a:off x="8536320" y="4749840"/>
            <a:ext cx="548280" cy="39312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ctr">
            <a:norm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l" sz="1000" spc="-1" strike="noStrike">
                <a:solidFill>
                  <a:schemeClr val="accent1"/>
                </a:solidFill>
                <a:latin typeface="Lato"/>
                <a:ea typeface="Lato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38F676B8-5E35-4028-A972-933B465B1C5F}" type="slidenum">
              <a:rPr b="0" lang="el" sz="1000" spc="-1" strike="noStrike">
                <a:solidFill>
                  <a:schemeClr val="accent1"/>
                </a:solidFill>
                <a:latin typeface="Lato"/>
                <a:ea typeface="Lato"/>
              </a:rPr>
              <a:t>23</a:t>
            </a:fld>
            <a:endParaRPr b="0" lang="en-US" sz="10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191" dur="indefinite" restart="never" nodeType="tmRoot">
          <p:childTnLst>
            <p:seq>
              <p:cTn id="192" dur="indefinite" nodeType="mainSeq">
                <p:childTnLst>
                  <p:par>
                    <p:cTn id="193" fill="hold">
                      <p:stCondLst>
                        <p:cond delay="indefinite"/>
                      </p:stCondLst>
                      <p:childTnLst>
                        <p:par>
                          <p:cTn id="194" fill="hold">
                            <p:stCondLst>
                              <p:cond delay="0"/>
                            </p:stCondLst>
                            <p:childTnLst>
                              <p:par>
                                <p:cTn id="195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7" fill="hold">
                      <p:stCondLst>
                        <p:cond delay="indefinite"/>
                      </p:stCondLst>
                      <p:childTnLst>
                        <p:par>
                          <p:cTn id="198" fill="hold">
                            <p:stCondLst>
                              <p:cond delay="0"/>
                            </p:stCondLst>
                            <p:childTnLst>
                              <p:par>
                                <p:cTn id="199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1" fill="hold">
                      <p:stCondLst>
                        <p:cond delay="indefinite"/>
                      </p:stCondLst>
                      <p:childTnLst>
                        <p:par>
                          <p:cTn id="202" fill="hold">
                            <p:stCondLst>
                              <p:cond delay="0"/>
                            </p:stCondLst>
                            <p:childTnLst>
                              <p:par>
                                <p:cTn id="203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5" fill="hold">
                      <p:stCondLst>
                        <p:cond delay="indefinite"/>
                      </p:stCondLst>
                      <p:childTnLst>
                        <p:par>
                          <p:cTn id="206" fill="hold">
                            <p:stCondLst>
                              <p:cond delay="0"/>
                            </p:stCondLst>
                            <p:childTnLst>
                              <p:par>
                                <p:cTn id="207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9" fill="hold">
                      <p:stCondLst>
                        <p:cond delay="indefinite"/>
                      </p:stCondLst>
                      <p:childTnLst>
                        <p:par>
                          <p:cTn id="210" fill="hold">
                            <p:stCondLst>
                              <p:cond delay="0"/>
                            </p:stCondLst>
                            <p:childTnLst>
                              <p:par>
                                <p:cTn id="211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3" fill="hold">
                      <p:stCondLst>
                        <p:cond delay="indefinite"/>
                      </p:stCondLst>
                      <p:childTnLst>
                        <p:par>
                          <p:cTn id="214" fill="hold">
                            <p:stCondLst>
                              <p:cond delay="0"/>
                            </p:stCondLst>
                            <p:childTnLst>
                              <p:par>
                                <p:cTn id="215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3" name="PlaceHolder 1"/>
          <p:cNvSpPr>
            <a:spLocks noGrp="1"/>
          </p:cNvSpPr>
          <p:nvPr>
            <p:ph type="title"/>
          </p:nvPr>
        </p:nvSpPr>
        <p:spPr>
          <a:xfrm>
            <a:off x="729360" y="572040"/>
            <a:ext cx="7688520" cy="53496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t">
            <a:normAutofit fontScale="88000"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l" sz="2600" spc="-1" strike="noStrike">
                <a:solidFill>
                  <a:schemeClr val="dk2"/>
                </a:solidFill>
                <a:latin typeface="Lato"/>
                <a:ea typeface="Lato"/>
              </a:rPr>
              <a:t>Bubbles and Complexity</a:t>
            </a:r>
            <a:endParaRPr b="0" lang="en-US" sz="2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24" name="PlaceHolder 2"/>
          <p:cNvSpPr>
            <a:spLocks noGrp="1"/>
          </p:cNvSpPr>
          <p:nvPr>
            <p:ph/>
          </p:nvPr>
        </p:nvSpPr>
        <p:spPr>
          <a:xfrm>
            <a:off x="729360" y="1378080"/>
            <a:ext cx="7688520" cy="376524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t">
            <a:normAutofit/>
          </a:bodyPr>
          <a:p>
            <a:pPr indent="0">
              <a:lnSpc>
                <a:spcPct val="115000"/>
              </a:lnSpc>
              <a:buNone/>
              <a:tabLst>
                <a:tab algn="l" pos="0"/>
              </a:tabLst>
            </a:pPr>
            <a:r>
              <a:rPr b="0" lang="el" sz="1600" spc="-1" strike="noStrike">
                <a:solidFill>
                  <a:schemeClr val="accent1"/>
                </a:solidFill>
                <a:latin typeface="Lato"/>
                <a:ea typeface="Lato"/>
              </a:rPr>
              <a:t>In short, Bubble-sort looks like this: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15000"/>
              </a:lnSpc>
              <a:spcBef>
                <a:spcPts val="1199"/>
              </a:spcBef>
              <a:buNone/>
              <a:tabLst>
                <a:tab algn="l" pos="0"/>
              </a:tabLst>
            </a:pPr>
            <a:r>
              <a:rPr b="0" lang="el" sz="1600" spc="-1" strike="noStrike">
                <a:solidFill>
                  <a:schemeClr val="accent1"/>
                </a:solidFill>
                <a:latin typeface="Consolas"/>
                <a:ea typeface="Consolas"/>
              </a:rPr>
              <a:t>swapped = True, j = 1</a:t>
            </a:r>
            <a:br>
              <a:rPr sz="1600"/>
            </a:br>
            <a:r>
              <a:rPr b="0" lang="el" sz="1600" spc="-1" strike="noStrike">
                <a:solidFill>
                  <a:schemeClr val="accent3"/>
                </a:solidFill>
                <a:latin typeface="Consolas"/>
                <a:ea typeface="Consolas"/>
              </a:rPr>
              <a:t>while swapped: ← This will be executed at most </a:t>
            </a:r>
            <a:r>
              <a:rPr b="1" lang="el" sz="1600" spc="-1" strike="noStrike">
                <a:solidFill>
                  <a:schemeClr val="accent3"/>
                </a:solidFill>
                <a:latin typeface="Consolas"/>
                <a:ea typeface="Consolas"/>
              </a:rPr>
              <a:t>n-1</a:t>
            </a:r>
            <a:r>
              <a:rPr b="0" lang="el" sz="1600" spc="-1" strike="noStrike">
                <a:solidFill>
                  <a:schemeClr val="accent3"/>
                </a:solidFill>
                <a:latin typeface="Consolas"/>
                <a:ea typeface="Consolas"/>
              </a:rPr>
              <a:t> times</a:t>
            </a:r>
            <a:br>
              <a:rPr sz="1600"/>
            </a:br>
            <a:r>
              <a:rPr b="0" lang="el" sz="1600" spc="-1" strike="noStrike">
                <a:solidFill>
                  <a:schemeClr val="accent1"/>
                </a:solidFill>
                <a:latin typeface="Consolas"/>
                <a:ea typeface="Consolas"/>
              </a:rPr>
              <a:t>	</a:t>
            </a:r>
            <a:r>
              <a:rPr b="0" lang="el" sz="1600" spc="-1" strike="noStrike">
                <a:solidFill>
                  <a:schemeClr val="dk1"/>
                </a:solidFill>
                <a:latin typeface="Consolas"/>
                <a:ea typeface="Consolas"/>
              </a:rPr>
              <a:t>for i = 0,1,..., n - j: ← This is roughly </a:t>
            </a:r>
            <a:r>
              <a:rPr b="1" lang="el" sz="1600" spc="-1" strike="noStrike">
                <a:solidFill>
                  <a:schemeClr val="dk1"/>
                </a:solidFill>
                <a:latin typeface="Consolas"/>
                <a:ea typeface="Consolas"/>
              </a:rPr>
              <a:t>n</a:t>
            </a:r>
            <a:r>
              <a:rPr b="0" lang="el" sz="1600" spc="-1" strike="noStrike">
                <a:solidFill>
                  <a:schemeClr val="dk1"/>
                </a:solidFill>
                <a:latin typeface="Consolas"/>
                <a:ea typeface="Consolas"/>
              </a:rPr>
              <a:t> iterations</a:t>
            </a:r>
            <a:br>
              <a:rPr sz="1600"/>
            </a:br>
            <a:r>
              <a:rPr b="0" lang="el" sz="1600" spc="-1" strike="noStrike">
                <a:solidFill>
                  <a:schemeClr val="accent1"/>
                </a:solidFill>
                <a:latin typeface="Consolas"/>
                <a:ea typeface="Consolas"/>
              </a:rPr>
              <a:t>	</a:t>
            </a:r>
            <a:r>
              <a:rPr b="0" lang="el" sz="1600" spc="-1" strike="noStrike">
                <a:solidFill>
                  <a:schemeClr val="accent1"/>
                </a:solidFill>
                <a:latin typeface="Consolas"/>
                <a:ea typeface="Consolas"/>
              </a:rPr>
              <a:t>	</a:t>
            </a:r>
            <a:r>
              <a:rPr b="0" lang="el" sz="1600" spc="-1" strike="noStrike">
                <a:solidFill>
                  <a:schemeClr val="accent1"/>
                </a:solidFill>
                <a:latin typeface="Consolas"/>
                <a:ea typeface="Consolas"/>
              </a:rPr>
              <a:t>if arr[i] &gt; arr[i + 1]:</a:t>
            </a:r>
            <a:br>
              <a:rPr sz="1600"/>
            </a:br>
            <a:r>
              <a:rPr b="0" lang="el" sz="1600" spc="-1" strike="noStrike">
                <a:solidFill>
                  <a:schemeClr val="accent1"/>
                </a:solidFill>
                <a:latin typeface="Consolas"/>
                <a:ea typeface="Consolas"/>
              </a:rPr>
              <a:t>	</a:t>
            </a:r>
            <a:r>
              <a:rPr b="0" lang="el" sz="1600" spc="-1" strike="noStrike">
                <a:solidFill>
                  <a:schemeClr val="accent1"/>
                </a:solidFill>
                <a:latin typeface="Consolas"/>
                <a:ea typeface="Consolas"/>
              </a:rPr>
              <a:t>	</a:t>
            </a:r>
            <a:r>
              <a:rPr b="0" lang="el" sz="1600" spc="-1" strike="noStrike">
                <a:solidFill>
                  <a:schemeClr val="accent1"/>
                </a:solidFill>
                <a:latin typeface="Consolas"/>
                <a:ea typeface="Consolas"/>
              </a:rPr>
              <a:t>	</a:t>
            </a:r>
            <a:r>
              <a:rPr b="0" lang="el" sz="1600" spc="-1" strike="noStrike">
                <a:solidFill>
                  <a:schemeClr val="accent1"/>
                </a:solidFill>
                <a:latin typeface="Consolas"/>
                <a:ea typeface="Consolas"/>
              </a:rPr>
              <a:t>swap arr[i] and arr[i + 1]</a:t>
            </a:r>
            <a:br>
              <a:rPr sz="1600"/>
            </a:br>
            <a:r>
              <a:rPr b="0" lang="el" sz="1600" spc="-1" strike="noStrike">
                <a:solidFill>
                  <a:schemeClr val="accent1"/>
                </a:solidFill>
                <a:latin typeface="Consolas"/>
                <a:ea typeface="Consolas"/>
              </a:rPr>
              <a:t>	</a:t>
            </a:r>
            <a:r>
              <a:rPr b="0" lang="el" sz="1600" spc="-1" strike="noStrike">
                <a:solidFill>
                  <a:schemeClr val="accent1"/>
                </a:solidFill>
                <a:latin typeface="Consolas"/>
                <a:ea typeface="Consolas"/>
              </a:rPr>
              <a:t>	</a:t>
            </a:r>
            <a:r>
              <a:rPr b="0" lang="el" sz="1600" spc="-1" strike="noStrike">
                <a:solidFill>
                  <a:schemeClr val="accent1"/>
                </a:solidFill>
                <a:latin typeface="Consolas"/>
                <a:ea typeface="Consolas"/>
              </a:rPr>
              <a:t>	</a:t>
            </a:r>
            <a:r>
              <a:rPr b="0" lang="el" sz="1600" spc="-1" strike="noStrike">
                <a:solidFill>
                  <a:schemeClr val="accent1"/>
                </a:solidFill>
                <a:latin typeface="Consolas"/>
                <a:ea typeface="Consolas"/>
              </a:rPr>
              <a:t>swapped = True</a:t>
            </a:r>
            <a:br>
              <a:rPr sz="1600"/>
            </a:br>
            <a:r>
              <a:rPr b="0" lang="el" sz="1600" spc="-1" strike="noStrike">
                <a:solidFill>
                  <a:schemeClr val="accent1"/>
                </a:solidFill>
                <a:latin typeface="Consolas"/>
                <a:ea typeface="Consolas"/>
              </a:rPr>
              <a:t>	</a:t>
            </a:r>
            <a:r>
              <a:rPr b="0" lang="el" sz="1600" spc="-1" strike="noStrike">
                <a:solidFill>
                  <a:schemeClr val="accent1"/>
                </a:solidFill>
                <a:latin typeface="Consolas"/>
                <a:ea typeface="Consolas"/>
              </a:rPr>
              <a:t>j++;</a:t>
            </a:r>
            <a:br>
              <a:rPr sz="1600"/>
            </a:br>
            <a:r>
              <a:rPr b="0" lang="el" sz="1600" spc="-1" strike="noStrike">
                <a:solidFill>
                  <a:schemeClr val="accent1"/>
                </a:solidFill>
                <a:latin typeface="Lato"/>
                <a:ea typeface="Lato"/>
              </a:rPr>
              <a:t>arr has been sorted!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15000"/>
              </a:lnSpc>
              <a:spcBef>
                <a:spcPts val="1199"/>
              </a:spcBef>
              <a:spcAft>
                <a:spcPts val="1199"/>
              </a:spcAft>
              <a:buNone/>
              <a:tabLst>
                <a:tab algn="l" pos="0"/>
              </a:tabLst>
            </a:pPr>
            <a:r>
              <a:rPr b="1" lang="el" sz="1600" spc="-1" strike="noStrike">
                <a:solidFill>
                  <a:schemeClr val="accent1"/>
                </a:solidFill>
                <a:latin typeface="Lato"/>
                <a:ea typeface="Lato"/>
              </a:rPr>
              <a:t>Worst case complexity:</a:t>
            </a:r>
            <a:r>
              <a:rPr b="0" lang="el" sz="1600" spc="-1" strike="noStrike">
                <a:solidFill>
                  <a:schemeClr val="accent1"/>
                </a:solidFill>
                <a:latin typeface="Lato"/>
                <a:ea typeface="Lato"/>
              </a:rPr>
              <a:t> O(n x (n-1)) = O(n^2)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25" name="PlaceHolder 3"/>
          <p:cNvSpPr>
            <a:spLocks noGrp="1"/>
          </p:cNvSpPr>
          <p:nvPr>
            <p:ph type="sldNum" idx="28"/>
          </p:nvPr>
        </p:nvSpPr>
        <p:spPr>
          <a:xfrm>
            <a:off x="8536320" y="4749840"/>
            <a:ext cx="548280" cy="39312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ctr">
            <a:norm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l" sz="1000" spc="-1" strike="noStrike">
                <a:solidFill>
                  <a:schemeClr val="accent1"/>
                </a:solidFill>
                <a:latin typeface="Lato"/>
                <a:ea typeface="Lato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606BC155-6767-471B-8738-AA9148EEBA39}" type="slidenum">
              <a:rPr b="0" lang="el" sz="1000" spc="-1" strike="noStrike">
                <a:solidFill>
                  <a:schemeClr val="accent1"/>
                </a:solidFill>
                <a:latin typeface="Lato"/>
                <a:ea typeface="Lato"/>
              </a:rPr>
              <a:t>24</a:t>
            </a:fld>
            <a:endParaRPr b="0" lang="en-US" sz="1000" spc="-1" strike="noStrike">
              <a:solidFill>
                <a:srgbClr val="000000"/>
              </a:solidFill>
              <a:latin typeface="Times New Roman"/>
            </a:endParaRPr>
          </a:p>
        </p:txBody>
      </p:sp>
      <p:grpSp>
        <p:nvGrpSpPr>
          <p:cNvPr id="626" name="Google Shape;615;p39"/>
          <p:cNvGrpSpPr/>
          <p:nvPr/>
        </p:nvGrpSpPr>
        <p:grpSpPr>
          <a:xfrm>
            <a:off x="5418000" y="2889720"/>
            <a:ext cx="213480" cy="538200"/>
            <a:chOff x="5418000" y="2889720"/>
            <a:chExt cx="213480" cy="538200"/>
          </a:xfrm>
        </p:grpSpPr>
        <p:cxnSp>
          <p:nvCxnSpPr>
            <p:cNvPr id="627" name="Google Shape;616;p39"/>
            <p:cNvCxnSpPr/>
            <p:nvPr/>
          </p:nvCxnSpPr>
          <p:spPr>
            <a:xfrm>
              <a:off x="5418000" y="2907360"/>
              <a:ext cx="213840" cy="360"/>
            </a:xfrm>
            <a:prstGeom prst="straightConnector1">
              <a:avLst/>
            </a:prstGeom>
            <a:ln w="38100">
              <a:solidFill>
                <a:srgbClr val="1a9988"/>
              </a:solidFill>
              <a:round/>
            </a:ln>
          </p:spPr>
        </p:cxnSp>
        <p:cxnSp>
          <p:nvCxnSpPr>
            <p:cNvPr id="628" name="Google Shape;617;p39"/>
            <p:cNvCxnSpPr/>
            <p:nvPr/>
          </p:nvCxnSpPr>
          <p:spPr>
            <a:xfrm>
              <a:off x="5418000" y="3410640"/>
              <a:ext cx="213840" cy="360"/>
            </a:xfrm>
            <a:prstGeom prst="straightConnector1">
              <a:avLst/>
            </a:prstGeom>
            <a:ln w="38100">
              <a:solidFill>
                <a:srgbClr val="1a9988"/>
              </a:solidFill>
              <a:round/>
            </a:ln>
          </p:spPr>
        </p:cxnSp>
        <p:cxnSp>
          <p:nvCxnSpPr>
            <p:cNvPr id="629" name="Google Shape;618;p39"/>
            <p:cNvCxnSpPr/>
            <p:nvPr/>
          </p:nvCxnSpPr>
          <p:spPr>
            <a:xfrm>
              <a:off x="5623200" y="2889720"/>
              <a:ext cx="3600" cy="538560"/>
            </a:xfrm>
            <a:prstGeom prst="straightConnector1">
              <a:avLst/>
            </a:prstGeom>
            <a:ln w="38100">
              <a:solidFill>
                <a:srgbClr val="1a9988"/>
              </a:solidFill>
              <a:round/>
            </a:ln>
          </p:spPr>
        </p:cxnSp>
      </p:grpSp>
      <p:sp>
        <p:nvSpPr>
          <p:cNvPr id="630" name="Google Shape;619;p39"/>
          <p:cNvSpPr/>
          <p:nvPr/>
        </p:nvSpPr>
        <p:spPr>
          <a:xfrm>
            <a:off x="5631840" y="2889720"/>
            <a:ext cx="1808280" cy="537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t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l" sz="1300" spc="-1" strike="noStrike">
                <a:solidFill>
                  <a:schemeClr val="dk1"/>
                </a:solidFill>
                <a:latin typeface="Lato"/>
                <a:ea typeface="Lato"/>
              </a:rPr>
              <a:t>Elementary</a:t>
            </a:r>
            <a:br>
              <a:rPr sz="1300"/>
            </a:br>
            <a:r>
              <a:rPr b="1" lang="el" sz="1300" spc="-1" strike="noStrike">
                <a:solidFill>
                  <a:schemeClr val="dk1"/>
                </a:solidFill>
                <a:latin typeface="Lato"/>
                <a:ea typeface="Lato"/>
              </a:rPr>
              <a:t>Operation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217" dur="indefinite" restart="never" nodeType="tmRoot">
          <p:childTnLst>
            <p:seq>
              <p:cTn id="218" dur="indefinite" nodeType="mainSeq">
                <p:childTnLst>
                  <p:par>
                    <p:cTn id="219" fill="hold">
                      <p:stCondLst>
                        <p:cond delay="indefinite"/>
                      </p:stCondLst>
                      <p:childTnLst>
                        <p:par>
                          <p:cTn id="220" fill="hold">
                            <p:stCondLst>
                              <p:cond delay="0"/>
                            </p:stCondLst>
                            <p:childTnLst>
                              <p:par>
                                <p:cTn id="221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3" fill="hold">
                      <p:stCondLst>
                        <p:cond delay="indefinite"/>
                      </p:stCondLst>
                      <p:childTnLst>
                        <p:par>
                          <p:cTn id="224" fill="hold">
                            <p:stCondLst>
                              <p:cond delay="0"/>
                            </p:stCondLst>
                            <p:childTnLst>
                              <p:par>
                                <p:cTn id="225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7" fill="hold">
                      <p:stCondLst>
                        <p:cond delay="indefinite"/>
                      </p:stCondLst>
                      <p:childTnLst>
                        <p:par>
                          <p:cTn id="228" fill="hold">
                            <p:stCondLst>
                              <p:cond delay="0"/>
                            </p:stCondLst>
                            <p:childTnLst>
                              <p:par>
                                <p:cTn id="229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1" name="PlaceHolder 1"/>
          <p:cNvSpPr>
            <a:spLocks noGrp="1"/>
          </p:cNvSpPr>
          <p:nvPr>
            <p:ph type="title"/>
          </p:nvPr>
        </p:nvSpPr>
        <p:spPr>
          <a:xfrm>
            <a:off x="729360" y="572040"/>
            <a:ext cx="7688520" cy="53496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t">
            <a:normAutofit fontScale="88000"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l" sz="2600" spc="-1" strike="noStrike">
                <a:solidFill>
                  <a:schemeClr val="dk2"/>
                </a:solidFill>
                <a:latin typeface="Lato"/>
                <a:ea typeface="Lato"/>
              </a:rPr>
              <a:t>Merging and Complexity</a:t>
            </a:r>
            <a:endParaRPr b="0" lang="en-US" sz="2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32" name="PlaceHolder 2"/>
          <p:cNvSpPr>
            <a:spLocks noGrp="1"/>
          </p:cNvSpPr>
          <p:nvPr>
            <p:ph/>
          </p:nvPr>
        </p:nvSpPr>
        <p:spPr>
          <a:xfrm>
            <a:off x="729360" y="1378080"/>
            <a:ext cx="7688520" cy="376524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t">
            <a:normAutofit/>
          </a:bodyPr>
          <a:p>
            <a:pPr indent="0">
              <a:lnSpc>
                <a:spcPct val="115000"/>
              </a:lnSpc>
              <a:buNone/>
              <a:tabLst>
                <a:tab algn="l" pos="0"/>
              </a:tabLst>
            </a:pPr>
            <a:r>
              <a:rPr b="0" lang="el" sz="1600" spc="-1" strike="noStrike">
                <a:solidFill>
                  <a:schemeClr val="accent1"/>
                </a:solidFill>
                <a:latin typeface="Lato"/>
                <a:ea typeface="Lato"/>
              </a:rPr>
              <a:t>In short, Merge-sort looks like this: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15000"/>
              </a:lnSpc>
              <a:spcBef>
                <a:spcPts val="1199"/>
              </a:spcBef>
              <a:buNone/>
              <a:tabLst>
                <a:tab algn="l" pos="0"/>
              </a:tabLst>
            </a:pPr>
            <a:r>
              <a:rPr b="0" lang="el" sz="1600" spc="-1" strike="noStrike">
                <a:solidFill>
                  <a:schemeClr val="accent1"/>
                </a:solidFill>
                <a:latin typeface="Consolas"/>
                <a:ea typeface="Consolas"/>
              </a:rPr>
              <a:t>n = len(arr)</a:t>
            </a:r>
            <a:br>
              <a:rPr sz="1600"/>
            </a:br>
            <a:r>
              <a:rPr b="0" lang="el" sz="1600" spc="-1" strike="noStrike">
                <a:solidFill>
                  <a:schemeClr val="accent1"/>
                </a:solidFill>
                <a:latin typeface="Consolas"/>
                <a:ea typeface="Consolas"/>
              </a:rPr>
              <a:t>for i = 0, 1, …, log(len(arr)):</a:t>
            </a:r>
            <a:br>
              <a:rPr sz="1600"/>
            </a:br>
            <a:r>
              <a:rPr b="0" lang="el" sz="1600" spc="-1" strike="noStrike">
                <a:solidFill>
                  <a:schemeClr val="accent1"/>
                </a:solidFill>
                <a:latin typeface="Consolas"/>
                <a:ea typeface="Consolas"/>
              </a:rPr>
              <a:t>	</a:t>
            </a:r>
            <a:r>
              <a:rPr b="0" lang="el" sz="1600" spc="-1" strike="noStrike">
                <a:solidFill>
                  <a:schemeClr val="accent1"/>
                </a:solidFill>
                <a:latin typeface="Consolas"/>
                <a:ea typeface="Consolas"/>
              </a:rPr>
              <a:t>for j = 0, 1, …, n:</a:t>
            </a:r>
            <a:br>
              <a:rPr sz="1600"/>
            </a:br>
            <a:r>
              <a:rPr b="0" lang="el" sz="1600" spc="-1" strike="noStrike">
                <a:solidFill>
                  <a:schemeClr val="accent1"/>
                </a:solidFill>
                <a:latin typeface="Consolas"/>
                <a:ea typeface="Consolas"/>
              </a:rPr>
              <a:t>	</a:t>
            </a:r>
            <a:r>
              <a:rPr b="0" lang="el" sz="1600" spc="-1" strike="noStrike">
                <a:solidFill>
                  <a:schemeClr val="accent1"/>
                </a:solidFill>
                <a:latin typeface="Consolas"/>
                <a:ea typeface="Consolas"/>
              </a:rPr>
              <a:t>	</a:t>
            </a:r>
            <a:r>
              <a:rPr b="0" lang="el" sz="1600" spc="-1" strike="noStrike">
                <a:solidFill>
                  <a:schemeClr val="accent1"/>
                </a:solidFill>
                <a:latin typeface="Consolas"/>
                <a:ea typeface="Consolas"/>
              </a:rPr>
              <a:t>left = arr[j : j+2^i]</a:t>
            </a:r>
            <a:br>
              <a:rPr sz="1600"/>
            </a:br>
            <a:r>
              <a:rPr b="0" lang="el" sz="1600" spc="-1" strike="noStrike">
                <a:solidFill>
                  <a:schemeClr val="accent1"/>
                </a:solidFill>
                <a:latin typeface="Consolas"/>
                <a:ea typeface="Consolas"/>
              </a:rPr>
              <a:t>	</a:t>
            </a:r>
            <a:r>
              <a:rPr b="0" lang="el" sz="1600" spc="-1" strike="noStrike">
                <a:solidFill>
                  <a:schemeClr val="accent1"/>
                </a:solidFill>
                <a:latin typeface="Consolas"/>
                <a:ea typeface="Consolas"/>
              </a:rPr>
              <a:t>	</a:t>
            </a:r>
            <a:r>
              <a:rPr b="0" lang="el" sz="1600" spc="-1" strike="noStrike">
                <a:solidFill>
                  <a:schemeClr val="accent1"/>
                </a:solidFill>
                <a:latin typeface="Consolas"/>
                <a:ea typeface="Consolas"/>
              </a:rPr>
              <a:t>right = arr[j+2^i : j+2^(i+1)]</a:t>
            </a:r>
            <a:br>
              <a:rPr sz="1600"/>
            </a:br>
            <a:r>
              <a:rPr b="0" lang="el" sz="1600" spc="-1" strike="noStrike">
                <a:solidFill>
                  <a:schemeClr val="accent1"/>
                </a:solidFill>
                <a:latin typeface="Consolas"/>
                <a:ea typeface="Consolas"/>
              </a:rPr>
              <a:t>	</a:t>
            </a:r>
            <a:r>
              <a:rPr b="0" lang="el" sz="1600" spc="-1" strike="noStrike">
                <a:solidFill>
                  <a:schemeClr val="accent1"/>
                </a:solidFill>
                <a:latin typeface="Consolas"/>
                <a:ea typeface="Consolas"/>
              </a:rPr>
              <a:t>	</a:t>
            </a:r>
            <a:r>
              <a:rPr b="0" lang="el" sz="1600" spc="-1" strike="noStrike">
                <a:solidFill>
                  <a:schemeClr val="accent1"/>
                </a:solidFill>
                <a:latin typeface="Consolas"/>
                <a:ea typeface="Consolas"/>
              </a:rPr>
              <a:t>merge(left, right)</a:t>
            </a:r>
            <a:br>
              <a:rPr sz="1600"/>
            </a:br>
            <a:r>
              <a:rPr b="0" lang="el" sz="1600" spc="-1" strike="noStrike">
                <a:solidFill>
                  <a:schemeClr val="accent1"/>
                </a:solidFill>
                <a:latin typeface="Consolas"/>
                <a:ea typeface="Consolas"/>
              </a:rPr>
              <a:t>	</a:t>
            </a:r>
            <a:r>
              <a:rPr b="0" lang="el" sz="1600" spc="-1" strike="noStrike">
                <a:solidFill>
                  <a:schemeClr val="accent1"/>
                </a:solidFill>
                <a:latin typeface="Consolas"/>
                <a:ea typeface="Consolas"/>
              </a:rPr>
              <a:t>n = n / 2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15000"/>
              </a:lnSpc>
              <a:spcBef>
                <a:spcPts val="1199"/>
              </a:spcBef>
              <a:buNone/>
              <a:tabLst>
                <a:tab algn="l" pos="0"/>
              </a:tabLst>
            </a:pPr>
            <a:r>
              <a:rPr b="0" lang="el" sz="1600" spc="-1" strike="noStrike">
                <a:solidFill>
                  <a:schemeClr val="accent1"/>
                </a:solidFill>
                <a:latin typeface="Lato"/>
                <a:ea typeface="Lato"/>
              </a:rPr>
              <a:t>arr has been sorted!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15000"/>
              </a:lnSpc>
              <a:spcBef>
                <a:spcPts val="1199"/>
              </a:spcBef>
              <a:spcAft>
                <a:spcPts val="1199"/>
              </a:spcAft>
              <a:buNone/>
              <a:tabLst>
                <a:tab algn="l" pos="0"/>
              </a:tabLst>
            </a:pPr>
            <a:r>
              <a:rPr b="0" lang="el" sz="1600" spc="-1" strike="noStrike">
                <a:solidFill>
                  <a:schemeClr val="accent1"/>
                </a:solidFill>
                <a:latin typeface="Lato"/>
                <a:ea typeface="Lato"/>
              </a:rPr>
              <a:t>What about (worst-case) complexity?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33" name="PlaceHolder 3"/>
          <p:cNvSpPr>
            <a:spLocks noGrp="1"/>
          </p:cNvSpPr>
          <p:nvPr>
            <p:ph type="sldNum" idx="29"/>
          </p:nvPr>
        </p:nvSpPr>
        <p:spPr>
          <a:xfrm>
            <a:off x="8536320" y="4749840"/>
            <a:ext cx="548280" cy="39312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ctr">
            <a:norm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l" sz="1000" spc="-1" strike="noStrike">
                <a:solidFill>
                  <a:schemeClr val="accent1"/>
                </a:solidFill>
                <a:latin typeface="Lato"/>
                <a:ea typeface="Lato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E2C20B46-4F7D-430E-8370-051B705B6D5D}" type="slidenum">
              <a:rPr b="0" lang="el" sz="1000" spc="-1" strike="noStrike">
                <a:solidFill>
                  <a:schemeClr val="accent1"/>
                </a:solidFill>
                <a:latin typeface="Lato"/>
                <a:ea typeface="Lato"/>
              </a:rPr>
              <a:t>25</a:t>
            </a:fld>
            <a:endParaRPr b="0" lang="en-US" sz="10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231" dur="indefinite" restart="never" nodeType="tmRoot">
          <p:childTnLst>
            <p:seq>
              <p:cTn id="232" dur="indefinite" nodeType="mainSeq">
                <p:childTnLst>
                  <p:par>
                    <p:cTn id="233" fill="hold">
                      <p:stCondLst>
                        <p:cond delay="indefinite"/>
                      </p:stCondLst>
                      <p:childTnLst>
                        <p:par>
                          <p:cTn id="234" fill="hold">
                            <p:stCondLst>
                              <p:cond delay="0"/>
                            </p:stCondLst>
                            <p:childTnLst>
                              <p:par>
                                <p:cTn id="235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7" fill="hold">
                      <p:stCondLst>
                        <p:cond delay="indefinite"/>
                      </p:stCondLst>
                      <p:childTnLst>
                        <p:par>
                          <p:cTn id="238" fill="hold">
                            <p:stCondLst>
                              <p:cond delay="0"/>
                            </p:stCondLst>
                            <p:childTnLst>
                              <p:par>
                                <p:cTn id="239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1" fill="hold">
                      <p:stCondLst>
                        <p:cond delay="indefinite"/>
                      </p:stCondLst>
                      <p:childTnLst>
                        <p:par>
                          <p:cTn id="242" fill="hold">
                            <p:stCondLst>
                              <p:cond delay="0"/>
                            </p:stCondLst>
                            <p:childTnLst>
                              <p:par>
                                <p:cTn id="243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5" fill="hold">
                      <p:stCondLst>
                        <p:cond delay="indefinite"/>
                      </p:stCondLst>
                      <p:childTnLst>
                        <p:par>
                          <p:cTn id="246" fill="hold">
                            <p:stCondLst>
                              <p:cond delay="0"/>
                            </p:stCondLst>
                            <p:childTnLst>
                              <p:par>
                                <p:cTn id="247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" name="PlaceHolder 1"/>
          <p:cNvSpPr>
            <a:spLocks noGrp="1"/>
          </p:cNvSpPr>
          <p:nvPr>
            <p:ph type="title"/>
          </p:nvPr>
        </p:nvSpPr>
        <p:spPr>
          <a:xfrm>
            <a:off x="729360" y="572040"/>
            <a:ext cx="7688520" cy="53496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t">
            <a:normAutofit fontScale="88000"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l" sz="2600" spc="-1" strike="noStrike">
                <a:solidFill>
                  <a:schemeClr val="dk2"/>
                </a:solidFill>
                <a:latin typeface="Lato"/>
                <a:ea typeface="Lato"/>
              </a:rPr>
              <a:t>Merging and Complexity</a:t>
            </a:r>
            <a:endParaRPr b="0" lang="en-US" sz="2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35" name="PlaceHolder 2"/>
          <p:cNvSpPr>
            <a:spLocks noGrp="1"/>
          </p:cNvSpPr>
          <p:nvPr>
            <p:ph/>
          </p:nvPr>
        </p:nvSpPr>
        <p:spPr>
          <a:xfrm>
            <a:off x="729360" y="1378080"/>
            <a:ext cx="7688520" cy="376524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t">
            <a:normAutofit fontScale="96000"/>
          </a:bodyPr>
          <a:p>
            <a:pPr indent="0">
              <a:lnSpc>
                <a:spcPct val="115000"/>
              </a:lnSpc>
              <a:buNone/>
              <a:tabLst>
                <a:tab algn="l" pos="0"/>
              </a:tabLst>
            </a:pPr>
            <a:r>
              <a:rPr b="0" lang="el" sz="1600" spc="-1" strike="noStrike">
                <a:solidFill>
                  <a:schemeClr val="accent1"/>
                </a:solidFill>
                <a:latin typeface="Lato"/>
                <a:ea typeface="Lato"/>
              </a:rPr>
              <a:t>In short, Merge-sort looks like this: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15000"/>
              </a:lnSpc>
              <a:spcBef>
                <a:spcPts val="1199"/>
              </a:spcBef>
              <a:buNone/>
              <a:tabLst>
                <a:tab algn="l" pos="0"/>
              </a:tabLst>
            </a:pPr>
            <a:r>
              <a:rPr b="0" lang="el" sz="1600" spc="-1" strike="noStrike">
                <a:solidFill>
                  <a:schemeClr val="accent1"/>
                </a:solidFill>
                <a:latin typeface="Consolas"/>
                <a:ea typeface="Consolas"/>
              </a:rPr>
              <a:t>n = len(arr)</a:t>
            </a:r>
            <a:br>
              <a:rPr sz="1600"/>
            </a:br>
            <a:r>
              <a:rPr b="0" lang="el" sz="1600" spc="-1" strike="noStrike">
                <a:solidFill>
                  <a:schemeClr val="accent3"/>
                </a:solidFill>
                <a:latin typeface="Consolas"/>
                <a:ea typeface="Consolas"/>
              </a:rPr>
              <a:t>for i = 0, 1, …, log(len(arr)): ← This is repeated </a:t>
            </a:r>
            <a:r>
              <a:rPr b="1" lang="el" sz="1600" spc="-1" strike="noStrike">
                <a:solidFill>
                  <a:schemeClr val="accent3"/>
                </a:solidFill>
                <a:latin typeface="Consolas"/>
                <a:ea typeface="Consolas"/>
              </a:rPr>
              <a:t>log(n)</a:t>
            </a:r>
            <a:r>
              <a:rPr b="0" lang="el" sz="1600" spc="-1" strike="noStrike">
                <a:solidFill>
                  <a:schemeClr val="accent3"/>
                </a:solidFill>
                <a:latin typeface="Consolas"/>
                <a:ea typeface="Consolas"/>
              </a:rPr>
              <a:t> times</a:t>
            </a:r>
            <a:br>
              <a:rPr sz="1600"/>
            </a:br>
            <a:r>
              <a:rPr b="0" lang="el" sz="1600" spc="-1" strike="noStrike">
                <a:solidFill>
                  <a:schemeClr val="accent1"/>
                </a:solidFill>
                <a:latin typeface="Consolas"/>
                <a:ea typeface="Consolas"/>
              </a:rPr>
              <a:t>	</a:t>
            </a:r>
            <a:r>
              <a:rPr b="0" lang="el" sz="1600" spc="-1" strike="noStrike">
                <a:solidFill>
                  <a:schemeClr val="accent2"/>
                </a:solidFill>
                <a:latin typeface="Consolas"/>
                <a:ea typeface="Consolas"/>
              </a:rPr>
              <a:t>for j = 0, 1, …, n: ← Don’t fall for this!</a:t>
            </a:r>
            <a:br>
              <a:rPr sz="1600"/>
            </a:br>
            <a:r>
              <a:rPr b="0" lang="el" sz="1600" spc="-1" strike="noStrike">
                <a:solidFill>
                  <a:schemeClr val="accent1"/>
                </a:solidFill>
                <a:latin typeface="Consolas"/>
                <a:ea typeface="Consolas"/>
              </a:rPr>
              <a:t>	</a:t>
            </a:r>
            <a:r>
              <a:rPr b="0" lang="el" sz="1600" spc="-1" strike="noStrike">
                <a:solidFill>
                  <a:schemeClr val="accent1"/>
                </a:solidFill>
                <a:latin typeface="Consolas"/>
                <a:ea typeface="Consolas"/>
              </a:rPr>
              <a:t>	</a:t>
            </a:r>
            <a:r>
              <a:rPr b="0" lang="el" sz="1600" spc="-1" strike="noStrike">
                <a:solidFill>
                  <a:schemeClr val="accent1"/>
                </a:solidFill>
                <a:latin typeface="Consolas"/>
                <a:ea typeface="Consolas"/>
              </a:rPr>
              <a:t>left = arr[j : j+2^i]</a:t>
            </a:r>
            <a:br>
              <a:rPr sz="1600"/>
            </a:br>
            <a:r>
              <a:rPr b="0" lang="el" sz="1600" spc="-1" strike="noStrike">
                <a:solidFill>
                  <a:schemeClr val="accent1"/>
                </a:solidFill>
                <a:latin typeface="Consolas"/>
                <a:ea typeface="Consolas"/>
              </a:rPr>
              <a:t>	</a:t>
            </a:r>
            <a:r>
              <a:rPr b="0" lang="el" sz="1600" spc="-1" strike="noStrike">
                <a:solidFill>
                  <a:schemeClr val="accent1"/>
                </a:solidFill>
                <a:latin typeface="Consolas"/>
                <a:ea typeface="Consolas"/>
              </a:rPr>
              <a:t>	</a:t>
            </a:r>
            <a:r>
              <a:rPr b="0" lang="el" sz="1600" spc="-1" strike="noStrike">
                <a:solidFill>
                  <a:schemeClr val="accent1"/>
                </a:solidFill>
                <a:latin typeface="Consolas"/>
                <a:ea typeface="Consolas"/>
              </a:rPr>
              <a:t>right = arr[j+2^i : j+2^(i+1)]</a:t>
            </a:r>
            <a:br>
              <a:rPr sz="1600"/>
            </a:br>
            <a:r>
              <a:rPr b="0" lang="el" sz="1600" spc="-1" strike="noStrike">
                <a:solidFill>
                  <a:schemeClr val="accent1"/>
                </a:solidFill>
                <a:latin typeface="Consolas"/>
                <a:ea typeface="Consolas"/>
              </a:rPr>
              <a:t>	</a:t>
            </a:r>
            <a:r>
              <a:rPr b="0" lang="el" sz="1600" spc="-1" strike="noStrike">
                <a:solidFill>
                  <a:schemeClr val="accent1"/>
                </a:solidFill>
                <a:latin typeface="Consolas"/>
                <a:ea typeface="Consolas"/>
              </a:rPr>
              <a:t>	</a:t>
            </a:r>
            <a:r>
              <a:rPr b="0" lang="el" sz="1600" spc="-1" strike="noStrike">
                <a:solidFill>
                  <a:schemeClr val="dk1"/>
                </a:solidFill>
                <a:latin typeface="Consolas"/>
                <a:ea typeface="Consolas"/>
              </a:rPr>
              <a:t>merge(left, right) ← len(left) + len(right) EO</a:t>
            </a:r>
            <a:br>
              <a:rPr sz="1600"/>
            </a:br>
            <a:r>
              <a:rPr b="0" lang="el" sz="1600" spc="-1" strike="noStrike">
                <a:solidFill>
                  <a:schemeClr val="accent1"/>
                </a:solidFill>
                <a:latin typeface="Consolas"/>
                <a:ea typeface="Consolas"/>
              </a:rPr>
              <a:t>	</a:t>
            </a:r>
            <a:r>
              <a:rPr b="0" lang="el" sz="1600" spc="-1" strike="noStrike">
                <a:solidFill>
                  <a:schemeClr val="accent1"/>
                </a:solidFill>
                <a:latin typeface="Consolas"/>
                <a:ea typeface="Consolas"/>
              </a:rPr>
              <a:t>n = n / 2                </a:t>
            </a:r>
            <a:r>
              <a:rPr b="0" lang="el" sz="1600" spc="-1" strike="noStrike">
                <a:solidFill>
                  <a:schemeClr val="dk1"/>
                </a:solidFill>
                <a:latin typeface="Consolas"/>
                <a:ea typeface="Consolas"/>
              </a:rPr>
              <a:t>which means </a:t>
            </a:r>
            <a:r>
              <a:rPr b="1" lang="el" sz="1600" spc="-1" strike="noStrike">
                <a:solidFill>
                  <a:schemeClr val="dk1"/>
                </a:solidFill>
                <a:latin typeface="Consolas"/>
                <a:ea typeface="Consolas"/>
              </a:rPr>
              <a:t>n </a:t>
            </a:r>
            <a:r>
              <a:rPr b="0" lang="el" sz="1600" spc="-1" strike="noStrike">
                <a:solidFill>
                  <a:schemeClr val="dk1"/>
                </a:solidFill>
                <a:latin typeface="Consolas"/>
                <a:ea typeface="Consolas"/>
              </a:rPr>
              <a:t>EO per iteration.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15000"/>
              </a:lnSpc>
              <a:spcBef>
                <a:spcPts val="1199"/>
              </a:spcBef>
              <a:buNone/>
              <a:tabLst>
                <a:tab algn="l" pos="0"/>
              </a:tabLst>
            </a:pPr>
            <a:r>
              <a:rPr b="0" lang="el" sz="1600" spc="-1" strike="noStrike">
                <a:solidFill>
                  <a:schemeClr val="accent1"/>
                </a:solidFill>
                <a:latin typeface="Lato"/>
                <a:ea typeface="Lato"/>
              </a:rPr>
              <a:t>arr has been sorted!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15000"/>
              </a:lnSpc>
              <a:spcBef>
                <a:spcPts val="1199"/>
              </a:spcBef>
              <a:spcAft>
                <a:spcPts val="1199"/>
              </a:spcAft>
              <a:buNone/>
              <a:tabLst>
                <a:tab algn="l" pos="0"/>
              </a:tabLst>
            </a:pPr>
            <a:r>
              <a:rPr b="1" lang="el" sz="1600" spc="-1" strike="noStrike">
                <a:solidFill>
                  <a:schemeClr val="accent1"/>
                </a:solidFill>
                <a:latin typeface="Lato"/>
                <a:ea typeface="Lato"/>
              </a:rPr>
              <a:t>Worst case complexity:</a:t>
            </a:r>
            <a:r>
              <a:rPr b="0" lang="el" sz="1600" spc="-1" strike="noStrike">
                <a:solidFill>
                  <a:schemeClr val="accent1"/>
                </a:solidFill>
                <a:latin typeface="Lato"/>
                <a:ea typeface="Lato"/>
              </a:rPr>
              <a:t> O(nlog(n))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36" name="PlaceHolder 3"/>
          <p:cNvSpPr>
            <a:spLocks noGrp="1"/>
          </p:cNvSpPr>
          <p:nvPr>
            <p:ph type="sldNum" idx="30"/>
          </p:nvPr>
        </p:nvSpPr>
        <p:spPr>
          <a:xfrm>
            <a:off x="8536320" y="4749840"/>
            <a:ext cx="548280" cy="39312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ctr">
            <a:norm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l" sz="1000" spc="-1" strike="noStrike">
                <a:solidFill>
                  <a:schemeClr val="accent1"/>
                </a:solidFill>
                <a:latin typeface="Lato"/>
                <a:ea typeface="Lato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D7CE7926-BCC6-43E0-893C-B4A929B377EC}" type="slidenum">
              <a:rPr b="0" lang="el" sz="1000" spc="-1" strike="noStrike">
                <a:solidFill>
                  <a:schemeClr val="accent1"/>
                </a:solidFill>
                <a:latin typeface="Lato"/>
                <a:ea typeface="Lato"/>
              </a:rPr>
              <a:t>26</a:t>
            </a:fld>
            <a:endParaRPr b="0" lang="en-US" sz="10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249" dur="indefinite" restart="never" nodeType="tmRoot">
          <p:childTnLst>
            <p:seq>
              <p:cTn id="250" dur="indefinite" nodeType="mainSeq">
                <p:childTnLst>
                  <p:par>
                    <p:cTn id="251" fill="hold">
                      <p:stCondLst>
                        <p:cond delay="indefinite"/>
                      </p:stCondLst>
                      <p:childTnLst>
                        <p:par>
                          <p:cTn id="252" fill="hold">
                            <p:stCondLst>
                              <p:cond delay="0"/>
                            </p:stCondLst>
                            <p:childTnLst>
                              <p:par>
                                <p:cTn id="253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5" fill="hold">
                      <p:stCondLst>
                        <p:cond delay="indefinite"/>
                      </p:stCondLst>
                      <p:childTnLst>
                        <p:par>
                          <p:cTn id="256" fill="hold">
                            <p:stCondLst>
                              <p:cond delay="0"/>
                            </p:stCondLst>
                            <p:childTnLst>
                              <p:par>
                                <p:cTn id="257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9" fill="hold">
                      <p:stCondLst>
                        <p:cond delay="indefinite"/>
                      </p:stCondLst>
                      <p:childTnLst>
                        <p:par>
                          <p:cTn id="260" fill="hold">
                            <p:stCondLst>
                              <p:cond delay="0"/>
                            </p:stCondLst>
                            <p:childTnLst>
                              <p:par>
                                <p:cTn id="261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3" fill="hold">
                      <p:stCondLst>
                        <p:cond delay="indefinite"/>
                      </p:stCondLst>
                      <p:childTnLst>
                        <p:par>
                          <p:cTn id="264" fill="hold">
                            <p:stCondLst>
                              <p:cond delay="0"/>
                            </p:stCondLst>
                            <p:childTnLst>
                              <p:par>
                                <p:cTn id="265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7" name="PlaceHolder 1"/>
          <p:cNvSpPr>
            <a:spLocks noGrp="1"/>
          </p:cNvSpPr>
          <p:nvPr>
            <p:ph type="title"/>
          </p:nvPr>
        </p:nvSpPr>
        <p:spPr>
          <a:xfrm>
            <a:off x="729360" y="572040"/>
            <a:ext cx="7688520" cy="53496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t">
            <a:normAutofit fontScale="88000"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l" sz="2600" spc="-1" strike="noStrike">
                <a:solidFill>
                  <a:schemeClr val="dk2"/>
                </a:solidFill>
                <a:latin typeface="Lato"/>
                <a:ea typeface="Lato"/>
              </a:rPr>
              <a:t>Why merge log(n) times?</a:t>
            </a:r>
            <a:endParaRPr b="0" lang="en-US" sz="2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38" name="PlaceHolder 2"/>
          <p:cNvSpPr>
            <a:spLocks noGrp="1"/>
          </p:cNvSpPr>
          <p:nvPr>
            <p:ph/>
          </p:nvPr>
        </p:nvSpPr>
        <p:spPr>
          <a:xfrm>
            <a:off x="729360" y="1378080"/>
            <a:ext cx="7688520" cy="376524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t">
            <a:normAutofit fontScale="94000"/>
          </a:bodyPr>
          <a:p>
            <a:pPr indent="0">
              <a:lnSpc>
                <a:spcPct val="115000"/>
              </a:lnSpc>
              <a:buNone/>
              <a:tabLst>
                <a:tab algn="l" pos="0"/>
              </a:tabLst>
            </a:pPr>
            <a:r>
              <a:rPr b="0" lang="el" sz="1600" spc="-1" strike="noStrike">
                <a:solidFill>
                  <a:schemeClr val="accent1"/>
                </a:solidFill>
                <a:latin typeface="Lato"/>
                <a:ea typeface="Lato"/>
              </a:rPr>
              <a:t>Consider a list of length </a:t>
            </a:r>
            <a:r>
              <a:rPr b="1" lang="el" sz="1600" spc="-1" strike="noStrike">
                <a:solidFill>
                  <a:schemeClr val="accent3"/>
                </a:solidFill>
                <a:latin typeface="Lato"/>
                <a:ea typeface="Lato"/>
              </a:rPr>
              <a:t>8</a:t>
            </a:r>
            <a:r>
              <a:rPr b="0" lang="el" sz="1600" spc="-1" strike="noStrike">
                <a:solidFill>
                  <a:schemeClr val="accent1"/>
                </a:solidFill>
                <a:latin typeface="Lato"/>
                <a:ea typeface="Lato"/>
              </a:rPr>
              <a:t> = 2^3 (just for convenience). Once broken into pieces of length == 1, you have </a:t>
            </a:r>
            <a:r>
              <a:rPr b="1" lang="el" sz="1600" spc="-1" strike="noStrike">
                <a:solidFill>
                  <a:schemeClr val="accent3"/>
                </a:solidFill>
                <a:latin typeface="Lato"/>
                <a:ea typeface="Lato"/>
              </a:rPr>
              <a:t>8</a:t>
            </a:r>
            <a:r>
              <a:rPr b="0" lang="el" sz="1600" spc="-1" strike="noStrike">
                <a:solidFill>
                  <a:schemeClr val="accent1"/>
                </a:solidFill>
                <a:latin typeface="Lato"/>
                <a:ea typeface="Lato"/>
              </a:rPr>
              <a:t> tiny lists of one element each.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marL="429480" indent="-309960">
              <a:lnSpc>
                <a:spcPct val="115000"/>
              </a:lnSpc>
              <a:spcBef>
                <a:spcPts val="1199"/>
              </a:spcBef>
              <a:buClr>
                <a:srgbClr val="595959"/>
              </a:buClr>
              <a:buFont typeface="Lato"/>
              <a:buChar char="●"/>
              <a:tabLst>
                <a:tab algn="l" pos="0"/>
              </a:tabLst>
            </a:pPr>
            <a:r>
              <a:rPr b="0" lang="el" sz="1600" spc="-1" strike="noStrike">
                <a:solidFill>
                  <a:schemeClr val="accent1"/>
                </a:solidFill>
                <a:latin typeface="Lato"/>
                <a:ea typeface="Lato"/>
              </a:rPr>
              <a:t>Every time you merge you are left with exactly half (±1) tiny lists (of roughly double size)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marL="429480" indent="-309960">
              <a:lnSpc>
                <a:spcPct val="115000"/>
              </a:lnSpc>
              <a:buClr>
                <a:srgbClr val="595959"/>
              </a:buClr>
              <a:buFont typeface="Lato"/>
              <a:buChar char="●"/>
              <a:tabLst>
                <a:tab algn="l" pos="0"/>
              </a:tabLst>
            </a:pPr>
            <a:r>
              <a:rPr b="0" lang="el" sz="1600" spc="-1" strike="noStrike">
                <a:solidFill>
                  <a:schemeClr val="accent1"/>
                </a:solidFill>
                <a:latin typeface="Lato"/>
                <a:ea typeface="Lato"/>
              </a:rPr>
              <a:t>So, after how many “merge runs” will you be left with just one (the initial) list?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marL="429480" indent="-309960">
              <a:lnSpc>
                <a:spcPct val="115000"/>
              </a:lnSpc>
              <a:buClr>
                <a:srgbClr val="595959"/>
              </a:buClr>
              <a:buFont typeface="Lato"/>
              <a:buChar char="●"/>
              <a:tabLst>
                <a:tab algn="l" pos="0"/>
              </a:tabLst>
            </a:pPr>
            <a:r>
              <a:rPr b="1" lang="el" sz="1600" spc="-1" strike="noStrike">
                <a:solidFill>
                  <a:schemeClr val="accent3"/>
                </a:solidFill>
                <a:latin typeface="Lato"/>
                <a:ea typeface="Lato"/>
              </a:rPr>
              <a:t>8</a:t>
            </a:r>
            <a:r>
              <a:rPr b="0" lang="el" sz="1600" spc="-1" strike="noStrike">
                <a:solidFill>
                  <a:schemeClr val="accent1"/>
                </a:solidFill>
                <a:latin typeface="Lato"/>
                <a:ea typeface="Lato"/>
              </a:rPr>
              <a:t> tiny lists → 4 tiny lists → 2 tiny lists → 1 large list.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marL="429480" indent="-309960">
              <a:lnSpc>
                <a:spcPct val="115000"/>
              </a:lnSpc>
              <a:buClr>
                <a:srgbClr val="595959"/>
              </a:buClr>
              <a:buFont typeface="Lato"/>
              <a:buChar char="●"/>
              <a:tabLst>
                <a:tab algn="l" pos="0"/>
              </a:tabLst>
            </a:pPr>
            <a:r>
              <a:rPr b="0" lang="el" sz="1600" spc="-1" strike="noStrike">
                <a:solidFill>
                  <a:schemeClr val="accent1"/>
                </a:solidFill>
                <a:latin typeface="Lato"/>
                <a:ea typeface="Lato"/>
              </a:rPr>
              <a:t>At each step you divide by two, so, essentially, you are looking for the number of consecutive divisions by 2 required to reach 1, starting from 8.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marL="429480" indent="-309960">
              <a:lnSpc>
                <a:spcPct val="115000"/>
              </a:lnSpc>
              <a:buClr>
                <a:srgbClr val="595959"/>
              </a:buClr>
              <a:buFont typeface="Lato"/>
              <a:buChar char="●"/>
              <a:tabLst>
                <a:tab algn="l" pos="0"/>
              </a:tabLst>
            </a:pPr>
            <a:r>
              <a:rPr b="0" lang="el" sz="1600" spc="-1" strike="noStrike">
                <a:solidFill>
                  <a:schemeClr val="accent1"/>
                </a:solidFill>
                <a:latin typeface="Lato"/>
                <a:ea typeface="Lato"/>
              </a:rPr>
              <a:t>Reading this right to left, we can count the number of multiplications by 2 required to reach 8 from 1, i.e., if m is that number, we want an m such that:</a:t>
            </a:r>
            <a:br>
              <a:rPr sz="1600"/>
            </a:br>
            <a:r>
              <a:rPr b="0" lang="el" sz="1600" spc="-1" strike="noStrike">
                <a:solidFill>
                  <a:schemeClr val="accent1"/>
                </a:solidFill>
                <a:latin typeface="Lato"/>
                <a:ea typeface="Lato"/>
              </a:rPr>
              <a:t>2^m == </a:t>
            </a:r>
            <a:r>
              <a:rPr b="1" lang="el" sz="1600" spc="-1" strike="noStrike">
                <a:solidFill>
                  <a:schemeClr val="accent3"/>
                </a:solidFill>
                <a:latin typeface="Lato"/>
                <a:ea typeface="Lato"/>
              </a:rPr>
              <a:t>8</a:t>
            </a:r>
            <a:r>
              <a:rPr b="0" lang="el" sz="1600" spc="-1" strike="noStrike">
                <a:solidFill>
                  <a:schemeClr val="accent1"/>
                </a:solidFill>
                <a:latin typeface="Lato"/>
                <a:ea typeface="Lato"/>
              </a:rPr>
              <a:t>.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marL="429480" indent="-309960">
              <a:lnSpc>
                <a:spcPct val="115000"/>
              </a:lnSpc>
              <a:buClr>
                <a:srgbClr val="595959"/>
              </a:buClr>
              <a:buFont typeface="Lato"/>
              <a:buChar char="●"/>
              <a:tabLst>
                <a:tab algn="l" pos="0"/>
              </a:tabLst>
            </a:pPr>
            <a:r>
              <a:rPr b="0" lang="el" sz="1600" spc="-1" strike="noStrike">
                <a:solidFill>
                  <a:schemeClr val="accent1"/>
                </a:solidFill>
                <a:latin typeface="Lato"/>
                <a:ea typeface="Lato"/>
              </a:rPr>
              <a:t>This is exactly the definition of log(</a:t>
            </a:r>
            <a:r>
              <a:rPr b="1" lang="el" sz="1600" spc="-1" strike="noStrike">
                <a:solidFill>
                  <a:schemeClr val="accent3"/>
                </a:solidFill>
                <a:latin typeface="Lato"/>
                <a:ea typeface="Lato"/>
              </a:rPr>
              <a:t>8</a:t>
            </a:r>
            <a:r>
              <a:rPr b="0" lang="el" sz="1600" spc="-1" strike="noStrike">
                <a:solidFill>
                  <a:schemeClr val="accent1"/>
                </a:solidFill>
                <a:latin typeface="Lato"/>
                <a:ea typeface="Lato"/>
              </a:rPr>
              <a:t>) (log = logarithm base 2)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marL="429480" indent="-309960">
              <a:lnSpc>
                <a:spcPct val="115000"/>
              </a:lnSpc>
              <a:buClr>
                <a:srgbClr val="595959"/>
              </a:buClr>
              <a:buFont typeface="Lato"/>
              <a:buChar char="●"/>
              <a:tabLst>
                <a:tab algn="l" pos="0"/>
              </a:tabLst>
            </a:pPr>
            <a:r>
              <a:rPr b="0" lang="el" sz="1600" spc="-1" strike="noStrike">
                <a:solidFill>
                  <a:schemeClr val="accent1"/>
                </a:solidFill>
                <a:latin typeface="Lato"/>
                <a:ea typeface="Lato"/>
              </a:rPr>
              <a:t>Substitute 8 with </a:t>
            </a:r>
            <a:r>
              <a:rPr b="1" lang="el" sz="1600" spc="-1" strike="noStrike">
                <a:solidFill>
                  <a:schemeClr val="accent3"/>
                </a:solidFill>
                <a:latin typeface="Lato"/>
                <a:ea typeface="Lato"/>
              </a:rPr>
              <a:t>n</a:t>
            </a:r>
            <a:r>
              <a:rPr b="0" lang="el" sz="1600" spc="-1" strike="noStrike">
                <a:solidFill>
                  <a:schemeClr val="accent1"/>
                </a:solidFill>
                <a:latin typeface="Lato"/>
                <a:ea typeface="Lato"/>
              </a:rPr>
              <a:t> and you get (roughly) </a:t>
            </a:r>
            <a:r>
              <a:rPr b="1" lang="el" sz="1600" spc="-1" strike="noStrike">
                <a:solidFill>
                  <a:schemeClr val="accent3"/>
                </a:solidFill>
                <a:latin typeface="Lato"/>
                <a:ea typeface="Lato"/>
              </a:rPr>
              <a:t>m = log(n)</a:t>
            </a:r>
            <a:r>
              <a:rPr b="0" lang="el" sz="1600" spc="-1" strike="noStrike">
                <a:solidFill>
                  <a:schemeClr val="accent1"/>
                </a:solidFill>
                <a:latin typeface="Lato"/>
                <a:ea typeface="Lato"/>
              </a:rPr>
              <a:t>.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39" name="PlaceHolder 3"/>
          <p:cNvSpPr>
            <a:spLocks noGrp="1"/>
          </p:cNvSpPr>
          <p:nvPr>
            <p:ph type="sldNum" idx="31"/>
          </p:nvPr>
        </p:nvSpPr>
        <p:spPr>
          <a:xfrm>
            <a:off x="8536320" y="4749840"/>
            <a:ext cx="548280" cy="39312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ctr">
            <a:norm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l" sz="1000" spc="-1" strike="noStrike">
                <a:solidFill>
                  <a:schemeClr val="accent1"/>
                </a:solidFill>
                <a:latin typeface="Lato"/>
                <a:ea typeface="Lato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DC19818E-7543-4471-ACCF-A8C15D70BD49}" type="slidenum">
              <a:rPr b="0" lang="el" sz="1000" spc="-1" strike="noStrike">
                <a:solidFill>
                  <a:schemeClr val="accent1"/>
                </a:solidFill>
                <a:latin typeface="Lato"/>
                <a:ea typeface="Lato"/>
              </a:rPr>
              <a:t>27</a:t>
            </a:fld>
            <a:endParaRPr b="0" lang="en-US" sz="10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0" name="PlaceHolder 1"/>
          <p:cNvSpPr>
            <a:spLocks noGrp="1"/>
          </p:cNvSpPr>
          <p:nvPr>
            <p:ph type="title"/>
          </p:nvPr>
        </p:nvSpPr>
        <p:spPr>
          <a:xfrm>
            <a:off x="729360" y="572040"/>
            <a:ext cx="7688520" cy="53496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t">
            <a:normAutofit fontScale="88000"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l" sz="2600" spc="-1" strike="noStrike">
                <a:solidFill>
                  <a:schemeClr val="dk2"/>
                </a:solidFill>
                <a:latin typeface="Lato"/>
                <a:ea typeface="Lato"/>
              </a:rPr>
              <a:t>Insertion Sort</a:t>
            </a:r>
            <a:endParaRPr b="0" lang="en-US" sz="2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41" name="PlaceHolder 2"/>
          <p:cNvSpPr>
            <a:spLocks noGrp="1"/>
          </p:cNvSpPr>
          <p:nvPr>
            <p:ph/>
          </p:nvPr>
        </p:nvSpPr>
        <p:spPr>
          <a:xfrm>
            <a:off x="729360" y="1378080"/>
            <a:ext cx="7688520" cy="376524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t">
            <a:normAutofit/>
          </a:bodyPr>
          <a:p>
            <a:pPr indent="0">
              <a:lnSpc>
                <a:spcPct val="115000"/>
              </a:lnSpc>
              <a:buNone/>
              <a:tabLst>
                <a:tab algn="l" pos="0"/>
              </a:tabLst>
            </a:pPr>
            <a:r>
              <a:rPr b="0" lang="el" sz="1600" spc="-1" strike="noStrike">
                <a:solidFill>
                  <a:schemeClr val="accent1"/>
                </a:solidFill>
                <a:latin typeface="Lato"/>
                <a:ea typeface="Lato"/>
              </a:rPr>
              <a:t>Consider the following sorting algorithm: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15000"/>
              </a:lnSpc>
              <a:spcBef>
                <a:spcPts val="1199"/>
              </a:spcBef>
              <a:buNone/>
              <a:tabLst>
                <a:tab algn="l" pos="0"/>
              </a:tabLst>
            </a:pPr>
            <a:r>
              <a:rPr b="0" lang="el" sz="1600" spc="-1" strike="noStrike">
                <a:solidFill>
                  <a:schemeClr val="accent1"/>
                </a:solidFill>
                <a:latin typeface="Consolas"/>
                <a:ea typeface="Consolas"/>
              </a:rPr>
              <a:t>i = 1</a:t>
            </a:r>
            <a:br>
              <a:rPr sz="1600"/>
            </a:br>
            <a:r>
              <a:rPr b="0" lang="el" sz="1600" spc="-1" strike="noStrike">
                <a:solidFill>
                  <a:schemeClr val="accent1"/>
                </a:solidFill>
                <a:latin typeface="Consolas"/>
                <a:ea typeface="Consolas"/>
              </a:rPr>
              <a:t>while i &lt; len(arr):</a:t>
            </a:r>
            <a:br>
              <a:rPr sz="1600"/>
            </a:br>
            <a:r>
              <a:rPr b="0" lang="el" sz="1600" spc="-1" strike="noStrike">
                <a:solidFill>
                  <a:schemeClr val="accent1"/>
                </a:solidFill>
                <a:latin typeface="Consolas"/>
                <a:ea typeface="Consolas"/>
              </a:rPr>
              <a:t>	</a:t>
            </a:r>
            <a:r>
              <a:rPr b="0" lang="el" sz="1600" spc="-1" strike="noStrike">
                <a:solidFill>
                  <a:schemeClr val="accent1"/>
                </a:solidFill>
                <a:latin typeface="Consolas"/>
                <a:ea typeface="Consolas"/>
              </a:rPr>
              <a:t>j = i</a:t>
            </a:r>
            <a:br>
              <a:rPr sz="1600"/>
            </a:br>
            <a:r>
              <a:rPr b="0" lang="el" sz="1600" spc="-1" strike="noStrike">
                <a:solidFill>
                  <a:schemeClr val="accent1"/>
                </a:solidFill>
                <a:latin typeface="Consolas"/>
                <a:ea typeface="Consolas"/>
              </a:rPr>
              <a:t>	</a:t>
            </a:r>
            <a:r>
              <a:rPr b="0" lang="el" sz="1600" spc="-1" strike="noStrike">
                <a:solidFill>
                  <a:schemeClr val="accent1"/>
                </a:solidFill>
                <a:latin typeface="Consolas"/>
                <a:ea typeface="Consolas"/>
              </a:rPr>
              <a:t>while j &gt; 0 and arr[j] &lt; arr[j - 1]:</a:t>
            </a:r>
            <a:br>
              <a:rPr sz="1600"/>
            </a:br>
            <a:r>
              <a:rPr b="0" lang="el" sz="1600" spc="-1" strike="noStrike">
                <a:solidFill>
                  <a:schemeClr val="accent1"/>
                </a:solidFill>
                <a:latin typeface="Consolas"/>
                <a:ea typeface="Consolas"/>
              </a:rPr>
              <a:t>	</a:t>
            </a:r>
            <a:r>
              <a:rPr b="0" lang="el" sz="1600" spc="-1" strike="noStrike">
                <a:solidFill>
                  <a:schemeClr val="accent1"/>
                </a:solidFill>
                <a:latin typeface="Consolas"/>
                <a:ea typeface="Consolas"/>
              </a:rPr>
              <a:t>	</a:t>
            </a:r>
            <a:r>
              <a:rPr b="0" lang="el" sz="1600" spc="-1" strike="noStrike">
                <a:solidFill>
                  <a:schemeClr val="accent1"/>
                </a:solidFill>
                <a:latin typeface="Consolas"/>
                <a:ea typeface="Consolas"/>
              </a:rPr>
              <a:t>swap arr[j] and arr[j-1]</a:t>
            </a:r>
            <a:br>
              <a:rPr sz="1600"/>
            </a:br>
            <a:r>
              <a:rPr b="0" lang="el" sz="1600" spc="-1" strike="noStrike">
                <a:solidFill>
                  <a:schemeClr val="accent1"/>
                </a:solidFill>
                <a:latin typeface="Consolas"/>
                <a:ea typeface="Consolas"/>
              </a:rPr>
              <a:t>	</a:t>
            </a:r>
            <a:r>
              <a:rPr b="0" lang="el" sz="1600" spc="-1" strike="noStrike">
                <a:solidFill>
                  <a:schemeClr val="accent1"/>
                </a:solidFill>
                <a:latin typeface="Consolas"/>
                <a:ea typeface="Consolas"/>
              </a:rPr>
              <a:t>	</a:t>
            </a:r>
            <a:r>
              <a:rPr b="0" lang="el" sz="1600" spc="-1" strike="noStrike">
                <a:solidFill>
                  <a:schemeClr val="accent1"/>
                </a:solidFill>
                <a:latin typeface="Consolas"/>
                <a:ea typeface="Consolas"/>
              </a:rPr>
              <a:t>j--</a:t>
            </a:r>
            <a:br>
              <a:rPr sz="1600"/>
            </a:br>
            <a:r>
              <a:rPr b="0" lang="el" sz="1600" spc="-1" strike="noStrike">
                <a:solidFill>
                  <a:schemeClr val="accent1"/>
                </a:solidFill>
                <a:latin typeface="Consolas"/>
                <a:ea typeface="Consolas"/>
              </a:rPr>
              <a:t>	</a:t>
            </a:r>
            <a:r>
              <a:rPr b="0" lang="el" sz="1600" spc="-1" strike="noStrike">
                <a:solidFill>
                  <a:schemeClr val="accent1"/>
                </a:solidFill>
                <a:latin typeface="Consolas"/>
                <a:ea typeface="Consolas"/>
              </a:rPr>
              <a:t>i++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15000"/>
              </a:lnSpc>
              <a:spcBef>
                <a:spcPts val="1199"/>
              </a:spcBef>
              <a:buNone/>
              <a:tabLst>
                <a:tab algn="l" pos="0"/>
              </a:tabLst>
            </a:pPr>
            <a:r>
              <a:rPr b="0" lang="el" sz="1600" spc="-1" strike="noStrike">
                <a:solidFill>
                  <a:schemeClr val="accent1"/>
                </a:solidFill>
                <a:latin typeface="Lato"/>
                <a:ea typeface="Lato"/>
              </a:rPr>
              <a:t>arr has been sorted!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15000"/>
              </a:lnSpc>
              <a:spcBef>
                <a:spcPts val="1199"/>
              </a:spcBef>
              <a:spcAft>
                <a:spcPts val="1199"/>
              </a:spcAft>
              <a:buNone/>
              <a:tabLst>
                <a:tab algn="l" pos="0"/>
              </a:tabLst>
            </a:pPr>
            <a:r>
              <a:rPr b="0" lang="el" sz="1600" spc="-1" strike="noStrike">
                <a:solidFill>
                  <a:schemeClr val="accent1"/>
                </a:solidFill>
                <a:latin typeface="Lato"/>
                <a:ea typeface="Lato"/>
              </a:rPr>
              <a:t>What about worst-case complexity?</a:t>
            </a:r>
            <a:br>
              <a:rPr sz="1600"/>
            </a:b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42" name="PlaceHolder 3"/>
          <p:cNvSpPr>
            <a:spLocks noGrp="1"/>
          </p:cNvSpPr>
          <p:nvPr>
            <p:ph type="sldNum" idx="32"/>
          </p:nvPr>
        </p:nvSpPr>
        <p:spPr>
          <a:xfrm>
            <a:off x="8536320" y="4749840"/>
            <a:ext cx="548280" cy="39312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ctr">
            <a:norm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l" sz="1000" spc="-1" strike="noStrike">
                <a:solidFill>
                  <a:schemeClr val="accent1"/>
                </a:solidFill>
                <a:latin typeface="Lato"/>
                <a:ea typeface="Lato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46D66D1F-5F14-4F49-8185-468813141ABC}" type="slidenum">
              <a:rPr b="0" lang="el" sz="1000" spc="-1" strike="noStrike">
                <a:solidFill>
                  <a:schemeClr val="accent1"/>
                </a:solidFill>
                <a:latin typeface="Lato"/>
                <a:ea typeface="Lato"/>
              </a:rPr>
              <a:t>28</a:t>
            </a:fld>
            <a:endParaRPr b="0" lang="en-US" sz="10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267" dur="indefinite" restart="never" nodeType="tmRoot">
          <p:childTnLst>
            <p:seq>
              <p:cTn id="268" dur="indefinite" nodeType="mainSeq">
                <p:childTnLst>
                  <p:par>
                    <p:cTn id="269" fill="hold">
                      <p:stCondLst>
                        <p:cond delay="indefinite"/>
                      </p:stCondLst>
                      <p:childTnLst>
                        <p:par>
                          <p:cTn id="270" fill="hold">
                            <p:stCondLst>
                              <p:cond delay="0"/>
                            </p:stCondLst>
                            <p:childTnLst>
                              <p:par>
                                <p:cTn id="271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3" fill="hold">
                      <p:stCondLst>
                        <p:cond delay="indefinite"/>
                      </p:stCondLst>
                      <p:childTnLst>
                        <p:par>
                          <p:cTn id="274" fill="hold">
                            <p:stCondLst>
                              <p:cond delay="0"/>
                            </p:stCondLst>
                            <p:childTnLst>
                              <p:par>
                                <p:cTn id="275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7" fill="hold">
                      <p:stCondLst>
                        <p:cond delay="indefinite"/>
                      </p:stCondLst>
                      <p:childTnLst>
                        <p:par>
                          <p:cTn id="278" fill="hold">
                            <p:stCondLst>
                              <p:cond delay="0"/>
                            </p:stCondLst>
                            <p:childTnLst>
                              <p:par>
                                <p:cTn id="279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1" fill="hold">
                      <p:stCondLst>
                        <p:cond delay="indefinite"/>
                      </p:stCondLst>
                      <p:childTnLst>
                        <p:par>
                          <p:cTn id="282" fill="hold">
                            <p:stCondLst>
                              <p:cond delay="0"/>
                            </p:stCondLst>
                            <p:childTnLst>
                              <p:par>
                                <p:cTn id="283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3" name="PlaceHolder 1"/>
          <p:cNvSpPr>
            <a:spLocks noGrp="1"/>
          </p:cNvSpPr>
          <p:nvPr>
            <p:ph type="title"/>
          </p:nvPr>
        </p:nvSpPr>
        <p:spPr>
          <a:xfrm>
            <a:off x="729360" y="572040"/>
            <a:ext cx="7688520" cy="53496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t">
            <a:normAutofit fontScale="88000"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l" sz="2600" spc="-1" strike="noStrike">
                <a:solidFill>
                  <a:schemeClr val="dk2"/>
                </a:solidFill>
                <a:latin typeface="Lato"/>
                <a:ea typeface="Lato"/>
              </a:rPr>
              <a:t>Insertion Sort</a:t>
            </a:r>
            <a:endParaRPr b="0" lang="en-US" sz="2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44" name="PlaceHolder 2"/>
          <p:cNvSpPr>
            <a:spLocks noGrp="1"/>
          </p:cNvSpPr>
          <p:nvPr>
            <p:ph/>
          </p:nvPr>
        </p:nvSpPr>
        <p:spPr>
          <a:xfrm>
            <a:off x="729360" y="1378080"/>
            <a:ext cx="7688520" cy="376524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t">
            <a:normAutofit fontScale="94000"/>
          </a:bodyPr>
          <a:p>
            <a:pPr indent="0">
              <a:lnSpc>
                <a:spcPct val="115000"/>
              </a:lnSpc>
              <a:buNone/>
              <a:tabLst>
                <a:tab algn="l" pos="0"/>
              </a:tabLst>
            </a:pPr>
            <a:r>
              <a:rPr b="0" lang="el" sz="1600" spc="-1" strike="noStrike">
                <a:solidFill>
                  <a:schemeClr val="accent1"/>
                </a:solidFill>
                <a:latin typeface="Lato"/>
                <a:ea typeface="Lato"/>
              </a:rPr>
              <a:t>Consider the following sorting algorithm: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15000"/>
              </a:lnSpc>
              <a:spcBef>
                <a:spcPts val="1199"/>
              </a:spcBef>
              <a:buNone/>
              <a:tabLst>
                <a:tab algn="l" pos="0"/>
              </a:tabLst>
            </a:pPr>
            <a:r>
              <a:rPr b="0" lang="el" sz="1600" spc="-1" strike="noStrike">
                <a:solidFill>
                  <a:schemeClr val="accent1"/>
                </a:solidFill>
                <a:latin typeface="Consolas"/>
                <a:ea typeface="Consolas"/>
              </a:rPr>
              <a:t>i = 1</a:t>
            </a:r>
            <a:br>
              <a:rPr sz="1600"/>
            </a:br>
            <a:r>
              <a:rPr b="0" lang="el" sz="1600" spc="-1" strike="noStrike">
                <a:solidFill>
                  <a:schemeClr val="accent3"/>
                </a:solidFill>
                <a:latin typeface="Consolas"/>
                <a:ea typeface="Consolas"/>
              </a:rPr>
              <a:t>while i &lt; len(arr): ← This is repeated </a:t>
            </a:r>
            <a:r>
              <a:rPr b="1" lang="el" sz="1600" spc="-1" strike="noStrike">
                <a:solidFill>
                  <a:schemeClr val="accent3"/>
                </a:solidFill>
                <a:latin typeface="Consolas"/>
                <a:ea typeface="Consolas"/>
              </a:rPr>
              <a:t>n</a:t>
            </a:r>
            <a:r>
              <a:rPr b="0" lang="el" sz="1600" spc="-1" strike="noStrike">
                <a:solidFill>
                  <a:schemeClr val="accent3"/>
                </a:solidFill>
                <a:latin typeface="Consolas"/>
                <a:ea typeface="Consolas"/>
              </a:rPr>
              <a:t> times</a:t>
            </a:r>
            <a:br>
              <a:rPr sz="1600"/>
            </a:br>
            <a:r>
              <a:rPr b="0" lang="el" sz="1600" spc="-1" strike="noStrike">
                <a:solidFill>
                  <a:schemeClr val="accent1"/>
                </a:solidFill>
                <a:latin typeface="Consolas"/>
                <a:ea typeface="Consolas"/>
              </a:rPr>
              <a:t>	</a:t>
            </a:r>
            <a:r>
              <a:rPr b="0" lang="el" sz="1600" spc="-1" strike="noStrike">
                <a:solidFill>
                  <a:schemeClr val="accent1"/>
                </a:solidFill>
                <a:latin typeface="Consolas"/>
                <a:ea typeface="Consolas"/>
              </a:rPr>
              <a:t>j = i</a:t>
            </a:r>
            <a:br>
              <a:rPr sz="1600"/>
            </a:br>
            <a:r>
              <a:rPr b="0" lang="el" sz="1600" spc="-1" strike="noStrike">
                <a:solidFill>
                  <a:schemeClr val="dk1"/>
                </a:solidFill>
                <a:latin typeface="Consolas"/>
                <a:ea typeface="Consolas"/>
              </a:rPr>
              <a:t>	</a:t>
            </a:r>
            <a:r>
              <a:rPr b="0" lang="el" sz="1600" spc="-1" strike="noStrike">
                <a:solidFill>
                  <a:schemeClr val="dk1"/>
                </a:solidFill>
                <a:latin typeface="Consolas"/>
                <a:ea typeface="Consolas"/>
              </a:rPr>
              <a:t>while j &gt; 0 and arr[j] &lt; arr[j - 1]: ← At most </a:t>
            </a:r>
            <a:r>
              <a:rPr b="1" lang="el" sz="1600" spc="-1" strike="noStrike">
                <a:solidFill>
                  <a:schemeClr val="dk1"/>
                </a:solidFill>
                <a:latin typeface="Consolas"/>
                <a:ea typeface="Consolas"/>
              </a:rPr>
              <a:t>n - 1</a:t>
            </a:r>
            <a:r>
              <a:rPr b="0" lang="el" sz="1600" spc="-1" strike="noStrike">
                <a:solidFill>
                  <a:schemeClr val="dk1"/>
                </a:solidFill>
                <a:latin typeface="Consolas"/>
                <a:ea typeface="Consolas"/>
              </a:rPr>
              <a:t> times</a:t>
            </a:r>
            <a:br>
              <a:rPr sz="1600"/>
            </a:br>
            <a:r>
              <a:rPr b="0" lang="el" sz="1600" spc="-1" strike="noStrike">
                <a:solidFill>
                  <a:schemeClr val="accent1"/>
                </a:solidFill>
                <a:latin typeface="Consolas"/>
                <a:ea typeface="Consolas"/>
              </a:rPr>
              <a:t>	</a:t>
            </a:r>
            <a:r>
              <a:rPr b="0" lang="el" sz="1600" spc="-1" strike="noStrike">
                <a:solidFill>
                  <a:schemeClr val="accent1"/>
                </a:solidFill>
                <a:latin typeface="Consolas"/>
                <a:ea typeface="Consolas"/>
              </a:rPr>
              <a:t>	</a:t>
            </a:r>
            <a:r>
              <a:rPr b="0" lang="el" sz="1600" spc="-1" strike="noStrike">
                <a:solidFill>
                  <a:schemeClr val="accent1"/>
                </a:solidFill>
                <a:latin typeface="Consolas"/>
                <a:ea typeface="Consolas"/>
              </a:rPr>
              <a:t>swap arr[j] and arr[j-1]</a:t>
            </a:r>
            <a:br>
              <a:rPr sz="1600"/>
            </a:br>
            <a:r>
              <a:rPr b="0" lang="el" sz="1600" spc="-1" strike="noStrike">
                <a:solidFill>
                  <a:schemeClr val="accent1"/>
                </a:solidFill>
                <a:latin typeface="Consolas"/>
                <a:ea typeface="Consolas"/>
              </a:rPr>
              <a:t>	</a:t>
            </a:r>
            <a:r>
              <a:rPr b="0" lang="el" sz="1600" spc="-1" strike="noStrike">
                <a:solidFill>
                  <a:schemeClr val="accent1"/>
                </a:solidFill>
                <a:latin typeface="Consolas"/>
                <a:ea typeface="Consolas"/>
              </a:rPr>
              <a:t>	</a:t>
            </a:r>
            <a:r>
              <a:rPr b="0" lang="el" sz="1600" spc="-1" strike="noStrike">
                <a:solidFill>
                  <a:schemeClr val="accent1"/>
                </a:solidFill>
                <a:latin typeface="Consolas"/>
                <a:ea typeface="Consolas"/>
              </a:rPr>
              <a:t>j--</a:t>
            </a:r>
            <a:br>
              <a:rPr sz="1600"/>
            </a:br>
            <a:r>
              <a:rPr b="0" lang="el" sz="1600" spc="-1" strike="noStrike">
                <a:solidFill>
                  <a:schemeClr val="accent1"/>
                </a:solidFill>
                <a:latin typeface="Consolas"/>
                <a:ea typeface="Consolas"/>
              </a:rPr>
              <a:t>	</a:t>
            </a:r>
            <a:r>
              <a:rPr b="0" lang="el" sz="1600" spc="-1" strike="noStrike">
                <a:solidFill>
                  <a:schemeClr val="accent1"/>
                </a:solidFill>
                <a:latin typeface="Consolas"/>
                <a:ea typeface="Consolas"/>
              </a:rPr>
              <a:t>i++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15000"/>
              </a:lnSpc>
              <a:spcBef>
                <a:spcPts val="1199"/>
              </a:spcBef>
              <a:buNone/>
              <a:tabLst>
                <a:tab algn="l" pos="0"/>
              </a:tabLst>
            </a:pPr>
            <a:r>
              <a:rPr b="0" lang="el" sz="1600" spc="-1" strike="noStrike">
                <a:solidFill>
                  <a:schemeClr val="accent1"/>
                </a:solidFill>
                <a:latin typeface="Lato"/>
                <a:ea typeface="Lato"/>
              </a:rPr>
              <a:t>arr has been sorted!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15000"/>
              </a:lnSpc>
              <a:spcBef>
                <a:spcPts val="1199"/>
              </a:spcBef>
              <a:spcAft>
                <a:spcPts val="1199"/>
              </a:spcAft>
              <a:buNone/>
              <a:tabLst>
                <a:tab algn="l" pos="0"/>
              </a:tabLst>
            </a:pPr>
            <a:r>
              <a:rPr b="1" lang="el" sz="1600" spc="-1" strike="noStrike">
                <a:solidFill>
                  <a:schemeClr val="accent1"/>
                </a:solidFill>
                <a:latin typeface="Lato"/>
                <a:ea typeface="Lato"/>
              </a:rPr>
              <a:t>Worst-case complexity:</a:t>
            </a:r>
            <a:r>
              <a:rPr b="0" lang="el" sz="1600" spc="-1" strike="noStrike">
                <a:solidFill>
                  <a:schemeClr val="accent1"/>
                </a:solidFill>
                <a:latin typeface="Lato"/>
                <a:ea typeface="Lato"/>
              </a:rPr>
              <a:t> O(n x (n-1)) = O(n^2)</a:t>
            </a:r>
            <a:br>
              <a:rPr sz="1600"/>
            </a:b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45" name="PlaceHolder 3"/>
          <p:cNvSpPr>
            <a:spLocks noGrp="1"/>
          </p:cNvSpPr>
          <p:nvPr>
            <p:ph type="sldNum" idx="33"/>
          </p:nvPr>
        </p:nvSpPr>
        <p:spPr>
          <a:xfrm>
            <a:off x="8536320" y="4749840"/>
            <a:ext cx="548280" cy="39312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ctr">
            <a:norm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l" sz="1000" spc="-1" strike="noStrike">
                <a:solidFill>
                  <a:schemeClr val="accent1"/>
                </a:solidFill>
                <a:latin typeface="Lato"/>
                <a:ea typeface="Lato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21503DE1-2302-4E7D-94ED-F88165162982}" type="slidenum">
              <a:rPr b="0" lang="el" sz="1000" spc="-1" strike="noStrike">
                <a:solidFill>
                  <a:schemeClr val="accent1"/>
                </a:solidFill>
                <a:latin typeface="Lato"/>
                <a:ea typeface="Lato"/>
              </a:rPr>
              <a:t>29</a:t>
            </a:fld>
            <a:endParaRPr b="0" lang="en-US" sz="10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285" dur="indefinite" restart="never" nodeType="tmRoot">
          <p:childTnLst>
            <p:seq>
              <p:cTn id="286" dur="indefinite" nodeType="mainSeq">
                <p:childTnLst>
                  <p:par>
                    <p:cTn id="287" fill="hold">
                      <p:stCondLst>
                        <p:cond delay="indefinite"/>
                      </p:stCondLst>
                      <p:childTnLst>
                        <p:par>
                          <p:cTn id="288" fill="hold">
                            <p:stCondLst>
                              <p:cond delay="0"/>
                            </p:stCondLst>
                            <p:childTnLst>
                              <p:par>
                                <p:cTn id="289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1" fill="hold">
                      <p:stCondLst>
                        <p:cond delay="indefinite"/>
                      </p:stCondLst>
                      <p:childTnLst>
                        <p:par>
                          <p:cTn id="292" fill="hold">
                            <p:stCondLst>
                              <p:cond delay="0"/>
                            </p:stCondLst>
                            <p:childTnLst>
                              <p:par>
                                <p:cTn id="293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5" fill="hold">
                      <p:stCondLst>
                        <p:cond delay="indefinite"/>
                      </p:stCondLst>
                      <p:childTnLst>
                        <p:par>
                          <p:cTn id="296" fill="hold">
                            <p:stCondLst>
                              <p:cond delay="0"/>
                            </p:stCondLst>
                            <p:childTnLst>
                              <p:par>
                                <p:cTn id="297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9" fill="hold">
                      <p:stCondLst>
                        <p:cond delay="indefinite"/>
                      </p:stCondLst>
                      <p:childTnLst>
                        <p:par>
                          <p:cTn id="300" fill="hold">
                            <p:stCondLst>
                              <p:cond delay="0"/>
                            </p:stCondLst>
                            <p:childTnLst>
                              <p:par>
                                <p:cTn id="301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6" name="PlaceHolder 1"/>
          <p:cNvSpPr>
            <a:spLocks noGrp="1"/>
          </p:cNvSpPr>
          <p:nvPr>
            <p:ph type="title"/>
          </p:nvPr>
        </p:nvSpPr>
        <p:spPr>
          <a:xfrm>
            <a:off x="729360" y="572040"/>
            <a:ext cx="7688520" cy="53496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t">
            <a:normAutofit fontScale="88000"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l" sz="2600" spc="-1" strike="noStrike">
                <a:solidFill>
                  <a:schemeClr val="dk2"/>
                </a:solidFill>
                <a:latin typeface="Lato"/>
                <a:ea typeface="Lato"/>
              </a:rPr>
              <a:t>Bogus – Bogus</a:t>
            </a:r>
            <a:endParaRPr b="0" lang="en-US" sz="2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47" name="PlaceHolder 2"/>
          <p:cNvSpPr>
            <a:spLocks noGrp="1"/>
          </p:cNvSpPr>
          <p:nvPr>
            <p:ph/>
          </p:nvPr>
        </p:nvSpPr>
        <p:spPr>
          <a:xfrm>
            <a:off x="729360" y="1378080"/>
            <a:ext cx="7688520" cy="296172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t">
            <a:normAutofit/>
          </a:bodyPr>
          <a:p>
            <a:pPr indent="0">
              <a:lnSpc>
                <a:spcPct val="115000"/>
              </a:lnSpc>
              <a:buNone/>
              <a:tabLst>
                <a:tab algn="l" pos="0"/>
              </a:tabLst>
            </a:pPr>
            <a:r>
              <a:rPr b="0" lang="el" sz="1600" spc="-1" strike="noStrike">
                <a:solidFill>
                  <a:schemeClr val="accent1"/>
                </a:solidFill>
                <a:latin typeface="Lato"/>
                <a:ea typeface="Lato"/>
              </a:rPr>
              <a:t>Consider the following sorting algorithm: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15000"/>
              </a:lnSpc>
              <a:spcBef>
                <a:spcPts val="1199"/>
              </a:spcBef>
              <a:buNone/>
              <a:tabLst>
                <a:tab algn="l" pos="0"/>
              </a:tabLst>
            </a:pPr>
            <a:r>
              <a:rPr b="0" lang="el" sz="1600" spc="-1" strike="noStrike">
                <a:solidFill>
                  <a:schemeClr val="accent1"/>
                </a:solidFill>
                <a:latin typeface="Consolas"/>
                <a:ea typeface="Consolas"/>
              </a:rPr>
              <a:t>while arr is not sorted:</a:t>
            </a:r>
            <a:br>
              <a:rPr sz="1600"/>
            </a:br>
            <a:r>
              <a:rPr b="0" lang="el" sz="1600" spc="-1" strike="noStrike">
                <a:solidFill>
                  <a:schemeClr val="accent1"/>
                </a:solidFill>
                <a:latin typeface="Consolas"/>
                <a:ea typeface="Consolas"/>
              </a:rPr>
              <a:t>	</a:t>
            </a:r>
            <a:r>
              <a:rPr b="0" lang="el" sz="1600" spc="-1" strike="noStrike">
                <a:solidFill>
                  <a:schemeClr val="accent1"/>
                </a:solidFill>
                <a:latin typeface="Consolas"/>
                <a:ea typeface="Consolas"/>
              </a:rPr>
              <a:t>randomly shuffle arr</a:t>
            </a:r>
            <a:br>
              <a:rPr sz="1600"/>
            </a:br>
            <a:r>
              <a:rPr b="0" lang="el" sz="1600" spc="-1" strike="noStrike">
                <a:solidFill>
                  <a:schemeClr val="accent1"/>
                </a:solidFill>
                <a:latin typeface="Consolas"/>
                <a:ea typeface="Consolas"/>
              </a:rPr>
              <a:t>return arr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15000"/>
              </a:lnSpc>
              <a:spcBef>
                <a:spcPts val="1199"/>
              </a:spcBef>
              <a:buNone/>
              <a:tabLst>
                <a:tab algn="l" pos="0"/>
              </a:tabLst>
            </a:pPr>
            <a:r>
              <a:rPr b="0" lang="el" sz="1600" spc="-1" strike="noStrike">
                <a:solidFill>
                  <a:schemeClr val="accent1"/>
                </a:solidFill>
                <a:latin typeface="Lato"/>
                <a:ea typeface="Lato"/>
              </a:rPr>
              <a:t>arr is sorted!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15000"/>
              </a:lnSpc>
              <a:spcBef>
                <a:spcPts val="1199"/>
              </a:spcBef>
              <a:spcAft>
                <a:spcPts val="1199"/>
              </a:spcAft>
              <a:buNone/>
              <a:tabLst>
                <a:tab algn="l" pos="0"/>
              </a:tabLst>
            </a:pPr>
            <a:r>
              <a:rPr b="0" lang="el" sz="1600" spc="-1" strike="noStrike">
                <a:solidFill>
                  <a:schemeClr val="accent1"/>
                </a:solidFill>
                <a:latin typeface="Lato"/>
                <a:ea typeface="Lato"/>
              </a:rPr>
              <a:t>What about worst-case time complexity?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48" name="PlaceHolder 3"/>
          <p:cNvSpPr>
            <a:spLocks noGrp="1"/>
          </p:cNvSpPr>
          <p:nvPr>
            <p:ph type="sldNum" idx="34"/>
          </p:nvPr>
        </p:nvSpPr>
        <p:spPr>
          <a:xfrm>
            <a:off x="8536320" y="4749840"/>
            <a:ext cx="548280" cy="39312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ctr">
            <a:norm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l" sz="1000" spc="-1" strike="noStrike">
                <a:solidFill>
                  <a:schemeClr val="accent1"/>
                </a:solidFill>
                <a:latin typeface="Lato"/>
                <a:ea typeface="Lato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3463B176-904E-406C-9B4F-1C952C89A99F}" type="slidenum">
              <a:rPr b="0" lang="el" sz="1000" spc="-1" strike="noStrike">
                <a:solidFill>
                  <a:schemeClr val="accent1"/>
                </a:solidFill>
                <a:latin typeface="Lato"/>
                <a:ea typeface="Lato"/>
              </a:rPr>
              <a:t>30</a:t>
            </a:fld>
            <a:endParaRPr b="0" lang="en-US" sz="10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303" dur="indefinite" restart="never" nodeType="tmRoot">
          <p:childTnLst>
            <p:seq>
              <p:cTn id="304" dur="indefinite" nodeType="mainSeq">
                <p:childTnLst>
                  <p:par>
                    <p:cTn id="305" fill="hold">
                      <p:stCondLst>
                        <p:cond delay="indefinite"/>
                      </p:stCondLst>
                      <p:childTnLst>
                        <p:par>
                          <p:cTn id="306" fill="hold">
                            <p:stCondLst>
                              <p:cond delay="0"/>
                            </p:stCondLst>
                            <p:childTnLst>
                              <p:par>
                                <p:cTn id="307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9" fill="hold">
                      <p:stCondLst>
                        <p:cond delay="indefinite"/>
                      </p:stCondLst>
                      <p:childTnLst>
                        <p:par>
                          <p:cTn id="310" fill="hold">
                            <p:stCondLst>
                              <p:cond delay="0"/>
                            </p:stCondLst>
                            <p:childTnLst>
                              <p:par>
                                <p:cTn id="311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3" fill="hold">
                      <p:stCondLst>
                        <p:cond delay="indefinite"/>
                      </p:stCondLst>
                      <p:childTnLst>
                        <p:par>
                          <p:cTn id="314" fill="hold">
                            <p:stCondLst>
                              <p:cond delay="0"/>
                            </p:stCondLst>
                            <p:childTnLst>
                              <p:par>
                                <p:cTn id="315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7" fill="hold">
                      <p:stCondLst>
                        <p:cond delay="indefinite"/>
                      </p:stCondLst>
                      <p:childTnLst>
                        <p:par>
                          <p:cTn id="318" fill="hold">
                            <p:stCondLst>
                              <p:cond delay="0"/>
                            </p:stCondLst>
                            <p:childTnLst>
                              <p:par>
                                <p:cTn id="319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9" name="PlaceHolder 1"/>
          <p:cNvSpPr>
            <a:spLocks noGrp="1"/>
          </p:cNvSpPr>
          <p:nvPr>
            <p:ph type="title"/>
          </p:nvPr>
        </p:nvSpPr>
        <p:spPr>
          <a:xfrm>
            <a:off x="729360" y="572040"/>
            <a:ext cx="7688520" cy="53496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t">
            <a:normAutofit fontScale="88000"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l" sz="2600" spc="-1" strike="noStrike">
                <a:solidFill>
                  <a:schemeClr val="dk2"/>
                </a:solidFill>
                <a:latin typeface="Lato"/>
                <a:ea typeface="Lato"/>
              </a:rPr>
              <a:t>Bogus – Bogus</a:t>
            </a:r>
            <a:endParaRPr b="0" lang="en-US" sz="2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50" name="PlaceHolder 2"/>
          <p:cNvSpPr>
            <a:spLocks noGrp="1"/>
          </p:cNvSpPr>
          <p:nvPr>
            <p:ph/>
          </p:nvPr>
        </p:nvSpPr>
        <p:spPr>
          <a:xfrm>
            <a:off x="729360" y="1378080"/>
            <a:ext cx="7688520" cy="296172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t">
            <a:normAutofit fontScale="97000"/>
          </a:bodyPr>
          <a:p>
            <a:pPr indent="0">
              <a:lnSpc>
                <a:spcPct val="115000"/>
              </a:lnSpc>
              <a:buNone/>
              <a:tabLst>
                <a:tab algn="l" pos="0"/>
              </a:tabLst>
            </a:pPr>
            <a:r>
              <a:rPr b="0" lang="el" sz="1600" spc="-1" strike="noStrike">
                <a:solidFill>
                  <a:schemeClr val="accent1"/>
                </a:solidFill>
                <a:latin typeface="Lato"/>
                <a:ea typeface="Lato"/>
              </a:rPr>
              <a:t>Consider the following sorting algorithm: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15000"/>
              </a:lnSpc>
              <a:spcBef>
                <a:spcPts val="1199"/>
              </a:spcBef>
              <a:buNone/>
              <a:tabLst>
                <a:tab algn="l" pos="0"/>
              </a:tabLst>
            </a:pPr>
            <a:r>
              <a:rPr b="0" lang="el" sz="1600" spc="-1" strike="noStrike">
                <a:solidFill>
                  <a:schemeClr val="dk1"/>
                </a:solidFill>
                <a:latin typeface="Consolas"/>
                <a:ea typeface="Consolas"/>
              </a:rPr>
              <a:t>while arr is not sorted: ← There are </a:t>
            </a:r>
            <a:r>
              <a:rPr b="1" lang="el" sz="1600" spc="-1" strike="noStrike">
                <a:solidFill>
                  <a:schemeClr val="dk1"/>
                </a:solidFill>
                <a:latin typeface="Consolas"/>
                <a:ea typeface="Consolas"/>
              </a:rPr>
              <a:t>n!</a:t>
            </a:r>
            <a:r>
              <a:rPr b="0" lang="el" sz="1600" spc="-1" strike="noStrike">
                <a:solidFill>
                  <a:schemeClr val="dk1"/>
                </a:solidFill>
                <a:latin typeface="Consolas"/>
                <a:ea typeface="Consolas"/>
              </a:rPr>
              <a:t> different permutations</a:t>
            </a:r>
            <a:br>
              <a:rPr sz="1600"/>
            </a:br>
            <a:r>
              <a:rPr b="0" lang="el" sz="1600" spc="-1" strike="noStrike">
                <a:solidFill>
                  <a:schemeClr val="accent3"/>
                </a:solidFill>
                <a:latin typeface="Consolas"/>
                <a:ea typeface="Consolas"/>
              </a:rPr>
              <a:t>	</a:t>
            </a:r>
            <a:r>
              <a:rPr b="0" lang="el" sz="1600" spc="-1" strike="noStrike">
                <a:solidFill>
                  <a:schemeClr val="accent3"/>
                </a:solidFill>
                <a:latin typeface="Consolas"/>
                <a:ea typeface="Consolas"/>
              </a:rPr>
              <a:t>randomly shuffle arr ← Each shuffling takes roughly </a:t>
            </a:r>
            <a:r>
              <a:rPr b="1" lang="el" sz="1600" spc="-1" strike="noStrike">
                <a:solidFill>
                  <a:schemeClr val="accent3"/>
                </a:solidFill>
                <a:latin typeface="Consolas"/>
                <a:ea typeface="Consolas"/>
              </a:rPr>
              <a:t>O(n)</a:t>
            </a:r>
            <a:br>
              <a:rPr sz="1600"/>
            </a:br>
            <a:r>
              <a:rPr b="0" lang="el" sz="1600" spc="-1" strike="noStrike">
                <a:solidFill>
                  <a:schemeClr val="accent1"/>
                </a:solidFill>
                <a:latin typeface="Consolas"/>
                <a:ea typeface="Consolas"/>
              </a:rPr>
              <a:t>return arr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15000"/>
              </a:lnSpc>
              <a:spcBef>
                <a:spcPts val="1199"/>
              </a:spcBef>
              <a:buNone/>
              <a:tabLst>
                <a:tab algn="l" pos="0"/>
              </a:tabLst>
            </a:pPr>
            <a:r>
              <a:rPr b="0" lang="el" sz="1600" spc="-1" strike="noStrike">
                <a:solidFill>
                  <a:schemeClr val="accent1"/>
                </a:solidFill>
                <a:latin typeface="Lato"/>
                <a:ea typeface="Lato"/>
              </a:rPr>
              <a:t>arr is sorted!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marL="443160" indent="-320040">
              <a:lnSpc>
                <a:spcPct val="115000"/>
              </a:lnSpc>
              <a:spcBef>
                <a:spcPts val="1199"/>
              </a:spcBef>
              <a:buClr>
                <a:srgbClr val="595959"/>
              </a:buClr>
              <a:buFont typeface="Lato"/>
              <a:buChar char="●"/>
              <a:tabLst>
                <a:tab algn="l" pos="0"/>
              </a:tabLst>
            </a:pPr>
            <a:r>
              <a:rPr b="0" lang="el" sz="1600" spc="-1" strike="noStrike">
                <a:solidFill>
                  <a:schemeClr val="accent1"/>
                </a:solidFill>
                <a:latin typeface="Lato"/>
                <a:ea typeface="Lato"/>
              </a:rPr>
              <a:t>In the worst case, arr will never be shuffled correctly, so infinite time!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marL="443160" indent="-320040">
              <a:lnSpc>
                <a:spcPct val="115000"/>
              </a:lnSpc>
              <a:buClr>
                <a:srgbClr val="595959"/>
              </a:buClr>
              <a:buFont typeface="Lato"/>
              <a:buChar char="●"/>
              <a:tabLst>
                <a:tab algn="l" pos="0"/>
              </a:tabLst>
            </a:pPr>
            <a:r>
              <a:rPr b="0" lang="el" sz="1600" spc="-1" strike="noStrike">
                <a:solidFill>
                  <a:schemeClr val="accent1"/>
                </a:solidFill>
                <a:latin typeface="Lato"/>
                <a:ea typeface="Lato"/>
              </a:rPr>
              <a:t>On average, O((n-1)n!) (n! = 1·2·3·…·n), so, much (much) slower than everything we have seen so far!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51" name="PlaceHolder 3"/>
          <p:cNvSpPr>
            <a:spLocks noGrp="1"/>
          </p:cNvSpPr>
          <p:nvPr>
            <p:ph type="sldNum" idx="35"/>
          </p:nvPr>
        </p:nvSpPr>
        <p:spPr>
          <a:xfrm>
            <a:off x="8536320" y="4749840"/>
            <a:ext cx="548280" cy="39312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ctr">
            <a:norm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l" sz="1000" spc="-1" strike="noStrike">
                <a:solidFill>
                  <a:schemeClr val="accent1"/>
                </a:solidFill>
                <a:latin typeface="Lato"/>
                <a:ea typeface="Lato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77ED8CE7-4B85-490E-ADDB-8F572827FBA7}" type="slidenum">
              <a:rPr b="0" lang="el" sz="1000" spc="-1" strike="noStrike">
                <a:solidFill>
                  <a:schemeClr val="accent1"/>
                </a:solidFill>
                <a:latin typeface="Lato"/>
                <a:ea typeface="Lato"/>
              </a:rPr>
              <a:t>31</a:t>
            </a:fld>
            <a:endParaRPr b="0" lang="en-US" sz="10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321" dur="indefinite" restart="never" nodeType="tmRoot">
          <p:childTnLst>
            <p:seq>
              <p:cTn id="322" dur="indefinite" nodeType="mainSeq">
                <p:childTnLst>
                  <p:par>
                    <p:cTn id="323" fill="hold">
                      <p:stCondLst>
                        <p:cond delay="indefinite"/>
                      </p:stCondLst>
                      <p:childTnLst>
                        <p:par>
                          <p:cTn id="324" fill="hold">
                            <p:stCondLst>
                              <p:cond delay="0"/>
                            </p:stCondLst>
                            <p:childTnLst>
                              <p:par>
                                <p:cTn id="325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7" fill="hold">
                      <p:stCondLst>
                        <p:cond delay="indefinite"/>
                      </p:stCondLst>
                      <p:childTnLst>
                        <p:par>
                          <p:cTn id="328" fill="hold">
                            <p:stCondLst>
                              <p:cond delay="0"/>
                            </p:stCondLst>
                            <p:childTnLst>
                              <p:par>
                                <p:cTn id="329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1" fill="hold">
                      <p:stCondLst>
                        <p:cond delay="indefinite"/>
                      </p:stCondLst>
                      <p:childTnLst>
                        <p:par>
                          <p:cTn id="332" fill="hold">
                            <p:stCondLst>
                              <p:cond delay="0"/>
                            </p:stCondLst>
                            <p:childTnLst>
                              <p:par>
                                <p:cTn id="333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5" fill="hold">
                      <p:stCondLst>
                        <p:cond delay="indefinite"/>
                      </p:stCondLst>
                      <p:childTnLst>
                        <p:par>
                          <p:cTn id="336" fill="hold">
                            <p:stCondLst>
                              <p:cond delay="0"/>
                            </p:stCondLst>
                            <p:childTnLst>
                              <p:par>
                                <p:cTn id="337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9" fill="hold">
                      <p:stCondLst>
                        <p:cond delay="indefinite"/>
                      </p:stCondLst>
                      <p:childTnLst>
                        <p:par>
                          <p:cTn id="340" fill="hold">
                            <p:stCondLst>
                              <p:cond delay="0"/>
                            </p:stCondLst>
                            <p:childTnLst>
                              <p:par>
                                <p:cTn id="341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2" name="PlaceHolder 1"/>
          <p:cNvSpPr>
            <a:spLocks noGrp="1"/>
          </p:cNvSpPr>
          <p:nvPr>
            <p:ph type="title"/>
          </p:nvPr>
        </p:nvSpPr>
        <p:spPr>
          <a:xfrm>
            <a:off x="729360" y="1322280"/>
            <a:ext cx="7688160" cy="151812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t">
            <a:norm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l" sz="3600" spc="-1" strike="noStrike">
                <a:solidFill>
                  <a:schemeClr val="lt1"/>
                </a:solidFill>
                <a:latin typeface="Lato"/>
                <a:ea typeface="Lato"/>
              </a:rPr>
              <a:t>Fibonacci Numbers</a:t>
            </a:r>
            <a:endParaRPr b="0" lang="en-US" sz="3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53" name="PlaceHolder 2"/>
          <p:cNvSpPr>
            <a:spLocks noGrp="1"/>
          </p:cNvSpPr>
          <p:nvPr>
            <p:ph type="sldNum" idx="36"/>
          </p:nvPr>
        </p:nvSpPr>
        <p:spPr>
          <a:xfrm>
            <a:off x="8536320" y="4749840"/>
            <a:ext cx="548280" cy="39312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ctr">
            <a:norm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l" sz="1000" spc="-1" strike="noStrike">
                <a:solidFill>
                  <a:schemeClr val="lt1"/>
                </a:solidFill>
                <a:latin typeface="Lato"/>
                <a:ea typeface="Lato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9A43E0AC-5084-4481-A393-1E9E030F10CB}" type="slidenum">
              <a:rPr b="0" lang="el" sz="1000" spc="-1" strike="noStrike">
                <a:solidFill>
                  <a:schemeClr val="lt1"/>
                </a:solidFill>
                <a:latin typeface="Lato"/>
                <a:ea typeface="Lato"/>
              </a:rPr>
              <a:t>32</a:t>
            </a:fld>
            <a:endParaRPr b="0" lang="en-US" sz="10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4" name="PlaceHolder 1"/>
          <p:cNvSpPr>
            <a:spLocks noGrp="1"/>
          </p:cNvSpPr>
          <p:nvPr>
            <p:ph type="title"/>
          </p:nvPr>
        </p:nvSpPr>
        <p:spPr>
          <a:xfrm>
            <a:off x="729360" y="572040"/>
            <a:ext cx="7688520" cy="53496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t">
            <a:normAutofit fontScale="88000"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l" sz="2600" spc="-1" strike="noStrike">
                <a:solidFill>
                  <a:schemeClr val="dk2"/>
                </a:solidFill>
                <a:latin typeface="Lato"/>
                <a:ea typeface="Lato"/>
              </a:rPr>
              <a:t>Fibonacci numbers</a:t>
            </a:r>
            <a:endParaRPr b="0" lang="en-US" sz="2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55" name="PlaceHolder 2"/>
          <p:cNvSpPr>
            <a:spLocks noGrp="1"/>
          </p:cNvSpPr>
          <p:nvPr>
            <p:ph/>
          </p:nvPr>
        </p:nvSpPr>
        <p:spPr>
          <a:xfrm>
            <a:off x="729360" y="1378080"/>
            <a:ext cx="7688520" cy="296172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t">
            <a:normAutofit/>
          </a:bodyPr>
          <a:p>
            <a:pPr marL="457200" indent="-330120">
              <a:lnSpc>
                <a:spcPct val="115000"/>
              </a:lnSpc>
              <a:buClr>
                <a:srgbClr val="595959"/>
              </a:buClr>
              <a:buFont typeface="Lato"/>
              <a:buChar char="●"/>
            </a:pPr>
            <a:r>
              <a:rPr b="0" lang="el" sz="1600" spc="-1" strike="noStrike">
                <a:solidFill>
                  <a:schemeClr val="accent1"/>
                </a:solidFill>
                <a:latin typeface="Lato"/>
                <a:ea typeface="Lato"/>
              </a:rPr>
              <a:t>A really popular sequence of numbers (</a:t>
            </a:r>
            <a:r>
              <a:rPr b="0" lang="el" sz="1600" spc="-1" strike="noStrike" u="sng">
                <a:solidFill>
                  <a:schemeClr val="hlink"/>
                </a:solidFill>
                <a:uFillTx/>
                <a:latin typeface="Lato"/>
                <a:ea typeface="Lato"/>
                <a:hlinkClick r:id="rId1"/>
              </a:rPr>
              <a:t>Wikipedia</a:t>
            </a:r>
            <a:r>
              <a:rPr b="0" lang="el" sz="1600" spc="-1" strike="noStrike">
                <a:solidFill>
                  <a:schemeClr val="accent1"/>
                </a:solidFill>
                <a:latin typeface="Lato"/>
                <a:ea typeface="Lato"/>
              </a:rPr>
              <a:t>)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marL="457200" indent="-330120">
              <a:lnSpc>
                <a:spcPct val="115000"/>
              </a:lnSpc>
              <a:buClr>
                <a:srgbClr val="595959"/>
              </a:buClr>
              <a:buFont typeface="Lato"/>
              <a:buChar char="●"/>
            </a:pPr>
            <a:r>
              <a:rPr b="0" lang="el" sz="1600" spc="-1" strike="noStrike">
                <a:solidFill>
                  <a:schemeClr val="accent1"/>
                </a:solidFill>
                <a:latin typeface="Lato"/>
                <a:ea typeface="Lato"/>
              </a:rPr>
              <a:t>The first terms of the sequence are: 0, 1, 1, 2, 3, 5, 8, 13, 21, 34, 55, 89, 144, … 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marL="457200" indent="-330120">
              <a:lnSpc>
                <a:spcPct val="115000"/>
              </a:lnSpc>
              <a:buClr>
                <a:srgbClr val="595959"/>
              </a:buClr>
              <a:buFont typeface="Lato"/>
              <a:buChar char="●"/>
            </a:pPr>
            <a:r>
              <a:rPr b="0" lang="el" sz="1600" spc="-1" strike="noStrike">
                <a:solidFill>
                  <a:schemeClr val="accent1"/>
                </a:solidFill>
                <a:latin typeface="Lato"/>
                <a:ea typeface="Lato"/>
              </a:rPr>
              <a:t>f(0) = 0, f(1) = 1.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marL="457200" indent="-330120">
              <a:lnSpc>
                <a:spcPct val="115000"/>
              </a:lnSpc>
              <a:buClr>
                <a:srgbClr val="595959"/>
              </a:buClr>
              <a:buFont typeface="Lato"/>
              <a:buChar char="●"/>
            </a:pPr>
            <a:r>
              <a:rPr b="0" lang="el" sz="1600" spc="-1" strike="noStrike">
                <a:solidFill>
                  <a:schemeClr val="accent1"/>
                </a:solidFill>
                <a:latin typeface="Lato"/>
                <a:ea typeface="Lato"/>
              </a:rPr>
              <a:t>f(2) = f(1) + f(0) = 1.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marL="457200" indent="-330120">
              <a:lnSpc>
                <a:spcPct val="115000"/>
              </a:lnSpc>
              <a:buClr>
                <a:srgbClr val="595959"/>
              </a:buClr>
              <a:buFont typeface="Lato"/>
              <a:buChar char="●"/>
            </a:pPr>
            <a:r>
              <a:rPr b="0" lang="el" sz="1600" spc="-1" strike="noStrike">
                <a:solidFill>
                  <a:schemeClr val="accent1"/>
                </a:solidFill>
                <a:latin typeface="Lato"/>
                <a:ea typeface="Lato"/>
              </a:rPr>
              <a:t>f(3) = f(2) + f(1) = 3.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marL="457200" indent="-330120">
              <a:lnSpc>
                <a:spcPct val="115000"/>
              </a:lnSpc>
              <a:buClr>
                <a:srgbClr val="595959"/>
              </a:buClr>
              <a:buFont typeface="Lato"/>
              <a:buChar char="●"/>
            </a:pPr>
            <a:r>
              <a:rPr b="0" lang="el" sz="1600" spc="-1" strike="noStrike">
                <a:solidFill>
                  <a:schemeClr val="accent1"/>
                </a:solidFill>
                <a:latin typeface="Lato"/>
                <a:ea typeface="Lato"/>
              </a:rPr>
              <a:t>…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marL="457200" indent="-330120">
              <a:lnSpc>
                <a:spcPct val="115000"/>
              </a:lnSpc>
              <a:buClr>
                <a:srgbClr val="595959"/>
              </a:buClr>
              <a:buFont typeface="Lato"/>
              <a:buChar char="●"/>
            </a:pPr>
            <a:r>
              <a:rPr b="0" lang="el" sz="1600" spc="-1" strike="noStrike">
                <a:solidFill>
                  <a:schemeClr val="accent1"/>
                </a:solidFill>
                <a:latin typeface="Lato"/>
                <a:ea typeface="Lato"/>
              </a:rPr>
              <a:t>Each term (except for the first two) is the sum of the two terms right before it.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marL="457200" indent="-330120">
              <a:lnSpc>
                <a:spcPct val="115000"/>
              </a:lnSpc>
              <a:buClr>
                <a:srgbClr val="595959"/>
              </a:buClr>
              <a:buFont typeface="Lato"/>
              <a:buChar char="●"/>
            </a:pPr>
            <a:r>
              <a:rPr b="0" lang="el" sz="1600" spc="-1" strike="noStrike">
                <a:solidFill>
                  <a:schemeClr val="accent1"/>
                </a:solidFill>
                <a:latin typeface="Lato"/>
                <a:ea typeface="Lato"/>
              </a:rPr>
              <a:t>f(n) = f(n-1) + f(n-2).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56" name="PlaceHolder 3"/>
          <p:cNvSpPr>
            <a:spLocks noGrp="1"/>
          </p:cNvSpPr>
          <p:nvPr>
            <p:ph type="sldNum" idx="37"/>
          </p:nvPr>
        </p:nvSpPr>
        <p:spPr>
          <a:xfrm>
            <a:off x="8536320" y="4749840"/>
            <a:ext cx="548280" cy="39312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ctr">
            <a:norm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l" sz="1000" spc="-1" strike="noStrike">
                <a:solidFill>
                  <a:schemeClr val="accent1"/>
                </a:solidFill>
                <a:latin typeface="Lato"/>
                <a:ea typeface="Lato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06545801-A18D-4520-A595-5676FF0D66AC}" type="slidenum">
              <a:rPr b="0" lang="el" sz="1000" spc="-1" strike="noStrike">
                <a:solidFill>
                  <a:schemeClr val="accent1"/>
                </a:solidFill>
                <a:latin typeface="Lato"/>
                <a:ea typeface="Lato"/>
              </a:rPr>
              <a:t>33</a:t>
            </a:fld>
            <a:endParaRPr b="0" lang="en-US" sz="10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343" dur="indefinite" restart="never" nodeType="tmRoot">
          <p:childTnLst>
            <p:seq>
              <p:cTn id="344" dur="indefinite" nodeType="mainSeq">
                <p:childTnLst>
                  <p:par>
                    <p:cTn id="345" fill="hold">
                      <p:stCondLst>
                        <p:cond delay="indefinite"/>
                      </p:stCondLst>
                      <p:childTnLst>
                        <p:par>
                          <p:cTn id="346" fill="hold">
                            <p:stCondLst>
                              <p:cond delay="0"/>
                            </p:stCondLst>
                            <p:childTnLst>
                              <p:par>
                                <p:cTn id="347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9" fill="hold">
                      <p:stCondLst>
                        <p:cond delay="indefinite"/>
                      </p:stCondLst>
                      <p:childTnLst>
                        <p:par>
                          <p:cTn id="350" fill="hold">
                            <p:stCondLst>
                              <p:cond delay="0"/>
                            </p:stCondLst>
                            <p:childTnLst>
                              <p:par>
                                <p:cTn id="351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3" fill="hold">
                      <p:stCondLst>
                        <p:cond delay="indefinite"/>
                      </p:stCondLst>
                      <p:childTnLst>
                        <p:par>
                          <p:cTn id="354" fill="hold">
                            <p:stCondLst>
                              <p:cond delay="0"/>
                            </p:stCondLst>
                            <p:childTnLst>
                              <p:par>
                                <p:cTn id="355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7" fill="hold">
                      <p:stCondLst>
                        <p:cond delay="indefinite"/>
                      </p:stCondLst>
                      <p:childTnLst>
                        <p:par>
                          <p:cTn id="358" fill="hold">
                            <p:stCondLst>
                              <p:cond delay="0"/>
                            </p:stCondLst>
                            <p:childTnLst>
                              <p:par>
                                <p:cTn id="359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1" fill="hold">
                      <p:stCondLst>
                        <p:cond delay="indefinite"/>
                      </p:stCondLst>
                      <p:childTnLst>
                        <p:par>
                          <p:cTn id="362" fill="hold">
                            <p:stCondLst>
                              <p:cond delay="0"/>
                            </p:stCondLst>
                            <p:childTnLst>
                              <p:par>
                                <p:cTn id="363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5" fill="hold">
                      <p:stCondLst>
                        <p:cond delay="indefinite"/>
                      </p:stCondLst>
                      <p:childTnLst>
                        <p:par>
                          <p:cTn id="366" fill="hold">
                            <p:stCondLst>
                              <p:cond delay="0"/>
                            </p:stCondLst>
                            <p:childTnLst>
                              <p:par>
                                <p:cTn id="367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9" fill="hold">
                      <p:stCondLst>
                        <p:cond delay="indefinite"/>
                      </p:stCondLst>
                      <p:childTnLst>
                        <p:par>
                          <p:cTn id="370" fill="hold">
                            <p:stCondLst>
                              <p:cond delay="0"/>
                            </p:stCondLst>
                            <p:childTnLst>
                              <p:par>
                                <p:cTn id="371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3" fill="hold">
                      <p:stCondLst>
                        <p:cond delay="indefinite"/>
                      </p:stCondLst>
                      <p:childTnLst>
                        <p:par>
                          <p:cTn id="374" fill="hold">
                            <p:stCondLst>
                              <p:cond delay="0"/>
                            </p:stCondLst>
                            <p:childTnLst>
                              <p:par>
                                <p:cTn id="375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7" fill="hold">
                      <p:stCondLst>
                        <p:cond delay="indefinite"/>
                      </p:stCondLst>
                      <p:childTnLst>
                        <p:par>
                          <p:cTn id="378" fill="hold">
                            <p:stCondLst>
                              <p:cond delay="0"/>
                            </p:stCondLst>
                            <p:childTnLst>
                              <p:par>
                                <p:cTn id="379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1" fill="hold">
                      <p:stCondLst>
                        <p:cond delay="indefinite"/>
                      </p:stCondLst>
                      <p:childTnLst>
                        <p:par>
                          <p:cTn id="382" fill="hold">
                            <p:stCondLst>
                              <p:cond delay="0"/>
                            </p:stCondLst>
                            <p:childTnLst>
                              <p:par>
                                <p:cTn id="383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5" fill="hold">
                      <p:stCondLst>
                        <p:cond delay="indefinite"/>
                      </p:stCondLst>
                      <p:childTnLst>
                        <p:par>
                          <p:cTn id="386" fill="hold">
                            <p:stCondLst>
                              <p:cond delay="0"/>
                            </p:stCondLst>
                            <p:childTnLst>
                              <p:par>
                                <p:cTn id="387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9" fill="hold">
                      <p:stCondLst>
                        <p:cond delay="indefinite"/>
                      </p:stCondLst>
                      <p:childTnLst>
                        <p:par>
                          <p:cTn id="390" fill="hold">
                            <p:stCondLst>
                              <p:cond delay="0"/>
                            </p:stCondLst>
                            <p:childTnLst>
                              <p:par>
                                <p:cTn id="391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3" fill="hold">
                      <p:stCondLst>
                        <p:cond delay="indefinite"/>
                      </p:stCondLst>
                      <p:childTnLst>
                        <p:par>
                          <p:cTn id="394" fill="hold">
                            <p:stCondLst>
                              <p:cond delay="0"/>
                            </p:stCondLst>
                            <p:childTnLst>
                              <p:par>
                                <p:cTn id="395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7" fill="hold">
                      <p:stCondLst>
                        <p:cond delay="indefinite"/>
                      </p:stCondLst>
                      <p:childTnLst>
                        <p:par>
                          <p:cTn id="398" fill="hold">
                            <p:stCondLst>
                              <p:cond delay="0"/>
                            </p:stCondLst>
                            <p:childTnLst>
                              <p:par>
                                <p:cTn id="399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1" fill="hold">
                      <p:stCondLst>
                        <p:cond delay="indefinite"/>
                      </p:stCondLst>
                      <p:childTnLst>
                        <p:par>
                          <p:cTn id="402" fill="hold">
                            <p:stCondLst>
                              <p:cond delay="0"/>
                            </p:stCondLst>
                            <p:childTnLst>
                              <p:par>
                                <p:cTn id="403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5" fill="hold">
                      <p:stCondLst>
                        <p:cond delay="indefinite"/>
                      </p:stCondLst>
                      <p:childTnLst>
                        <p:par>
                          <p:cTn id="406" fill="hold">
                            <p:stCondLst>
                              <p:cond delay="0"/>
                            </p:stCondLst>
                            <p:childTnLst>
                              <p:par>
                                <p:cTn id="407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7" name="PlaceHolder 1"/>
          <p:cNvSpPr>
            <a:spLocks noGrp="1"/>
          </p:cNvSpPr>
          <p:nvPr>
            <p:ph type="title"/>
          </p:nvPr>
        </p:nvSpPr>
        <p:spPr>
          <a:xfrm>
            <a:off x="729360" y="572040"/>
            <a:ext cx="7688520" cy="53496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t">
            <a:normAutofit fontScale="88000"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l" sz="2600" spc="-1" strike="noStrike">
                <a:solidFill>
                  <a:schemeClr val="dk2"/>
                </a:solidFill>
                <a:latin typeface="Lato"/>
                <a:ea typeface="Lato"/>
              </a:rPr>
              <a:t>One way to compute them all</a:t>
            </a:r>
            <a:endParaRPr b="0" lang="en-US" sz="2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58" name="PlaceHolder 2"/>
          <p:cNvSpPr>
            <a:spLocks noGrp="1"/>
          </p:cNvSpPr>
          <p:nvPr>
            <p:ph/>
          </p:nvPr>
        </p:nvSpPr>
        <p:spPr>
          <a:xfrm>
            <a:off x="729360" y="1378080"/>
            <a:ext cx="7688520" cy="376488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t">
            <a:normAutofit fontScale="97000"/>
          </a:bodyPr>
          <a:p>
            <a:pPr indent="0">
              <a:lnSpc>
                <a:spcPct val="115000"/>
              </a:lnSpc>
              <a:buNone/>
              <a:tabLst>
                <a:tab algn="l" pos="0"/>
              </a:tabLst>
            </a:pPr>
            <a:r>
              <a:rPr b="0" lang="el" sz="1600" spc="-1" strike="noStrike">
                <a:solidFill>
                  <a:schemeClr val="accent1"/>
                </a:solidFill>
                <a:latin typeface="Lato"/>
                <a:ea typeface="Lato"/>
              </a:rPr>
              <a:t>Consider the following python script (‘</a:t>
            </a:r>
            <a:r>
              <a:rPr b="0" lang="el" sz="1600" spc="-1" strike="noStrike">
                <a:solidFill>
                  <a:schemeClr val="accent1"/>
                </a:solidFill>
                <a:latin typeface="Consolas"/>
                <a:ea typeface="Consolas"/>
              </a:rPr>
              <a:t>fibonacci/fib.py</a:t>
            </a:r>
            <a:r>
              <a:rPr b="0" lang="el" sz="1600" spc="-1" strike="noStrike">
                <a:solidFill>
                  <a:schemeClr val="accent1"/>
                </a:solidFill>
                <a:latin typeface="Lato"/>
                <a:ea typeface="Lato"/>
              </a:rPr>
              <a:t>’). How does it work? How long will it take to execute to compute the n-th Fibonacci number? Any better ideas?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15000"/>
              </a:lnSpc>
              <a:spcBef>
                <a:spcPts val="1199"/>
              </a:spcBef>
              <a:spcAft>
                <a:spcPts val="1199"/>
              </a:spcAft>
              <a:buNone/>
              <a:tabLst>
                <a:tab algn="l" pos="0"/>
              </a:tabLst>
            </a:pPr>
            <a:r>
              <a:rPr b="0" lang="el" sz="1600" spc="-1" strike="noStrike">
                <a:solidFill>
                  <a:schemeClr val="accent1"/>
                </a:solidFill>
                <a:latin typeface="Consolas"/>
                <a:ea typeface="Consolas"/>
              </a:rPr>
              <a:t>def fib(n):</a:t>
            </a:r>
            <a:br>
              <a:rPr sz="1600"/>
            </a:br>
            <a:r>
              <a:rPr b="0" lang="el" sz="1600" spc="-1" strike="noStrike">
                <a:solidFill>
                  <a:schemeClr val="accent1"/>
                </a:solidFill>
                <a:latin typeface="Consolas"/>
                <a:ea typeface="Consolas"/>
              </a:rPr>
              <a:t>	</a:t>
            </a:r>
            <a:r>
              <a:rPr b="0" lang="el" sz="1600" spc="-1" strike="noStrike">
                <a:solidFill>
                  <a:schemeClr val="accent1"/>
                </a:solidFill>
                <a:latin typeface="Consolas"/>
                <a:ea typeface="Consolas"/>
              </a:rPr>
              <a:t>result = 0</a:t>
            </a:r>
            <a:br>
              <a:rPr sz="1600"/>
            </a:br>
            <a:r>
              <a:rPr b="0" lang="el" sz="1600" spc="-1" strike="noStrike">
                <a:solidFill>
                  <a:schemeClr val="accent1"/>
                </a:solidFill>
                <a:latin typeface="Consolas"/>
                <a:ea typeface="Consolas"/>
              </a:rPr>
              <a:t>	</a:t>
            </a:r>
            <a:r>
              <a:rPr b="0" lang="el" sz="1600" spc="-1" strike="noStrike">
                <a:solidFill>
                  <a:schemeClr val="accent1"/>
                </a:solidFill>
                <a:latin typeface="Consolas"/>
                <a:ea typeface="Consolas"/>
              </a:rPr>
              <a:t>f = [n]</a:t>
            </a:r>
            <a:br>
              <a:rPr sz="1600"/>
            </a:br>
            <a:r>
              <a:rPr b="0" lang="el" sz="1600" spc="-1" strike="noStrike">
                <a:solidFill>
                  <a:schemeClr val="accent1"/>
                </a:solidFill>
                <a:latin typeface="Consolas"/>
                <a:ea typeface="Consolas"/>
              </a:rPr>
              <a:t>	</a:t>
            </a:r>
            <a:r>
              <a:rPr b="0" lang="el" sz="1600" spc="-1" strike="noStrike">
                <a:solidFill>
                  <a:schemeClr val="accent1"/>
                </a:solidFill>
                <a:latin typeface="Consolas"/>
                <a:ea typeface="Consolas"/>
              </a:rPr>
              <a:t>while f:</a:t>
            </a:r>
            <a:br>
              <a:rPr sz="1600"/>
            </a:br>
            <a:r>
              <a:rPr b="0" lang="el" sz="1600" spc="-1" strike="noStrike">
                <a:solidFill>
                  <a:schemeClr val="accent1"/>
                </a:solidFill>
                <a:latin typeface="Consolas"/>
                <a:ea typeface="Consolas"/>
              </a:rPr>
              <a:t>	</a:t>
            </a:r>
            <a:r>
              <a:rPr b="0" lang="el" sz="1600" spc="-1" strike="noStrike">
                <a:solidFill>
                  <a:schemeClr val="accent1"/>
                </a:solidFill>
                <a:latin typeface="Consolas"/>
                <a:ea typeface="Consolas"/>
              </a:rPr>
              <a:t>	</a:t>
            </a:r>
            <a:r>
              <a:rPr b="0" lang="el" sz="1600" spc="-1" strike="noStrike">
                <a:solidFill>
                  <a:schemeClr val="accent1"/>
                </a:solidFill>
                <a:latin typeface="Consolas"/>
                <a:ea typeface="Consolas"/>
              </a:rPr>
              <a:t>current = f.pop()</a:t>
            </a:r>
            <a:br>
              <a:rPr sz="1600"/>
            </a:br>
            <a:r>
              <a:rPr b="0" lang="el" sz="1600" spc="-1" strike="noStrike">
                <a:solidFill>
                  <a:schemeClr val="accent1"/>
                </a:solidFill>
                <a:latin typeface="Consolas"/>
                <a:ea typeface="Consolas"/>
              </a:rPr>
              <a:t>	</a:t>
            </a:r>
            <a:r>
              <a:rPr b="0" lang="el" sz="1600" spc="-1" strike="noStrike">
                <a:solidFill>
                  <a:schemeClr val="accent1"/>
                </a:solidFill>
                <a:latin typeface="Consolas"/>
                <a:ea typeface="Consolas"/>
              </a:rPr>
              <a:t>	</a:t>
            </a:r>
            <a:r>
              <a:rPr b="0" lang="el" sz="1600" spc="-1" strike="noStrike">
                <a:solidFill>
                  <a:schemeClr val="accent1"/>
                </a:solidFill>
                <a:latin typeface="Consolas"/>
                <a:ea typeface="Consolas"/>
              </a:rPr>
              <a:t>if current in [0, 1]:</a:t>
            </a:r>
            <a:br>
              <a:rPr sz="1600"/>
            </a:br>
            <a:r>
              <a:rPr b="0" lang="el" sz="1600" spc="-1" strike="noStrike">
                <a:solidFill>
                  <a:schemeClr val="accent1"/>
                </a:solidFill>
                <a:latin typeface="Consolas"/>
                <a:ea typeface="Consolas"/>
              </a:rPr>
              <a:t>	</a:t>
            </a:r>
            <a:r>
              <a:rPr b="0" lang="el" sz="1600" spc="-1" strike="noStrike">
                <a:solidFill>
                  <a:schemeClr val="accent1"/>
                </a:solidFill>
                <a:latin typeface="Consolas"/>
                <a:ea typeface="Consolas"/>
              </a:rPr>
              <a:t>	</a:t>
            </a:r>
            <a:r>
              <a:rPr b="0" lang="el" sz="1600" spc="-1" strike="noStrike">
                <a:solidFill>
                  <a:schemeClr val="accent1"/>
                </a:solidFill>
                <a:latin typeface="Consolas"/>
                <a:ea typeface="Consolas"/>
              </a:rPr>
              <a:t>	</a:t>
            </a:r>
            <a:r>
              <a:rPr b="0" lang="el" sz="1600" spc="-1" strike="noStrike">
                <a:solidFill>
                  <a:schemeClr val="accent1"/>
                </a:solidFill>
                <a:latin typeface="Consolas"/>
                <a:ea typeface="Consolas"/>
              </a:rPr>
              <a:t>result += current</a:t>
            </a:r>
            <a:br>
              <a:rPr sz="1600"/>
            </a:br>
            <a:r>
              <a:rPr b="0" lang="el" sz="1600" spc="-1" strike="noStrike">
                <a:solidFill>
                  <a:schemeClr val="accent1"/>
                </a:solidFill>
                <a:latin typeface="Consolas"/>
                <a:ea typeface="Consolas"/>
              </a:rPr>
              <a:t>	</a:t>
            </a:r>
            <a:r>
              <a:rPr b="0" lang="el" sz="1600" spc="-1" strike="noStrike">
                <a:solidFill>
                  <a:schemeClr val="accent1"/>
                </a:solidFill>
                <a:latin typeface="Consolas"/>
                <a:ea typeface="Consolas"/>
              </a:rPr>
              <a:t>	</a:t>
            </a:r>
            <a:r>
              <a:rPr b="0" lang="el" sz="1600" spc="-1" strike="noStrike">
                <a:solidFill>
                  <a:schemeClr val="accent1"/>
                </a:solidFill>
                <a:latin typeface="Consolas"/>
                <a:ea typeface="Consolas"/>
              </a:rPr>
              <a:t>else:</a:t>
            </a:r>
            <a:br>
              <a:rPr sz="1600"/>
            </a:br>
            <a:r>
              <a:rPr b="0" lang="el" sz="1600" spc="-1" strike="noStrike">
                <a:solidFill>
                  <a:schemeClr val="accent1"/>
                </a:solidFill>
                <a:latin typeface="Consolas"/>
                <a:ea typeface="Consolas"/>
              </a:rPr>
              <a:t>	</a:t>
            </a:r>
            <a:r>
              <a:rPr b="0" lang="el" sz="1600" spc="-1" strike="noStrike">
                <a:solidFill>
                  <a:schemeClr val="accent1"/>
                </a:solidFill>
                <a:latin typeface="Consolas"/>
                <a:ea typeface="Consolas"/>
              </a:rPr>
              <a:t>	</a:t>
            </a:r>
            <a:r>
              <a:rPr b="0" lang="el" sz="1600" spc="-1" strike="noStrike">
                <a:solidFill>
                  <a:schemeClr val="accent1"/>
                </a:solidFill>
                <a:latin typeface="Consolas"/>
                <a:ea typeface="Consolas"/>
              </a:rPr>
              <a:t>	</a:t>
            </a:r>
            <a:r>
              <a:rPr b="0" lang="el" sz="1600" spc="-1" strike="noStrike">
                <a:solidFill>
                  <a:schemeClr val="accent1"/>
                </a:solidFill>
                <a:latin typeface="Consolas"/>
                <a:ea typeface="Consolas"/>
              </a:rPr>
              <a:t>f += [current - 1, current - 2] </a:t>
            </a:r>
            <a:br>
              <a:rPr sz="1600"/>
            </a:br>
            <a:r>
              <a:rPr b="0" lang="el" sz="1600" spc="-1" strike="noStrike">
                <a:solidFill>
                  <a:schemeClr val="accent1"/>
                </a:solidFill>
                <a:latin typeface="Consolas"/>
                <a:ea typeface="Consolas"/>
              </a:rPr>
              <a:t>return result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59" name="PlaceHolder 3"/>
          <p:cNvSpPr>
            <a:spLocks noGrp="1"/>
          </p:cNvSpPr>
          <p:nvPr>
            <p:ph type="sldNum" idx="38"/>
          </p:nvPr>
        </p:nvSpPr>
        <p:spPr>
          <a:xfrm>
            <a:off x="8536320" y="4749840"/>
            <a:ext cx="548280" cy="39312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ctr">
            <a:norm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l" sz="1000" spc="-1" strike="noStrike">
                <a:solidFill>
                  <a:schemeClr val="accent1"/>
                </a:solidFill>
                <a:latin typeface="Lato"/>
                <a:ea typeface="Lato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B6C74164-5BC1-4D2D-A2AF-4626E498B287}" type="slidenum">
              <a:rPr b="0" lang="el" sz="1000" spc="-1" strike="noStrike">
                <a:solidFill>
                  <a:schemeClr val="accent1"/>
                </a:solidFill>
                <a:latin typeface="Lato"/>
                <a:ea typeface="Lato"/>
              </a:rPr>
              <a:t>34</a:t>
            </a:fld>
            <a:endParaRPr b="0" lang="en-US" sz="10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409" dur="indefinite" restart="never" nodeType="tmRoot">
          <p:childTnLst>
            <p:seq>
              <p:cTn id="410" dur="indefinite" nodeType="mainSeq">
                <p:childTnLst>
                  <p:par>
                    <p:cTn id="411" fill="hold">
                      <p:stCondLst>
                        <p:cond delay="indefinite"/>
                      </p:stCondLst>
                      <p:childTnLst>
                        <p:par>
                          <p:cTn id="412" fill="hold">
                            <p:stCondLst>
                              <p:cond delay="0"/>
                            </p:stCondLst>
                            <p:childTnLst>
                              <p:par>
                                <p:cTn id="413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5" fill="hold">
                      <p:stCondLst>
                        <p:cond delay="indefinite"/>
                      </p:stCondLst>
                      <p:childTnLst>
                        <p:par>
                          <p:cTn id="416" fill="hold">
                            <p:stCondLst>
                              <p:cond delay="0"/>
                            </p:stCondLst>
                            <p:childTnLst>
                              <p:par>
                                <p:cTn id="417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9" fill="hold">
                      <p:stCondLst>
                        <p:cond delay="indefinite"/>
                      </p:stCondLst>
                      <p:childTnLst>
                        <p:par>
                          <p:cTn id="420" fill="hold">
                            <p:stCondLst>
                              <p:cond delay="0"/>
                            </p:stCondLst>
                            <p:childTnLst>
                              <p:par>
                                <p:cTn id="421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3" fill="hold">
                      <p:stCondLst>
                        <p:cond delay="indefinite"/>
                      </p:stCondLst>
                      <p:childTnLst>
                        <p:par>
                          <p:cTn id="424" fill="hold">
                            <p:stCondLst>
                              <p:cond delay="0"/>
                            </p:stCondLst>
                            <p:childTnLst>
                              <p:par>
                                <p:cTn id="425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0" name="PlaceHolder 1"/>
          <p:cNvSpPr>
            <a:spLocks noGrp="1"/>
          </p:cNvSpPr>
          <p:nvPr>
            <p:ph type="title"/>
          </p:nvPr>
        </p:nvSpPr>
        <p:spPr>
          <a:xfrm>
            <a:off x="729360" y="572040"/>
            <a:ext cx="7688520" cy="53496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t">
            <a:normAutofit fontScale="88000"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l" sz="2600" spc="-1" strike="noStrike">
                <a:solidFill>
                  <a:schemeClr val="dk2"/>
                </a:solidFill>
                <a:latin typeface="Lato"/>
                <a:ea typeface="Lato"/>
              </a:rPr>
              <a:t>An Example</a:t>
            </a:r>
            <a:endParaRPr b="0" lang="en-US" sz="2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61" name="PlaceHolder 2"/>
          <p:cNvSpPr>
            <a:spLocks noGrp="1"/>
          </p:cNvSpPr>
          <p:nvPr>
            <p:ph/>
          </p:nvPr>
        </p:nvSpPr>
        <p:spPr>
          <a:xfrm>
            <a:off x="729360" y="1378080"/>
            <a:ext cx="3948120" cy="217800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t">
            <a:normAutofit fontScale="97000"/>
          </a:bodyPr>
          <a:p>
            <a:pPr indent="0">
              <a:lnSpc>
                <a:spcPct val="115000"/>
              </a:lnSpc>
              <a:spcAft>
                <a:spcPts val="1199"/>
              </a:spcAft>
              <a:buNone/>
              <a:tabLst>
                <a:tab algn="l" pos="0"/>
              </a:tabLst>
            </a:pPr>
            <a:r>
              <a:rPr b="0" lang="el" sz="1100" spc="-1" strike="noStrike">
                <a:solidFill>
                  <a:schemeClr val="accent1"/>
                </a:solidFill>
                <a:latin typeface="Consolas"/>
                <a:ea typeface="Consolas"/>
              </a:rPr>
              <a:t>def fib(n):</a:t>
            </a:r>
            <a:br>
              <a:rPr sz="1100"/>
            </a:br>
            <a:r>
              <a:rPr b="0" lang="el" sz="1100" spc="-1" strike="noStrike">
                <a:solidFill>
                  <a:schemeClr val="accent1"/>
                </a:solidFill>
                <a:latin typeface="Consolas"/>
                <a:ea typeface="Consolas"/>
              </a:rPr>
              <a:t>	</a:t>
            </a:r>
            <a:r>
              <a:rPr b="0" lang="el" sz="1100" spc="-1" strike="noStrike">
                <a:solidFill>
                  <a:schemeClr val="accent1"/>
                </a:solidFill>
                <a:latin typeface="Consolas"/>
                <a:ea typeface="Consolas"/>
              </a:rPr>
              <a:t>result = 0</a:t>
            </a:r>
            <a:br>
              <a:rPr sz="1100"/>
            </a:br>
            <a:r>
              <a:rPr b="0" lang="el" sz="1100" spc="-1" strike="noStrike">
                <a:solidFill>
                  <a:schemeClr val="accent1"/>
                </a:solidFill>
                <a:latin typeface="Consolas"/>
                <a:ea typeface="Consolas"/>
              </a:rPr>
              <a:t>	</a:t>
            </a:r>
            <a:r>
              <a:rPr b="0" lang="el" sz="1100" spc="-1" strike="noStrike">
                <a:solidFill>
                  <a:schemeClr val="accent1"/>
                </a:solidFill>
                <a:latin typeface="Consolas"/>
                <a:ea typeface="Consolas"/>
              </a:rPr>
              <a:t>f = [n]</a:t>
            </a:r>
            <a:br>
              <a:rPr sz="1100"/>
            </a:br>
            <a:r>
              <a:rPr b="0" lang="el" sz="1100" spc="-1" strike="noStrike">
                <a:solidFill>
                  <a:schemeClr val="accent1"/>
                </a:solidFill>
                <a:latin typeface="Consolas"/>
                <a:ea typeface="Consolas"/>
              </a:rPr>
              <a:t>	</a:t>
            </a:r>
            <a:r>
              <a:rPr b="0" lang="el" sz="1100" spc="-1" strike="noStrike">
                <a:solidFill>
                  <a:schemeClr val="accent1"/>
                </a:solidFill>
                <a:latin typeface="Consolas"/>
                <a:ea typeface="Consolas"/>
              </a:rPr>
              <a:t>while f:</a:t>
            </a:r>
            <a:br>
              <a:rPr sz="1100"/>
            </a:br>
            <a:r>
              <a:rPr b="0" lang="el" sz="1100" spc="-1" strike="noStrike">
                <a:solidFill>
                  <a:schemeClr val="accent1"/>
                </a:solidFill>
                <a:latin typeface="Consolas"/>
                <a:ea typeface="Consolas"/>
              </a:rPr>
              <a:t>	</a:t>
            </a:r>
            <a:r>
              <a:rPr b="0" lang="el" sz="1100" spc="-1" strike="noStrike">
                <a:solidFill>
                  <a:schemeClr val="accent1"/>
                </a:solidFill>
                <a:latin typeface="Consolas"/>
                <a:ea typeface="Consolas"/>
              </a:rPr>
              <a:t>	</a:t>
            </a:r>
            <a:r>
              <a:rPr b="0" lang="el" sz="1100" spc="-1" strike="noStrike">
                <a:solidFill>
                  <a:schemeClr val="accent1"/>
                </a:solidFill>
                <a:latin typeface="Consolas"/>
                <a:ea typeface="Consolas"/>
              </a:rPr>
              <a:t>current = f.pop()</a:t>
            </a:r>
            <a:br>
              <a:rPr sz="1100"/>
            </a:br>
            <a:r>
              <a:rPr b="0" lang="el" sz="1100" spc="-1" strike="noStrike">
                <a:solidFill>
                  <a:schemeClr val="accent1"/>
                </a:solidFill>
                <a:latin typeface="Consolas"/>
                <a:ea typeface="Consolas"/>
              </a:rPr>
              <a:t>	</a:t>
            </a:r>
            <a:r>
              <a:rPr b="0" lang="el" sz="1100" spc="-1" strike="noStrike">
                <a:solidFill>
                  <a:schemeClr val="accent1"/>
                </a:solidFill>
                <a:latin typeface="Consolas"/>
                <a:ea typeface="Consolas"/>
              </a:rPr>
              <a:t>	</a:t>
            </a:r>
            <a:r>
              <a:rPr b="0" lang="el" sz="1100" spc="-1" strike="noStrike">
                <a:solidFill>
                  <a:schemeClr val="accent1"/>
                </a:solidFill>
                <a:latin typeface="Consolas"/>
                <a:ea typeface="Consolas"/>
              </a:rPr>
              <a:t>if current in [0, 1]:</a:t>
            </a:r>
            <a:br>
              <a:rPr sz="1100"/>
            </a:br>
            <a:r>
              <a:rPr b="0" lang="el" sz="1100" spc="-1" strike="noStrike">
                <a:solidFill>
                  <a:schemeClr val="accent1"/>
                </a:solidFill>
                <a:latin typeface="Consolas"/>
                <a:ea typeface="Consolas"/>
              </a:rPr>
              <a:t>	</a:t>
            </a:r>
            <a:r>
              <a:rPr b="0" lang="el" sz="1100" spc="-1" strike="noStrike">
                <a:solidFill>
                  <a:schemeClr val="accent1"/>
                </a:solidFill>
                <a:latin typeface="Consolas"/>
                <a:ea typeface="Consolas"/>
              </a:rPr>
              <a:t>	</a:t>
            </a:r>
            <a:r>
              <a:rPr b="0" lang="el" sz="1100" spc="-1" strike="noStrike">
                <a:solidFill>
                  <a:schemeClr val="accent1"/>
                </a:solidFill>
                <a:latin typeface="Consolas"/>
                <a:ea typeface="Consolas"/>
              </a:rPr>
              <a:t>	</a:t>
            </a:r>
            <a:r>
              <a:rPr b="0" lang="el" sz="1100" spc="-1" strike="noStrike">
                <a:solidFill>
                  <a:schemeClr val="accent1"/>
                </a:solidFill>
                <a:latin typeface="Consolas"/>
                <a:ea typeface="Consolas"/>
              </a:rPr>
              <a:t>result += current</a:t>
            </a:r>
            <a:br>
              <a:rPr sz="1100"/>
            </a:br>
            <a:r>
              <a:rPr b="0" lang="el" sz="1100" spc="-1" strike="noStrike">
                <a:solidFill>
                  <a:schemeClr val="accent1"/>
                </a:solidFill>
                <a:latin typeface="Consolas"/>
                <a:ea typeface="Consolas"/>
              </a:rPr>
              <a:t>	</a:t>
            </a:r>
            <a:r>
              <a:rPr b="0" lang="el" sz="1100" spc="-1" strike="noStrike">
                <a:solidFill>
                  <a:schemeClr val="accent1"/>
                </a:solidFill>
                <a:latin typeface="Consolas"/>
                <a:ea typeface="Consolas"/>
              </a:rPr>
              <a:t>	</a:t>
            </a:r>
            <a:r>
              <a:rPr b="0" lang="el" sz="1100" spc="-1" strike="noStrike">
                <a:solidFill>
                  <a:schemeClr val="accent1"/>
                </a:solidFill>
                <a:latin typeface="Consolas"/>
                <a:ea typeface="Consolas"/>
              </a:rPr>
              <a:t>else:</a:t>
            </a:r>
            <a:br>
              <a:rPr sz="1100"/>
            </a:br>
            <a:r>
              <a:rPr b="0" lang="el" sz="1100" spc="-1" strike="noStrike">
                <a:solidFill>
                  <a:schemeClr val="accent1"/>
                </a:solidFill>
                <a:latin typeface="Consolas"/>
                <a:ea typeface="Consolas"/>
              </a:rPr>
              <a:t>	</a:t>
            </a:r>
            <a:r>
              <a:rPr b="0" lang="el" sz="1100" spc="-1" strike="noStrike">
                <a:solidFill>
                  <a:schemeClr val="accent1"/>
                </a:solidFill>
                <a:latin typeface="Consolas"/>
                <a:ea typeface="Consolas"/>
              </a:rPr>
              <a:t>	</a:t>
            </a:r>
            <a:r>
              <a:rPr b="0" lang="el" sz="1100" spc="-1" strike="noStrike">
                <a:solidFill>
                  <a:schemeClr val="accent1"/>
                </a:solidFill>
                <a:latin typeface="Consolas"/>
                <a:ea typeface="Consolas"/>
              </a:rPr>
              <a:t>	</a:t>
            </a:r>
            <a:r>
              <a:rPr b="0" lang="el" sz="1100" spc="-1" strike="noStrike">
                <a:solidFill>
                  <a:schemeClr val="accent1"/>
                </a:solidFill>
                <a:latin typeface="Consolas"/>
                <a:ea typeface="Consolas"/>
              </a:rPr>
              <a:t>f += [current - 1, current - 2] </a:t>
            </a:r>
            <a:br>
              <a:rPr sz="1100"/>
            </a:br>
            <a:r>
              <a:rPr b="0" lang="el" sz="1100" spc="-1" strike="noStrike">
                <a:solidFill>
                  <a:schemeClr val="accent1"/>
                </a:solidFill>
                <a:latin typeface="Consolas"/>
                <a:ea typeface="Consolas"/>
              </a:rPr>
              <a:t>return result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62" name="PlaceHolder 3"/>
          <p:cNvSpPr>
            <a:spLocks noGrp="1"/>
          </p:cNvSpPr>
          <p:nvPr>
            <p:ph type="sldNum" idx="39"/>
          </p:nvPr>
        </p:nvSpPr>
        <p:spPr>
          <a:xfrm>
            <a:off x="8536320" y="4749840"/>
            <a:ext cx="548280" cy="39312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ctr">
            <a:norm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l" sz="1000" spc="-1" strike="noStrike">
                <a:solidFill>
                  <a:schemeClr val="accent1"/>
                </a:solidFill>
                <a:latin typeface="Lato"/>
                <a:ea typeface="Lato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0079DDE6-FF75-4243-80FE-44E791CFAC75}" type="slidenum">
              <a:rPr b="0" lang="el" sz="1000" spc="-1" strike="noStrike">
                <a:solidFill>
                  <a:schemeClr val="accent1"/>
                </a:solidFill>
                <a:latin typeface="Lato"/>
                <a:ea typeface="Lato"/>
              </a:rPr>
              <a:t>35</a:t>
            </a:fld>
            <a:endParaRPr b="0" lang="en-US" sz="1000" spc="-1" strike="noStrike">
              <a:solidFill>
                <a:srgbClr val="000000"/>
              </a:solidFill>
              <a:latin typeface="Times New Roman"/>
            </a:endParaRPr>
          </a:p>
        </p:txBody>
      </p:sp>
      <p:graphicFrame>
        <p:nvGraphicFramePr>
          <p:cNvPr id="663" name="Google Shape;696;p50"/>
          <p:cNvGraphicFramePr/>
          <p:nvPr/>
        </p:nvGraphicFramePr>
        <p:xfrm>
          <a:off x="4677840" y="1107000"/>
          <a:ext cx="4070880" cy="3508920"/>
        </p:xfrm>
        <a:graphic>
          <a:graphicData uri="http://schemas.openxmlformats.org/drawingml/2006/table">
            <a:tbl>
              <a:tblPr/>
              <a:tblGrid>
                <a:gridCol w="1017720"/>
                <a:gridCol w="1017720"/>
                <a:gridCol w="1017720"/>
                <a:gridCol w="1017720"/>
              </a:tblGrid>
              <a:tr h="371520">
                <a:tc>
                  <a:txBody>
                    <a:bodyPr lIns="91080" rIns="91080" tIns="91080" bIns="9108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l" sz="1200" spc="-1" strike="noStrike">
                          <a:solidFill>
                            <a:schemeClr val="accent1"/>
                          </a:solidFill>
                          <a:latin typeface="Consolas"/>
                          <a:ea typeface="Consolas"/>
                        </a:rPr>
                        <a:t>f</a:t>
                      </a:r>
                      <a:endParaRPr b="0" lang="en-US" sz="12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080" marR="91080">
                    <a:lnL w="9360">
                      <a:solidFill>
                        <a:srgbClr val="9e9e9e"/>
                      </a:solidFill>
                    </a:lnL>
                    <a:lnR w="9360">
                      <a:solidFill>
                        <a:srgbClr val="9e9e9e"/>
                      </a:solidFill>
                    </a:lnR>
                    <a:lnT w="9360">
                      <a:solidFill>
                        <a:srgbClr val="9e9e9e"/>
                      </a:solidFill>
                    </a:lnT>
                    <a:lnB w="9360">
                      <a:solidFill>
                        <a:srgbClr val="9e9e9e"/>
                      </a:solidFill>
                    </a:lnB>
                    <a:noFill/>
                  </a:tcPr>
                </a:tc>
                <a:tc>
                  <a:txBody>
                    <a:bodyPr lIns="91080" rIns="91080" tIns="91080" bIns="9108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l" sz="1200" spc="-1" strike="noStrike">
                          <a:solidFill>
                            <a:schemeClr val="accent1"/>
                          </a:solidFill>
                          <a:latin typeface="Consolas"/>
                          <a:ea typeface="Consolas"/>
                        </a:rPr>
                        <a:t>current</a:t>
                      </a:r>
                      <a:endParaRPr b="0" lang="en-US" sz="12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080" marR="91080">
                    <a:lnL w="9360">
                      <a:solidFill>
                        <a:srgbClr val="9e9e9e"/>
                      </a:solidFill>
                    </a:lnL>
                    <a:lnR w="9360">
                      <a:solidFill>
                        <a:srgbClr val="9e9e9e"/>
                      </a:solidFill>
                    </a:lnR>
                    <a:lnT w="9360">
                      <a:solidFill>
                        <a:srgbClr val="9e9e9e"/>
                      </a:solidFill>
                    </a:lnT>
                    <a:lnB w="9360">
                      <a:solidFill>
                        <a:srgbClr val="9e9e9e"/>
                      </a:solidFill>
                    </a:lnB>
                    <a:noFill/>
                  </a:tcPr>
                </a:tc>
                <a:tc>
                  <a:txBody>
                    <a:bodyPr lIns="91080" rIns="91080" tIns="91080" bIns="9108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l" sz="1200" spc="-1" strike="noStrike">
                          <a:solidFill>
                            <a:schemeClr val="accent1"/>
                          </a:solidFill>
                          <a:latin typeface="Consolas"/>
                          <a:ea typeface="Consolas"/>
                        </a:rPr>
                        <a:t>result</a:t>
                      </a:r>
                      <a:endParaRPr b="0" lang="en-US" sz="12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080" marR="91080">
                    <a:lnL w="9360">
                      <a:solidFill>
                        <a:srgbClr val="9e9e9e"/>
                      </a:solidFill>
                    </a:lnL>
                    <a:lnR w="9360">
                      <a:solidFill>
                        <a:srgbClr val="9e9e9e"/>
                      </a:solidFill>
                    </a:lnR>
                    <a:lnT w="9360">
                      <a:solidFill>
                        <a:srgbClr val="9e9e9e"/>
                      </a:solidFill>
                    </a:lnT>
                    <a:lnB w="9360">
                      <a:solidFill>
                        <a:srgbClr val="9e9e9e"/>
                      </a:solidFill>
                    </a:lnB>
                    <a:noFill/>
                  </a:tcPr>
                </a:tc>
                <a:tc>
                  <a:txBody>
                    <a:bodyPr lIns="91080" rIns="91080" tIns="91080" bIns="9108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l" sz="1200" spc="-1" strike="noStrike">
                          <a:solidFill>
                            <a:schemeClr val="accent1"/>
                          </a:solidFill>
                          <a:latin typeface="Consolas"/>
                          <a:ea typeface="Consolas"/>
                        </a:rPr>
                        <a:t>in [0,1]?</a:t>
                      </a:r>
                      <a:endParaRPr b="0" lang="en-US" sz="12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080" marR="91080">
                    <a:lnL w="9360">
                      <a:solidFill>
                        <a:srgbClr val="9e9e9e"/>
                      </a:solidFill>
                    </a:lnL>
                    <a:lnR w="9360">
                      <a:solidFill>
                        <a:srgbClr val="9e9e9e"/>
                      </a:solidFill>
                    </a:lnR>
                    <a:lnT w="9360">
                      <a:solidFill>
                        <a:srgbClr val="9e9e9e"/>
                      </a:solidFill>
                    </a:lnT>
                    <a:lnB w="9360">
                      <a:solidFill>
                        <a:srgbClr val="9e9e9e"/>
                      </a:solidFill>
                    </a:lnB>
                    <a:noFill/>
                  </a:tcPr>
                </a:tc>
              </a:tr>
              <a:tr h="371520">
                <a:tc>
                  <a:txBody>
                    <a:bodyPr lIns="91080" rIns="91080" tIns="91080" bIns="9108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l" sz="1200" spc="-1" strike="noStrike">
                          <a:solidFill>
                            <a:schemeClr val="accent1"/>
                          </a:solidFill>
                          <a:latin typeface="Consolas"/>
                          <a:ea typeface="Consolas"/>
                        </a:rPr>
                        <a:t>[3]</a:t>
                      </a:r>
                      <a:endParaRPr b="0" lang="en-US" sz="12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080" marR="91080">
                    <a:lnL w="9360">
                      <a:solidFill>
                        <a:srgbClr val="9e9e9e"/>
                      </a:solidFill>
                    </a:lnL>
                    <a:lnR w="9360">
                      <a:solidFill>
                        <a:srgbClr val="9e9e9e"/>
                      </a:solidFill>
                    </a:lnR>
                    <a:lnT w="9360">
                      <a:solidFill>
                        <a:srgbClr val="9e9e9e"/>
                      </a:solidFill>
                    </a:lnT>
                    <a:lnB w="9360">
                      <a:solidFill>
                        <a:srgbClr val="9e9e9e"/>
                      </a:solidFill>
                    </a:lnB>
                    <a:noFill/>
                  </a:tcPr>
                </a:tc>
                <a:tc>
                  <a:txBody>
                    <a:bodyPr lIns="91080" rIns="91080" tIns="91080" bIns="9108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l" sz="1200" spc="-1" strike="noStrike">
                          <a:solidFill>
                            <a:schemeClr val="accent1"/>
                          </a:solidFill>
                          <a:latin typeface="Consolas"/>
                          <a:ea typeface="Consolas"/>
                        </a:rPr>
                        <a:t>—</a:t>
                      </a:r>
                      <a:endParaRPr b="0" lang="en-US" sz="12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080" marR="91080">
                    <a:lnL w="9360">
                      <a:solidFill>
                        <a:srgbClr val="9e9e9e"/>
                      </a:solidFill>
                    </a:lnL>
                    <a:lnR w="9360">
                      <a:solidFill>
                        <a:srgbClr val="9e9e9e"/>
                      </a:solidFill>
                    </a:lnR>
                    <a:lnT w="9360">
                      <a:solidFill>
                        <a:srgbClr val="9e9e9e"/>
                      </a:solidFill>
                    </a:lnT>
                    <a:lnB w="9360">
                      <a:solidFill>
                        <a:srgbClr val="9e9e9e"/>
                      </a:solidFill>
                    </a:lnB>
                    <a:noFill/>
                  </a:tcPr>
                </a:tc>
                <a:tc>
                  <a:txBody>
                    <a:bodyPr lIns="91080" rIns="91080" tIns="91080" bIns="9108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l" sz="1200" spc="-1" strike="noStrike">
                          <a:solidFill>
                            <a:schemeClr val="accent1"/>
                          </a:solidFill>
                          <a:latin typeface="Consolas"/>
                          <a:ea typeface="Consolas"/>
                        </a:rPr>
                        <a:t>0</a:t>
                      </a:r>
                      <a:endParaRPr b="0" lang="en-US" sz="12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080" marR="91080">
                    <a:lnL w="9360">
                      <a:solidFill>
                        <a:srgbClr val="9e9e9e"/>
                      </a:solidFill>
                    </a:lnL>
                    <a:lnR w="9360">
                      <a:solidFill>
                        <a:srgbClr val="9e9e9e"/>
                      </a:solidFill>
                    </a:lnR>
                    <a:lnT w="9360">
                      <a:solidFill>
                        <a:srgbClr val="9e9e9e"/>
                      </a:solidFill>
                    </a:lnT>
                    <a:lnB w="9360">
                      <a:solidFill>
                        <a:srgbClr val="9e9e9e"/>
                      </a:solidFill>
                    </a:lnB>
                    <a:noFill/>
                  </a:tcPr>
                </a:tc>
                <a:tc>
                  <a:txBody>
                    <a:bodyPr lIns="91080" rIns="91080" tIns="91080" bIns="9108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l" sz="1200" spc="-1" strike="noStrike">
                          <a:solidFill>
                            <a:schemeClr val="accent1"/>
                          </a:solidFill>
                          <a:latin typeface="Consolas"/>
                          <a:ea typeface="Consolas"/>
                        </a:rPr>
                        <a:t>—</a:t>
                      </a:r>
                      <a:endParaRPr b="0" lang="en-US" sz="12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080" marR="91080">
                    <a:lnL w="9360">
                      <a:solidFill>
                        <a:srgbClr val="9e9e9e"/>
                      </a:solidFill>
                    </a:lnL>
                    <a:lnR w="9360">
                      <a:solidFill>
                        <a:srgbClr val="9e9e9e"/>
                      </a:solidFill>
                    </a:lnR>
                    <a:lnT w="9360">
                      <a:solidFill>
                        <a:srgbClr val="9e9e9e"/>
                      </a:solidFill>
                    </a:lnT>
                    <a:lnB w="9360">
                      <a:solidFill>
                        <a:srgbClr val="9e9e9e"/>
                      </a:solidFill>
                    </a:lnB>
                    <a:noFill/>
                  </a:tcPr>
                </a:tc>
              </a:tr>
              <a:tr h="371520">
                <a:tc>
                  <a:txBody>
                    <a:bodyPr lIns="91080" rIns="91080" tIns="91080" bIns="9108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l" sz="1200" spc="-1" strike="noStrike">
                          <a:solidFill>
                            <a:schemeClr val="accent1"/>
                          </a:solidFill>
                          <a:latin typeface="Consolas"/>
                          <a:ea typeface="Consolas"/>
                        </a:rPr>
                        <a:t>[]</a:t>
                      </a:r>
                      <a:endParaRPr b="0" lang="en-US" sz="12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080" marR="91080">
                    <a:lnL w="9360">
                      <a:solidFill>
                        <a:srgbClr val="9e9e9e"/>
                      </a:solidFill>
                    </a:lnL>
                    <a:lnR w="9360">
                      <a:solidFill>
                        <a:srgbClr val="9e9e9e"/>
                      </a:solidFill>
                    </a:lnR>
                    <a:lnT w="9360">
                      <a:solidFill>
                        <a:srgbClr val="9e9e9e"/>
                      </a:solidFill>
                    </a:lnT>
                    <a:lnB w="9360">
                      <a:solidFill>
                        <a:srgbClr val="9e9e9e"/>
                      </a:solidFill>
                    </a:lnB>
                    <a:noFill/>
                  </a:tcPr>
                </a:tc>
                <a:tc>
                  <a:txBody>
                    <a:bodyPr lIns="91080" rIns="91080" tIns="91080" bIns="9108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l" sz="1200" spc="-1" strike="noStrike">
                          <a:solidFill>
                            <a:schemeClr val="accent1"/>
                          </a:solidFill>
                          <a:latin typeface="Consolas"/>
                          <a:ea typeface="Consolas"/>
                        </a:rPr>
                        <a:t>3</a:t>
                      </a:r>
                      <a:endParaRPr b="0" lang="en-US" sz="12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080" marR="91080">
                    <a:lnL w="9360">
                      <a:solidFill>
                        <a:srgbClr val="9e9e9e"/>
                      </a:solidFill>
                    </a:lnL>
                    <a:lnR w="9360">
                      <a:solidFill>
                        <a:srgbClr val="9e9e9e"/>
                      </a:solidFill>
                    </a:lnR>
                    <a:lnT w="9360">
                      <a:solidFill>
                        <a:srgbClr val="9e9e9e"/>
                      </a:solidFill>
                    </a:lnT>
                    <a:lnB w="9360">
                      <a:solidFill>
                        <a:srgbClr val="9e9e9e"/>
                      </a:solidFill>
                    </a:lnB>
                    <a:noFill/>
                  </a:tcPr>
                </a:tc>
                <a:tc>
                  <a:txBody>
                    <a:bodyPr lIns="91080" rIns="91080" tIns="91080" bIns="9108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l" sz="1200" spc="-1" strike="noStrike">
                          <a:solidFill>
                            <a:schemeClr val="accent1"/>
                          </a:solidFill>
                          <a:latin typeface="Consolas"/>
                          <a:ea typeface="Consolas"/>
                        </a:rPr>
                        <a:t>0</a:t>
                      </a:r>
                      <a:endParaRPr b="0" lang="en-US" sz="12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080" marR="91080">
                    <a:lnL w="9360">
                      <a:solidFill>
                        <a:srgbClr val="9e9e9e"/>
                      </a:solidFill>
                    </a:lnL>
                    <a:lnR w="9360">
                      <a:solidFill>
                        <a:srgbClr val="9e9e9e"/>
                      </a:solidFill>
                    </a:lnR>
                    <a:lnT w="9360">
                      <a:solidFill>
                        <a:srgbClr val="9e9e9e"/>
                      </a:solidFill>
                    </a:lnT>
                    <a:lnB w="9360">
                      <a:solidFill>
                        <a:srgbClr val="9e9e9e"/>
                      </a:solidFill>
                    </a:lnB>
                    <a:noFill/>
                  </a:tcPr>
                </a:tc>
                <a:tc>
                  <a:txBody>
                    <a:bodyPr lIns="91080" rIns="91080" tIns="91080" bIns="9108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l" sz="1200" spc="-1" strike="noStrike">
                          <a:solidFill>
                            <a:schemeClr val="accent1"/>
                          </a:solidFill>
                          <a:latin typeface="Consolas"/>
                          <a:ea typeface="Consolas"/>
                        </a:rPr>
                        <a:t>False</a:t>
                      </a:r>
                      <a:endParaRPr b="0" lang="en-US" sz="12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080" marR="91080">
                    <a:lnL w="9360">
                      <a:solidFill>
                        <a:srgbClr val="9e9e9e"/>
                      </a:solidFill>
                    </a:lnL>
                    <a:lnR w="9360">
                      <a:solidFill>
                        <a:srgbClr val="9e9e9e"/>
                      </a:solidFill>
                    </a:lnR>
                    <a:lnT w="9360">
                      <a:solidFill>
                        <a:srgbClr val="9e9e9e"/>
                      </a:solidFill>
                    </a:lnT>
                    <a:lnB w="9360">
                      <a:solidFill>
                        <a:srgbClr val="9e9e9e"/>
                      </a:solidFill>
                    </a:lnB>
                    <a:noFill/>
                  </a:tcPr>
                </a:tc>
              </a:tr>
              <a:tr h="371520">
                <a:tc>
                  <a:txBody>
                    <a:bodyPr lIns="91080" rIns="91080" tIns="91080" bIns="9108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l" sz="1200" spc="-1" strike="noStrike">
                          <a:solidFill>
                            <a:schemeClr val="accent1"/>
                          </a:solidFill>
                          <a:latin typeface="Consolas"/>
                          <a:ea typeface="Consolas"/>
                        </a:rPr>
                        <a:t>[2, 1]</a:t>
                      </a:r>
                      <a:endParaRPr b="0" lang="en-US" sz="12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080" marR="91080">
                    <a:lnL w="9360">
                      <a:solidFill>
                        <a:srgbClr val="9e9e9e"/>
                      </a:solidFill>
                    </a:lnL>
                    <a:lnR w="9360">
                      <a:solidFill>
                        <a:srgbClr val="9e9e9e"/>
                      </a:solidFill>
                    </a:lnR>
                    <a:lnT w="9360">
                      <a:solidFill>
                        <a:srgbClr val="9e9e9e"/>
                      </a:solidFill>
                    </a:lnT>
                    <a:lnB w="9360">
                      <a:solidFill>
                        <a:srgbClr val="9e9e9e"/>
                      </a:solidFill>
                    </a:lnB>
                    <a:noFill/>
                  </a:tcPr>
                </a:tc>
                <a:tc>
                  <a:txBody>
                    <a:bodyPr lIns="91080" rIns="91080" tIns="91080" bIns="9108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l" sz="1200" spc="-1" strike="noStrike">
                          <a:solidFill>
                            <a:schemeClr val="accent1"/>
                          </a:solidFill>
                          <a:latin typeface="Consolas"/>
                          <a:ea typeface="Consolas"/>
                        </a:rPr>
                        <a:t>—</a:t>
                      </a:r>
                      <a:endParaRPr b="0" lang="en-US" sz="12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080" marR="91080">
                    <a:lnL w="9360">
                      <a:solidFill>
                        <a:srgbClr val="9e9e9e"/>
                      </a:solidFill>
                    </a:lnL>
                    <a:lnR w="9360">
                      <a:solidFill>
                        <a:srgbClr val="9e9e9e"/>
                      </a:solidFill>
                    </a:lnR>
                    <a:lnT w="9360">
                      <a:solidFill>
                        <a:srgbClr val="9e9e9e"/>
                      </a:solidFill>
                    </a:lnT>
                    <a:lnB w="9360">
                      <a:solidFill>
                        <a:srgbClr val="9e9e9e"/>
                      </a:solidFill>
                    </a:lnB>
                    <a:noFill/>
                  </a:tcPr>
                </a:tc>
                <a:tc>
                  <a:txBody>
                    <a:bodyPr lIns="91080" rIns="91080" tIns="91080" bIns="9108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l" sz="1200" spc="-1" strike="noStrike">
                          <a:solidFill>
                            <a:schemeClr val="accent1"/>
                          </a:solidFill>
                          <a:latin typeface="Consolas"/>
                          <a:ea typeface="Consolas"/>
                        </a:rPr>
                        <a:t>0</a:t>
                      </a:r>
                      <a:endParaRPr b="0" lang="en-US" sz="12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080" marR="91080">
                    <a:lnL w="9360">
                      <a:solidFill>
                        <a:srgbClr val="9e9e9e"/>
                      </a:solidFill>
                    </a:lnL>
                    <a:lnR w="9360">
                      <a:solidFill>
                        <a:srgbClr val="9e9e9e"/>
                      </a:solidFill>
                    </a:lnR>
                    <a:lnT w="9360">
                      <a:solidFill>
                        <a:srgbClr val="9e9e9e"/>
                      </a:solidFill>
                    </a:lnT>
                    <a:lnB w="9360">
                      <a:solidFill>
                        <a:srgbClr val="9e9e9e"/>
                      </a:solidFill>
                    </a:lnB>
                    <a:noFill/>
                  </a:tcPr>
                </a:tc>
                <a:tc>
                  <a:txBody>
                    <a:bodyPr lIns="91080" rIns="91080" tIns="91080" bIns="9108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l" sz="1200" spc="-1" strike="noStrike">
                          <a:solidFill>
                            <a:schemeClr val="accent1"/>
                          </a:solidFill>
                          <a:latin typeface="Consolas"/>
                          <a:ea typeface="Consolas"/>
                        </a:rPr>
                        <a:t>—</a:t>
                      </a:r>
                      <a:endParaRPr b="0" lang="en-US" sz="12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080" marR="91080">
                    <a:lnL w="9360">
                      <a:solidFill>
                        <a:srgbClr val="9e9e9e"/>
                      </a:solidFill>
                    </a:lnL>
                    <a:lnR w="9360">
                      <a:solidFill>
                        <a:srgbClr val="9e9e9e"/>
                      </a:solidFill>
                    </a:lnR>
                    <a:lnT w="9360">
                      <a:solidFill>
                        <a:srgbClr val="9e9e9e"/>
                      </a:solidFill>
                    </a:lnT>
                    <a:lnB w="9360">
                      <a:solidFill>
                        <a:srgbClr val="9e9e9e"/>
                      </a:solidFill>
                    </a:lnB>
                    <a:noFill/>
                  </a:tcPr>
                </a:tc>
              </a:tr>
              <a:tr h="371520">
                <a:tc>
                  <a:txBody>
                    <a:bodyPr lIns="91080" rIns="91080" tIns="91080" bIns="9108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l" sz="1200" spc="-1" strike="noStrike">
                          <a:solidFill>
                            <a:schemeClr val="accent1"/>
                          </a:solidFill>
                          <a:latin typeface="Consolas"/>
                          <a:ea typeface="Consolas"/>
                        </a:rPr>
                        <a:t>[2]</a:t>
                      </a:r>
                      <a:endParaRPr b="0" lang="en-US" sz="12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080" marR="91080">
                    <a:lnL w="9360">
                      <a:solidFill>
                        <a:srgbClr val="9e9e9e"/>
                      </a:solidFill>
                    </a:lnL>
                    <a:lnR w="9360">
                      <a:solidFill>
                        <a:srgbClr val="9e9e9e"/>
                      </a:solidFill>
                    </a:lnR>
                    <a:lnT w="9360">
                      <a:solidFill>
                        <a:srgbClr val="9e9e9e"/>
                      </a:solidFill>
                    </a:lnT>
                    <a:lnB w="9360">
                      <a:solidFill>
                        <a:srgbClr val="9e9e9e"/>
                      </a:solidFill>
                    </a:lnB>
                    <a:noFill/>
                  </a:tcPr>
                </a:tc>
                <a:tc>
                  <a:txBody>
                    <a:bodyPr lIns="91080" rIns="91080" tIns="91080" bIns="9108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l" sz="1200" spc="-1" strike="noStrike">
                          <a:solidFill>
                            <a:schemeClr val="accent1"/>
                          </a:solidFill>
                          <a:latin typeface="Consolas"/>
                          <a:ea typeface="Consolas"/>
                        </a:rPr>
                        <a:t>1</a:t>
                      </a:r>
                      <a:endParaRPr b="0" lang="en-US" sz="12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080" marR="91080">
                    <a:lnL w="9360">
                      <a:solidFill>
                        <a:srgbClr val="9e9e9e"/>
                      </a:solidFill>
                    </a:lnL>
                    <a:lnR w="9360">
                      <a:solidFill>
                        <a:srgbClr val="9e9e9e"/>
                      </a:solidFill>
                    </a:lnR>
                    <a:lnT w="9360">
                      <a:solidFill>
                        <a:srgbClr val="9e9e9e"/>
                      </a:solidFill>
                    </a:lnT>
                    <a:lnB w="9360">
                      <a:solidFill>
                        <a:srgbClr val="9e9e9e"/>
                      </a:solidFill>
                    </a:lnB>
                    <a:noFill/>
                  </a:tcPr>
                </a:tc>
                <a:tc>
                  <a:txBody>
                    <a:bodyPr lIns="91080" rIns="91080" tIns="91080" bIns="9108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l" sz="1200" spc="-1" strike="noStrike">
                          <a:solidFill>
                            <a:schemeClr val="accent1"/>
                          </a:solidFill>
                          <a:latin typeface="Consolas"/>
                          <a:ea typeface="Consolas"/>
                        </a:rPr>
                        <a:t>1</a:t>
                      </a:r>
                      <a:endParaRPr b="0" lang="en-US" sz="12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080" marR="91080">
                    <a:lnL w="9360">
                      <a:solidFill>
                        <a:srgbClr val="9e9e9e"/>
                      </a:solidFill>
                    </a:lnL>
                    <a:lnR w="9360">
                      <a:solidFill>
                        <a:srgbClr val="9e9e9e"/>
                      </a:solidFill>
                    </a:lnR>
                    <a:lnT w="9360">
                      <a:solidFill>
                        <a:srgbClr val="9e9e9e"/>
                      </a:solidFill>
                    </a:lnT>
                    <a:lnB w="9360">
                      <a:solidFill>
                        <a:srgbClr val="9e9e9e"/>
                      </a:solidFill>
                    </a:lnB>
                    <a:noFill/>
                  </a:tcPr>
                </a:tc>
                <a:tc>
                  <a:txBody>
                    <a:bodyPr lIns="91080" rIns="91080" tIns="91080" bIns="9108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l" sz="1200" spc="-1" strike="noStrike">
                          <a:solidFill>
                            <a:schemeClr val="accent1"/>
                          </a:solidFill>
                          <a:latin typeface="Consolas"/>
                          <a:ea typeface="Consolas"/>
                        </a:rPr>
                        <a:t>True</a:t>
                      </a:r>
                      <a:endParaRPr b="0" lang="en-US" sz="12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080" marR="91080">
                    <a:lnL w="9360">
                      <a:solidFill>
                        <a:srgbClr val="9e9e9e"/>
                      </a:solidFill>
                    </a:lnL>
                    <a:lnR w="9360">
                      <a:solidFill>
                        <a:srgbClr val="9e9e9e"/>
                      </a:solidFill>
                    </a:lnR>
                    <a:lnT w="9360">
                      <a:solidFill>
                        <a:srgbClr val="9e9e9e"/>
                      </a:solidFill>
                    </a:lnT>
                    <a:lnB w="9360">
                      <a:solidFill>
                        <a:srgbClr val="9e9e9e"/>
                      </a:solidFill>
                    </a:lnB>
                    <a:noFill/>
                  </a:tcPr>
                </a:tc>
              </a:tr>
              <a:tr h="371520">
                <a:tc>
                  <a:txBody>
                    <a:bodyPr lIns="91080" rIns="91080" tIns="91080" bIns="9108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l" sz="1200" spc="-1" strike="noStrike">
                          <a:solidFill>
                            <a:schemeClr val="accent1"/>
                          </a:solidFill>
                          <a:latin typeface="Consolas"/>
                          <a:ea typeface="Consolas"/>
                        </a:rPr>
                        <a:t>[]</a:t>
                      </a:r>
                      <a:endParaRPr b="0" lang="en-US" sz="12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080" marR="91080">
                    <a:lnL w="9360">
                      <a:solidFill>
                        <a:srgbClr val="9e9e9e"/>
                      </a:solidFill>
                    </a:lnL>
                    <a:lnR w="9360">
                      <a:solidFill>
                        <a:srgbClr val="9e9e9e"/>
                      </a:solidFill>
                    </a:lnR>
                    <a:lnT w="9360">
                      <a:solidFill>
                        <a:srgbClr val="9e9e9e"/>
                      </a:solidFill>
                    </a:lnT>
                    <a:lnB w="9360">
                      <a:solidFill>
                        <a:srgbClr val="9e9e9e"/>
                      </a:solidFill>
                    </a:lnB>
                    <a:noFill/>
                  </a:tcPr>
                </a:tc>
                <a:tc>
                  <a:txBody>
                    <a:bodyPr lIns="91080" rIns="91080" tIns="91080" bIns="9108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l" sz="1200" spc="-1" strike="noStrike">
                          <a:solidFill>
                            <a:schemeClr val="accent1"/>
                          </a:solidFill>
                          <a:latin typeface="Consolas"/>
                          <a:ea typeface="Consolas"/>
                        </a:rPr>
                        <a:t>2</a:t>
                      </a:r>
                      <a:endParaRPr b="0" lang="en-US" sz="12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080" marR="91080">
                    <a:lnL w="9360">
                      <a:solidFill>
                        <a:srgbClr val="9e9e9e"/>
                      </a:solidFill>
                    </a:lnL>
                    <a:lnR w="9360">
                      <a:solidFill>
                        <a:srgbClr val="9e9e9e"/>
                      </a:solidFill>
                    </a:lnR>
                    <a:lnT w="9360">
                      <a:solidFill>
                        <a:srgbClr val="9e9e9e"/>
                      </a:solidFill>
                    </a:lnT>
                    <a:lnB w="9360">
                      <a:solidFill>
                        <a:srgbClr val="9e9e9e"/>
                      </a:solidFill>
                    </a:lnB>
                    <a:noFill/>
                  </a:tcPr>
                </a:tc>
                <a:tc>
                  <a:txBody>
                    <a:bodyPr lIns="91080" rIns="91080" tIns="91080" bIns="9108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l" sz="1200" spc="-1" strike="noStrike">
                          <a:solidFill>
                            <a:schemeClr val="accent1"/>
                          </a:solidFill>
                          <a:latin typeface="Consolas"/>
                          <a:ea typeface="Consolas"/>
                        </a:rPr>
                        <a:t>1</a:t>
                      </a:r>
                      <a:endParaRPr b="0" lang="en-US" sz="12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080" marR="91080">
                    <a:lnL w="9360">
                      <a:solidFill>
                        <a:srgbClr val="9e9e9e"/>
                      </a:solidFill>
                    </a:lnL>
                    <a:lnR w="9360">
                      <a:solidFill>
                        <a:srgbClr val="9e9e9e"/>
                      </a:solidFill>
                    </a:lnR>
                    <a:lnT w="9360">
                      <a:solidFill>
                        <a:srgbClr val="9e9e9e"/>
                      </a:solidFill>
                    </a:lnT>
                    <a:lnB w="9360">
                      <a:solidFill>
                        <a:srgbClr val="9e9e9e"/>
                      </a:solidFill>
                    </a:lnB>
                    <a:noFill/>
                  </a:tcPr>
                </a:tc>
                <a:tc>
                  <a:txBody>
                    <a:bodyPr lIns="91080" rIns="91080" tIns="91080" bIns="9108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l" sz="1200" spc="-1" strike="noStrike">
                          <a:solidFill>
                            <a:schemeClr val="accent1"/>
                          </a:solidFill>
                          <a:latin typeface="Consolas"/>
                          <a:ea typeface="Consolas"/>
                        </a:rPr>
                        <a:t>False</a:t>
                      </a:r>
                      <a:endParaRPr b="0" lang="en-US" sz="12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080" marR="91080">
                    <a:lnL w="9360">
                      <a:solidFill>
                        <a:srgbClr val="9e9e9e"/>
                      </a:solidFill>
                    </a:lnL>
                    <a:lnR w="9360">
                      <a:solidFill>
                        <a:srgbClr val="9e9e9e"/>
                      </a:solidFill>
                    </a:lnR>
                    <a:lnT w="9360">
                      <a:solidFill>
                        <a:srgbClr val="9e9e9e"/>
                      </a:solidFill>
                    </a:lnT>
                    <a:lnB w="9360">
                      <a:solidFill>
                        <a:srgbClr val="9e9e9e"/>
                      </a:solidFill>
                    </a:lnB>
                    <a:noFill/>
                  </a:tcPr>
                </a:tc>
              </a:tr>
              <a:tr h="371520">
                <a:tc>
                  <a:txBody>
                    <a:bodyPr lIns="91080" rIns="91080" tIns="91080" bIns="9108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l" sz="1200" spc="-1" strike="noStrike">
                          <a:solidFill>
                            <a:schemeClr val="accent1"/>
                          </a:solidFill>
                          <a:latin typeface="Consolas"/>
                          <a:ea typeface="Consolas"/>
                        </a:rPr>
                        <a:t>[1,0]</a:t>
                      </a:r>
                      <a:endParaRPr b="0" lang="en-US" sz="12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080" marR="91080">
                    <a:lnL w="9360">
                      <a:solidFill>
                        <a:srgbClr val="9e9e9e"/>
                      </a:solidFill>
                    </a:lnL>
                    <a:lnR w="9360">
                      <a:solidFill>
                        <a:srgbClr val="9e9e9e"/>
                      </a:solidFill>
                    </a:lnR>
                    <a:lnT w="9360">
                      <a:solidFill>
                        <a:srgbClr val="9e9e9e"/>
                      </a:solidFill>
                    </a:lnT>
                    <a:lnB w="9360">
                      <a:solidFill>
                        <a:srgbClr val="9e9e9e"/>
                      </a:solidFill>
                    </a:lnB>
                    <a:noFill/>
                  </a:tcPr>
                </a:tc>
                <a:tc>
                  <a:txBody>
                    <a:bodyPr lIns="91080" rIns="91080" tIns="91080" bIns="9108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l" sz="1200" spc="-1" strike="noStrike">
                          <a:solidFill>
                            <a:schemeClr val="accent1"/>
                          </a:solidFill>
                          <a:latin typeface="Consolas"/>
                          <a:ea typeface="Consolas"/>
                        </a:rPr>
                        <a:t>—</a:t>
                      </a:r>
                      <a:endParaRPr b="0" lang="en-US" sz="12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080" marR="91080">
                    <a:lnL w="9360">
                      <a:solidFill>
                        <a:srgbClr val="9e9e9e"/>
                      </a:solidFill>
                    </a:lnL>
                    <a:lnR w="9360">
                      <a:solidFill>
                        <a:srgbClr val="9e9e9e"/>
                      </a:solidFill>
                    </a:lnR>
                    <a:lnT w="9360">
                      <a:solidFill>
                        <a:srgbClr val="9e9e9e"/>
                      </a:solidFill>
                    </a:lnT>
                    <a:lnB w="9360">
                      <a:solidFill>
                        <a:srgbClr val="9e9e9e"/>
                      </a:solidFill>
                    </a:lnB>
                    <a:noFill/>
                  </a:tcPr>
                </a:tc>
                <a:tc>
                  <a:txBody>
                    <a:bodyPr lIns="91080" rIns="91080" tIns="91080" bIns="9108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l" sz="1200" spc="-1" strike="noStrike">
                          <a:solidFill>
                            <a:schemeClr val="accent1"/>
                          </a:solidFill>
                          <a:latin typeface="Consolas"/>
                          <a:ea typeface="Consolas"/>
                        </a:rPr>
                        <a:t>1</a:t>
                      </a:r>
                      <a:endParaRPr b="0" lang="en-US" sz="12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080" marR="91080">
                    <a:lnL w="9360">
                      <a:solidFill>
                        <a:srgbClr val="9e9e9e"/>
                      </a:solidFill>
                    </a:lnL>
                    <a:lnR w="9360">
                      <a:solidFill>
                        <a:srgbClr val="9e9e9e"/>
                      </a:solidFill>
                    </a:lnR>
                    <a:lnT w="9360">
                      <a:solidFill>
                        <a:srgbClr val="9e9e9e"/>
                      </a:solidFill>
                    </a:lnT>
                    <a:lnB w="9360">
                      <a:solidFill>
                        <a:srgbClr val="9e9e9e"/>
                      </a:solidFill>
                    </a:lnB>
                    <a:noFill/>
                  </a:tcPr>
                </a:tc>
                <a:tc>
                  <a:txBody>
                    <a:bodyPr lIns="91080" rIns="91080" tIns="91080" bIns="9108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l" sz="1200" spc="-1" strike="noStrike">
                          <a:solidFill>
                            <a:schemeClr val="accent1"/>
                          </a:solidFill>
                          <a:latin typeface="Consolas"/>
                          <a:ea typeface="Consolas"/>
                        </a:rPr>
                        <a:t>—</a:t>
                      </a:r>
                      <a:endParaRPr b="0" lang="en-US" sz="12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080" marR="91080">
                    <a:lnL w="9360">
                      <a:solidFill>
                        <a:srgbClr val="9e9e9e"/>
                      </a:solidFill>
                    </a:lnL>
                    <a:lnR w="9360">
                      <a:solidFill>
                        <a:srgbClr val="9e9e9e"/>
                      </a:solidFill>
                    </a:lnR>
                    <a:lnT w="9360">
                      <a:solidFill>
                        <a:srgbClr val="9e9e9e"/>
                      </a:solidFill>
                    </a:lnT>
                    <a:lnB w="9360">
                      <a:solidFill>
                        <a:srgbClr val="9e9e9e"/>
                      </a:solidFill>
                    </a:lnB>
                    <a:noFill/>
                  </a:tcPr>
                </a:tc>
              </a:tr>
              <a:tr h="371520">
                <a:tc>
                  <a:txBody>
                    <a:bodyPr lIns="91080" rIns="91080" tIns="91080" bIns="9108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l" sz="1200" spc="-1" strike="noStrike">
                          <a:solidFill>
                            <a:schemeClr val="accent1"/>
                          </a:solidFill>
                          <a:latin typeface="Consolas"/>
                          <a:ea typeface="Consolas"/>
                        </a:rPr>
                        <a:t>[1]</a:t>
                      </a:r>
                      <a:endParaRPr b="0" lang="en-US" sz="12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080" marR="91080">
                    <a:lnL w="9360">
                      <a:solidFill>
                        <a:srgbClr val="9e9e9e"/>
                      </a:solidFill>
                    </a:lnL>
                    <a:lnR w="9360">
                      <a:solidFill>
                        <a:srgbClr val="9e9e9e"/>
                      </a:solidFill>
                    </a:lnR>
                    <a:lnT w="9360">
                      <a:solidFill>
                        <a:srgbClr val="9e9e9e"/>
                      </a:solidFill>
                    </a:lnT>
                    <a:lnB w="9360">
                      <a:solidFill>
                        <a:srgbClr val="9e9e9e"/>
                      </a:solidFill>
                    </a:lnB>
                    <a:noFill/>
                  </a:tcPr>
                </a:tc>
                <a:tc>
                  <a:txBody>
                    <a:bodyPr lIns="91080" rIns="91080" tIns="91080" bIns="9108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l" sz="1200" spc="-1" strike="noStrike">
                          <a:solidFill>
                            <a:schemeClr val="accent1"/>
                          </a:solidFill>
                          <a:latin typeface="Consolas"/>
                          <a:ea typeface="Consolas"/>
                        </a:rPr>
                        <a:t>0</a:t>
                      </a:r>
                      <a:endParaRPr b="0" lang="en-US" sz="12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080" marR="91080">
                    <a:lnL w="9360">
                      <a:solidFill>
                        <a:srgbClr val="9e9e9e"/>
                      </a:solidFill>
                    </a:lnL>
                    <a:lnR w="9360">
                      <a:solidFill>
                        <a:srgbClr val="9e9e9e"/>
                      </a:solidFill>
                    </a:lnR>
                    <a:lnT w="9360">
                      <a:solidFill>
                        <a:srgbClr val="9e9e9e"/>
                      </a:solidFill>
                    </a:lnT>
                    <a:lnB w="9360">
                      <a:solidFill>
                        <a:srgbClr val="9e9e9e"/>
                      </a:solidFill>
                    </a:lnB>
                    <a:noFill/>
                  </a:tcPr>
                </a:tc>
                <a:tc>
                  <a:txBody>
                    <a:bodyPr lIns="91080" rIns="91080" tIns="91080" bIns="9108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l" sz="1200" spc="-1" strike="noStrike">
                          <a:solidFill>
                            <a:schemeClr val="accent1"/>
                          </a:solidFill>
                          <a:latin typeface="Consolas"/>
                          <a:ea typeface="Consolas"/>
                        </a:rPr>
                        <a:t>1</a:t>
                      </a:r>
                      <a:endParaRPr b="0" lang="en-US" sz="12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080" marR="91080">
                    <a:lnL w="9360">
                      <a:solidFill>
                        <a:srgbClr val="9e9e9e"/>
                      </a:solidFill>
                    </a:lnL>
                    <a:lnR w="9360">
                      <a:solidFill>
                        <a:srgbClr val="9e9e9e"/>
                      </a:solidFill>
                    </a:lnR>
                    <a:lnT w="9360">
                      <a:solidFill>
                        <a:srgbClr val="9e9e9e"/>
                      </a:solidFill>
                    </a:lnT>
                    <a:lnB w="9360">
                      <a:solidFill>
                        <a:srgbClr val="9e9e9e"/>
                      </a:solidFill>
                    </a:lnB>
                    <a:noFill/>
                  </a:tcPr>
                </a:tc>
                <a:tc>
                  <a:txBody>
                    <a:bodyPr lIns="91080" rIns="91080" tIns="91080" bIns="9108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l" sz="1200" spc="-1" strike="noStrike">
                          <a:solidFill>
                            <a:schemeClr val="accent1"/>
                          </a:solidFill>
                          <a:latin typeface="Consolas"/>
                          <a:ea typeface="Consolas"/>
                        </a:rPr>
                        <a:t>True</a:t>
                      </a:r>
                      <a:endParaRPr b="0" lang="en-US" sz="12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080" marR="91080">
                    <a:lnL w="9360">
                      <a:solidFill>
                        <a:srgbClr val="9e9e9e"/>
                      </a:solidFill>
                    </a:lnL>
                    <a:lnR w="9360">
                      <a:solidFill>
                        <a:srgbClr val="9e9e9e"/>
                      </a:solidFill>
                    </a:lnR>
                    <a:lnT w="9360">
                      <a:solidFill>
                        <a:srgbClr val="9e9e9e"/>
                      </a:solidFill>
                    </a:lnT>
                    <a:lnB w="9360">
                      <a:solidFill>
                        <a:srgbClr val="9e9e9e"/>
                      </a:solidFill>
                    </a:lnB>
                    <a:noFill/>
                  </a:tcPr>
                </a:tc>
              </a:tr>
              <a:tr h="371520">
                <a:tc>
                  <a:txBody>
                    <a:bodyPr lIns="91080" rIns="91080" tIns="91080" bIns="9108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l" sz="1200" spc="-1" strike="noStrike">
                          <a:solidFill>
                            <a:schemeClr val="accent1"/>
                          </a:solidFill>
                          <a:latin typeface="Consolas"/>
                          <a:ea typeface="Consolas"/>
                        </a:rPr>
                        <a:t>[]</a:t>
                      </a:r>
                      <a:endParaRPr b="0" lang="en-US" sz="12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080" marR="91080">
                    <a:lnL w="9360">
                      <a:solidFill>
                        <a:srgbClr val="9e9e9e"/>
                      </a:solidFill>
                    </a:lnL>
                    <a:lnR w="9360">
                      <a:solidFill>
                        <a:srgbClr val="9e9e9e"/>
                      </a:solidFill>
                    </a:lnR>
                    <a:lnT w="9360">
                      <a:solidFill>
                        <a:srgbClr val="9e9e9e"/>
                      </a:solidFill>
                    </a:lnT>
                    <a:lnB w="9360">
                      <a:solidFill>
                        <a:srgbClr val="9e9e9e"/>
                      </a:solidFill>
                    </a:lnB>
                    <a:noFill/>
                  </a:tcPr>
                </a:tc>
                <a:tc>
                  <a:txBody>
                    <a:bodyPr lIns="91080" rIns="91080" tIns="91080" bIns="9108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l" sz="1200" spc="-1" strike="noStrike">
                          <a:solidFill>
                            <a:schemeClr val="accent1"/>
                          </a:solidFill>
                          <a:latin typeface="Consolas"/>
                          <a:ea typeface="Consolas"/>
                        </a:rPr>
                        <a:t>1</a:t>
                      </a:r>
                      <a:endParaRPr b="0" lang="en-US" sz="12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080" marR="91080">
                    <a:lnL w="9360">
                      <a:solidFill>
                        <a:srgbClr val="9e9e9e"/>
                      </a:solidFill>
                    </a:lnL>
                    <a:lnR w="9360">
                      <a:solidFill>
                        <a:srgbClr val="9e9e9e"/>
                      </a:solidFill>
                    </a:lnR>
                    <a:lnT w="9360">
                      <a:solidFill>
                        <a:srgbClr val="9e9e9e"/>
                      </a:solidFill>
                    </a:lnT>
                    <a:lnB w="9360">
                      <a:solidFill>
                        <a:srgbClr val="9e9e9e"/>
                      </a:solidFill>
                    </a:lnB>
                    <a:noFill/>
                  </a:tcPr>
                </a:tc>
                <a:tc>
                  <a:txBody>
                    <a:bodyPr lIns="91080" rIns="91080" tIns="91080" bIns="9108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l" sz="1200" spc="-1" strike="noStrike">
                          <a:solidFill>
                            <a:schemeClr val="accent1"/>
                          </a:solidFill>
                          <a:latin typeface="Consolas"/>
                          <a:ea typeface="Consolas"/>
                        </a:rPr>
                        <a:t>2</a:t>
                      </a:r>
                      <a:endParaRPr b="0" lang="en-US" sz="12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080" marR="91080">
                    <a:lnL w="9360">
                      <a:solidFill>
                        <a:srgbClr val="9e9e9e"/>
                      </a:solidFill>
                    </a:lnL>
                    <a:lnR w="9360">
                      <a:solidFill>
                        <a:srgbClr val="9e9e9e"/>
                      </a:solidFill>
                    </a:lnR>
                    <a:lnT w="9360">
                      <a:solidFill>
                        <a:srgbClr val="9e9e9e"/>
                      </a:solidFill>
                    </a:lnT>
                    <a:lnB w="9360">
                      <a:solidFill>
                        <a:srgbClr val="9e9e9e"/>
                      </a:solidFill>
                    </a:lnB>
                    <a:noFill/>
                  </a:tcPr>
                </a:tc>
                <a:tc>
                  <a:txBody>
                    <a:bodyPr lIns="91080" rIns="91080" tIns="91080" bIns="9108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l" sz="1200" spc="-1" strike="noStrike">
                          <a:solidFill>
                            <a:schemeClr val="accent1"/>
                          </a:solidFill>
                          <a:latin typeface="Consolas"/>
                          <a:ea typeface="Consolas"/>
                        </a:rPr>
                        <a:t>True</a:t>
                      </a:r>
                      <a:endParaRPr b="0" lang="en-US" sz="12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080" marR="91080">
                    <a:lnL w="9360">
                      <a:solidFill>
                        <a:srgbClr val="9e9e9e"/>
                      </a:solidFill>
                    </a:lnL>
                    <a:lnR w="9360">
                      <a:solidFill>
                        <a:srgbClr val="9e9e9e"/>
                      </a:solidFill>
                    </a:lnR>
                    <a:lnT w="9360">
                      <a:solidFill>
                        <a:srgbClr val="9e9e9e"/>
                      </a:solidFill>
                    </a:lnT>
                    <a:lnB w="9360">
                      <a:solidFill>
                        <a:srgbClr val="9e9e9e"/>
                      </a:solidFill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664" name="Google Shape;697;p50"/>
          <p:cNvSpPr/>
          <p:nvPr/>
        </p:nvSpPr>
        <p:spPr>
          <a:xfrm>
            <a:off x="729360" y="3762360"/>
            <a:ext cx="3884040" cy="689760"/>
          </a:xfrm>
          <a:prstGeom prst="rect">
            <a:avLst/>
          </a:prstGeom>
          <a:solidFill>
            <a:srgbClr val="fce5cd"/>
          </a:solidFill>
          <a:ln w="19050">
            <a:solidFill>
              <a:srgbClr val="eb5600"/>
            </a:solidFill>
            <a:prstDash val="dash"/>
            <a:round/>
          </a:ln>
        </p:spPr>
        <p:style>
          <a:lnRef idx="0"/>
          <a:fillRef idx="0"/>
          <a:effectRef idx="0"/>
          <a:fontRef idx="minor"/>
        </p:style>
        <p:txBody>
          <a:bodyPr tIns="91440" bIns="91440" anchor="t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l" sz="1600" spc="-1" strike="noStrike">
                <a:solidFill>
                  <a:schemeClr val="accent1"/>
                </a:solidFill>
                <a:latin typeface="Lato"/>
                <a:ea typeface="Lato"/>
              </a:rPr>
              <a:t>Whenever we encounter anything other than 0 or 1, we add two to f…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427" dur="indefinite" restart="never" nodeType="tmRoot">
          <p:childTnLst>
            <p:seq>
              <p:cTn id="428" dur="indefinite" nodeType="mainSeq">
                <p:childTnLst>
                  <p:par>
                    <p:cTn id="429" fill="hold">
                      <p:stCondLst>
                        <p:cond delay="indefinite"/>
                      </p:stCondLst>
                      <p:childTnLst>
                        <p:par>
                          <p:cTn id="430" fill="hold">
                            <p:stCondLst>
                              <p:cond delay="0"/>
                            </p:stCondLst>
                            <p:childTnLst>
                              <p:par>
                                <p:cTn id="431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" name="PlaceHolder 1"/>
          <p:cNvSpPr>
            <a:spLocks noGrp="1"/>
          </p:cNvSpPr>
          <p:nvPr>
            <p:ph type="title"/>
          </p:nvPr>
        </p:nvSpPr>
        <p:spPr>
          <a:xfrm>
            <a:off x="729360" y="572040"/>
            <a:ext cx="7688520" cy="53496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t">
            <a:normAutofit fontScale="88000"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l" sz="2600" spc="-1" strike="noStrike">
                <a:solidFill>
                  <a:schemeClr val="dk2"/>
                </a:solidFill>
                <a:latin typeface="Lato"/>
                <a:ea typeface="Lato"/>
              </a:rPr>
              <a:t>An Example (cont’d)</a:t>
            </a:r>
            <a:endParaRPr b="0" lang="en-US" sz="2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66" name="PlaceHolder 2"/>
          <p:cNvSpPr>
            <a:spLocks noGrp="1"/>
          </p:cNvSpPr>
          <p:nvPr>
            <p:ph type="sldNum" idx="40"/>
          </p:nvPr>
        </p:nvSpPr>
        <p:spPr>
          <a:xfrm>
            <a:off x="8536320" y="4749840"/>
            <a:ext cx="548280" cy="39312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ctr">
            <a:norm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l" sz="1000" spc="-1" strike="noStrike">
                <a:solidFill>
                  <a:schemeClr val="accent1"/>
                </a:solidFill>
                <a:latin typeface="Lato"/>
                <a:ea typeface="Lato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AF71C1DB-B9D8-466D-9AD1-294A794E24A3}" type="slidenum">
              <a:rPr b="0" lang="el" sz="1000" spc="-1" strike="noStrike">
                <a:solidFill>
                  <a:schemeClr val="accent1"/>
                </a:solidFill>
                <a:latin typeface="Lato"/>
                <a:ea typeface="Lato"/>
              </a:rPr>
              <a:t>36</a:t>
            </a:fld>
            <a:endParaRPr b="0" lang="en-US" sz="10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67" name="Google Shape;704;p51"/>
          <p:cNvSpPr/>
          <p:nvPr/>
        </p:nvSpPr>
        <p:spPr>
          <a:xfrm>
            <a:off x="808920" y="1434600"/>
            <a:ext cx="2579040" cy="3314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t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l" sz="1300" spc="-1" strike="noStrike">
                <a:solidFill>
                  <a:schemeClr val="accent1"/>
                </a:solidFill>
                <a:latin typeface="Lato"/>
                <a:ea typeface="Lato"/>
              </a:rPr>
              <a:t>For n = 8: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  <a:p>
            <a:pPr marL="457200" indent="-311040">
              <a:lnSpc>
                <a:spcPct val="100000"/>
              </a:lnSpc>
              <a:buClr>
                <a:srgbClr val="595959"/>
              </a:buClr>
              <a:buFont typeface="Consolas"/>
              <a:buChar char="●"/>
              <a:tabLst>
                <a:tab algn="l" pos="0"/>
              </a:tabLst>
            </a:pPr>
            <a:r>
              <a:rPr b="0" lang="el" sz="1300" spc="-1" strike="noStrike">
                <a:solidFill>
                  <a:schemeClr val="accent1"/>
                </a:solidFill>
                <a:latin typeface="Consolas"/>
                <a:ea typeface="Consolas"/>
              </a:rPr>
              <a:t>[8]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  <a:p>
            <a:pPr marL="457200" indent="-311040">
              <a:lnSpc>
                <a:spcPct val="100000"/>
              </a:lnSpc>
              <a:buClr>
                <a:srgbClr val="595959"/>
              </a:buClr>
              <a:buFont typeface="Consolas"/>
              <a:buChar char="●"/>
              <a:tabLst>
                <a:tab algn="l" pos="0"/>
              </a:tabLst>
            </a:pPr>
            <a:r>
              <a:rPr b="0" lang="el" sz="1300" spc="-1" strike="noStrike">
                <a:solidFill>
                  <a:schemeClr val="accent1"/>
                </a:solidFill>
                <a:latin typeface="Consolas"/>
                <a:ea typeface="Consolas"/>
              </a:rPr>
              <a:t>[8, 7, 6]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  <a:p>
            <a:pPr marL="457200" indent="-311040">
              <a:lnSpc>
                <a:spcPct val="100000"/>
              </a:lnSpc>
              <a:buClr>
                <a:srgbClr val="595959"/>
              </a:buClr>
              <a:buFont typeface="Consolas"/>
              <a:buChar char="●"/>
              <a:tabLst>
                <a:tab algn="l" pos="0"/>
              </a:tabLst>
            </a:pPr>
            <a:r>
              <a:rPr b="0" lang="el" sz="1300" spc="-1" strike="noStrike">
                <a:solidFill>
                  <a:schemeClr val="accent1"/>
                </a:solidFill>
                <a:latin typeface="Consolas"/>
                <a:ea typeface="Consolas"/>
              </a:rPr>
              <a:t>[8, 7, 5, 4]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  <a:p>
            <a:pPr marL="457200" indent="-311040">
              <a:lnSpc>
                <a:spcPct val="100000"/>
              </a:lnSpc>
              <a:buClr>
                <a:srgbClr val="595959"/>
              </a:buClr>
              <a:buFont typeface="Consolas"/>
              <a:buChar char="●"/>
              <a:tabLst>
                <a:tab algn="l" pos="0"/>
              </a:tabLst>
            </a:pPr>
            <a:r>
              <a:rPr b="0" lang="el" sz="1300" spc="-1" strike="noStrike">
                <a:solidFill>
                  <a:schemeClr val="accent1"/>
                </a:solidFill>
                <a:latin typeface="Consolas"/>
                <a:ea typeface="Consolas"/>
              </a:rPr>
              <a:t>[8, 7, 5, 3, </a:t>
            </a:r>
            <a:r>
              <a:rPr b="1" lang="el" sz="1300" spc="-1" strike="noStrike">
                <a:solidFill>
                  <a:schemeClr val="accent3"/>
                </a:solidFill>
                <a:latin typeface="Consolas"/>
                <a:ea typeface="Consolas"/>
              </a:rPr>
              <a:t>2</a:t>
            </a:r>
            <a:r>
              <a:rPr b="0" lang="el" sz="1300" spc="-1" strike="noStrike">
                <a:solidFill>
                  <a:schemeClr val="accent1"/>
                </a:solidFill>
                <a:latin typeface="Consolas"/>
                <a:ea typeface="Consolas"/>
              </a:rPr>
              <a:t>]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  <a:p>
            <a:pPr marL="457200" indent="-311040">
              <a:lnSpc>
                <a:spcPct val="100000"/>
              </a:lnSpc>
              <a:buClr>
                <a:srgbClr val="595959"/>
              </a:buClr>
              <a:buFont typeface="Consolas"/>
              <a:buChar char="●"/>
              <a:tabLst>
                <a:tab algn="l" pos="0"/>
              </a:tabLst>
            </a:pPr>
            <a:r>
              <a:rPr b="0" lang="el" sz="1300" spc="-1" strike="noStrike">
                <a:solidFill>
                  <a:schemeClr val="accent1"/>
                </a:solidFill>
                <a:latin typeface="Consolas"/>
                <a:ea typeface="Consolas"/>
              </a:rPr>
              <a:t>[8, 7, 5, 3, 1, 0]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  <a:p>
            <a:pPr marL="457200" indent="-311040">
              <a:lnSpc>
                <a:spcPct val="100000"/>
              </a:lnSpc>
              <a:buClr>
                <a:srgbClr val="595959"/>
              </a:buClr>
              <a:buFont typeface="Consolas"/>
              <a:buChar char="●"/>
              <a:tabLst>
                <a:tab algn="l" pos="0"/>
              </a:tabLst>
            </a:pPr>
            <a:r>
              <a:rPr b="0" lang="el" sz="1300" spc="-1" strike="noStrike">
                <a:solidFill>
                  <a:schemeClr val="accent1"/>
                </a:solidFill>
                <a:latin typeface="Consolas"/>
                <a:ea typeface="Consolas"/>
              </a:rPr>
              <a:t>[8, 7, 5, 3, 1]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  <a:p>
            <a:pPr marL="457200" indent="-311040">
              <a:lnSpc>
                <a:spcPct val="100000"/>
              </a:lnSpc>
              <a:buClr>
                <a:srgbClr val="595959"/>
              </a:buClr>
              <a:buFont typeface="Consolas"/>
              <a:buChar char="●"/>
              <a:tabLst>
                <a:tab algn="l" pos="0"/>
              </a:tabLst>
            </a:pPr>
            <a:r>
              <a:rPr b="0" lang="el" sz="1300" spc="-1" strike="noStrike">
                <a:solidFill>
                  <a:schemeClr val="accent1"/>
                </a:solidFill>
                <a:latin typeface="Consolas"/>
                <a:ea typeface="Consolas"/>
              </a:rPr>
              <a:t>[8, 7, 5, 3]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  <a:p>
            <a:pPr marL="457200" indent="-311040">
              <a:lnSpc>
                <a:spcPct val="100000"/>
              </a:lnSpc>
              <a:buClr>
                <a:srgbClr val="595959"/>
              </a:buClr>
              <a:buFont typeface="Consolas"/>
              <a:buChar char="●"/>
              <a:tabLst>
                <a:tab algn="l" pos="0"/>
              </a:tabLst>
            </a:pPr>
            <a:r>
              <a:rPr b="0" lang="el" sz="1300" spc="-1" strike="noStrike">
                <a:solidFill>
                  <a:schemeClr val="accent1"/>
                </a:solidFill>
                <a:latin typeface="Consolas"/>
                <a:ea typeface="Consolas"/>
              </a:rPr>
              <a:t>[8, 7, 5, </a:t>
            </a:r>
            <a:r>
              <a:rPr b="1" lang="el" sz="1300" spc="-1" strike="noStrike">
                <a:solidFill>
                  <a:schemeClr val="accent3"/>
                </a:solidFill>
                <a:latin typeface="Consolas"/>
                <a:ea typeface="Consolas"/>
              </a:rPr>
              <a:t>2</a:t>
            </a:r>
            <a:r>
              <a:rPr b="0" lang="el" sz="1300" spc="-1" strike="noStrike">
                <a:solidFill>
                  <a:schemeClr val="accent1"/>
                </a:solidFill>
                <a:latin typeface="Consolas"/>
                <a:ea typeface="Consolas"/>
              </a:rPr>
              <a:t>, 1]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  <a:p>
            <a:pPr marL="457200" indent="-311040">
              <a:lnSpc>
                <a:spcPct val="100000"/>
              </a:lnSpc>
              <a:buClr>
                <a:srgbClr val="595959"/>
              </a:buClr>
              <a:buFont typeface="Consolas"/>
              <a:buChar char="●"/>
              <a:tabLst>
                <a:tab algn="l" pos="0"/>
              </a:tabLst>
            </a:pPr>
            <a:r>
              <a:rPr b="0" lang="el" sz="1300" spc="-1" strike="noStrike">
                <a:solidFill>
                  <a:schemeClr val="accent1"/>
                </a:solidFill>
                <a:latin typeface="Consolas"/>
                <a:ea typeface="Consolas"/>
              </a:rPr>
              <a:t>[8, 7, 5, </a:t>
            </a:r>
            <a:r>
              <a:rPr b="1" lang="el" sz="1300" spc="-1" strike="noStrike">
                <a:solidFill>
                  <a:schemeClr val="accent3"/>
                </a:solidFill>
                <a:latin typeface="Consolas"/>
                <a:ea typeface="Consolas"/>
              </a:rPr>
              <a:t>2</a:t>
            </a:r>
            <a:r>
              <a:rPr b="0" lang="el" sz="1300" spc="-1" strike="noStrike">
                <a:solidFill>
                  <a:schemeClr val="accent1"/>
                </a:solidFill>
                <a:latin typeface="Consolas"/>
                <a:ea typeface="Consolas"/>
              </a:rPr>
              <a:t>, 1]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  <a:p>
            <a:pPr marL="457200" indent="-311040">
              <a:lnSpc>
                <a:spcPct val="100000"/>
              </a:lnSpc>
              <a:buClr>
                <a:srgbClr val="595959"/>
              </a:buClr>
              <a:buFont typeface="Consolas"/>
              <a:buChar char="●"/>
              <a:tabLst>
                <a:tab algn="l" pos="0"/>
              </a:tabLst>
            </a:pPr>
            <a:r>
              <a:rPr b="0" lang="el" sz="1300" spc="-1" strike="noStrike">
                <a:solidFill>
                  <a:schemeClr val="accent1"/>
                </a:solidFill>
                <a:latin typeface="Consolas"/>
                <a:ea typeface="Consolas"/>
              </a:rPr>
              <a:t>[8, 7, 5, </a:t>
            </a:r>
            <a:r>
              <a:rPr b="1" lang="el" sz="1300" spc="-1" strike="noStrike">
                <a:solidFill>
                  <a:schemeClr val="accent3"/>
                </a:solidFill>
                <a:latin typeface="Consolas"/>
                <a:ea typeface="Consolas"/>
              </a:rPr>
              <a:t>2</a:t>
            </a:r>
            <a:r>
              <a:rPr b="0" lang="el" sz="1300" spc="-1" strike="noStrike">
                <a:solidFill>
                  <a:schemeClr val="accent1"/>
                </a:solidFill>
                <a:latin typeface="Consolas"/>
                <a:ea typeface="Consolas"/>
              </a:rPr>
              <a:t>]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  <a:p>
            <a:pPr marL="457200" indent="-311040">
              <a:lnSpc>
                <a:spcPct val="100000"/>
              </a:lnSpc>
              <a:buClr>
                <a:srgbClr val="595959"/>
              </a:buClr>
              <a:buFont typeface="Consolas"/>
              <a:buChar char="●"/>
              <a:tabLst>
                <a:tab algn="l" pos="0"/>
              </a:tabLst>
            </a:pPr>
            <a:r>
              <a:rPr b="0" lang="el" sz="1300" spc="-1" strike="noStrike">
                <a:solidFill>
                  <a:schemeClr val="accent1"/>
                </a:solidFill>
                <a:latin typeface="Consolas"/>
                <a:ea typeface="Consolas"/>
              </a:rPr>
              <a:t>[8, 7, 5, 1, 0]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  <a:p>
            <a:pPr marL="457200" indent="-311040">
              <a:lnSpc>
                <a:spcPct val="100000"/>
              </a:lnSpc>
              <a:buClr>
                <a:srgbClr val="595959"/>
              </a:buClr>
              <a:buFont typeface="Consolas"/>
              <a:buChar char="●"/>
              <a:tabLst>
                <a:tab algn="l" pos="0"/>
              </a:tabLst>
            </a:pPr>
            <a:r>
              <a:rPr b="0" lang="el" sz="1300" spc="-1" strike="noStrike">
                <a:solidFill>
                  <a:schemeClr val="accent1"/>
                </a:solidFill>
                <a:latin typeface="Consolas"/>
                <a:ea typeface="Consolas"/>
              </a:rPr>
              <a:t>[8, 7, 5, 1]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  <a:p>
            <a:pPr marL="457200" indent="-311040">
              <a:lnSpc>
                <a:spcPct val="100000"/>
              </a:lnSpc>
              <a:buClr>
                <a:srgbClr val="595959"/>
              </a:buClr>
              <a:buFont typeface="Consolas"/>
              <a:buChar char="●"/>
              <a:tabLst>
                <a:tab algn="l" pos="0"/>
              </a:tabLst>
            </a:pPr>
            <a:r>
              <a:rPr b="0" lang="el" sz="1300" spc="-1" strike="noStrike">
                <a:solidFill>
                  <a:schemeClr val="accent1"/>
                </a:solidFill>
                <a:latin typeface="Consolas"/>
                <a:ea typeface="Consolas"/>
              </a:rPr>
              <a:t>[8, 7, 5]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  <a:p>
            <a:pPr marL="457200" indent="-311040">
              <a:lnSpc>
                <a:spcPct val="100000"/>
              </a:lnSpc>
              <a:buClr>
                <a:srgbClr val="595959"/>
              </a:buClr>
              <a:buFont typeface="Consolas"/>
              <a:buChar char="●"/>
              <a:tabLst>
                <a:tab algn="l" pos="0"/>
              </a:tabLst>
            </a:pPr>
            <a:r>
              <a:rPr b="0" lang="el" sz="1300" spc="-1" strike="noStrike">
                <a:solidFill>
                  <a:schemeClr val="accent1"/>
                </a:solidFill>
                <a:latin typeface="Consolas"/>
                <a:ea typeface="Consolas"/>
              </a:rPr>
              <a:t>[8, 7, 4, 3]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  <a:p>
            <a:pPr marL="457200" indent="-311040">
              <a:lnSpc>
                <a:spcPct val="100000"/>
              </a:lnSpc>
              <a:buClr>
                <a:srgbClr val="595959"/>
              </a:buClr>
              <a:buFont typeface="Consolas"/>
              <a:buChar char="●"/>
              <a:tabLst>
                <a:tab algn="l" pos="0"/>
              </a:tabLst>
            </a:pPr>
            <a:r>
              <a:rPr b="0" lang="el" sz="1300" spc="-1" strike="noStrike">
                <a:solidFill>
                  <a:schemeClr val="accent1"/>
                </a:solidFill>
                <a:latin typeface="Consolas"/>
                <a:ea typeface="Consolas"/>
              </a:rPr>
              <a:t>[8, 7, 3, </a:t>
            </a:r>
            <a:r>
              <a:rPr b="1" lang="el" sz="1300" spc="-1" strike="noStrike">
                <a:solidFill>
                  <a:schemeClr val="accent3"/>
                </a:solidFill>
                <a:latin typeface="Consolas"/>
                <a:ea typeface="Consolas"/>
              </a:rPr>
              <a:t>2</a:t>
            </a:r>
            <a:r>
              <a:rPr b="0" lang="el" sz="1300" spc="-1" strike="noStrike">
                <a:solidFill>
                  <a:schemeClr val="accent1"/>
                </a:solidFill>
                <a:latin typeface="Consolas"/>
                <a:ea typeface="Consolas"/>
              </a:rPr>
              <a:t>, 1]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68" name="Google Shape;705;p51"/>
          <p:cNvSpPr/>
          <p:nvPr/>
        </p:nvSpPr>
        <p:spPr>
          <a:xfrm>
            <a:off x="3556080" y="1434600"/>
            <a:ext cx="2579040" cy="3314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t">
            <a:noAutofit/>
          </a:bodyPr>
          <a:p>
            <a:pPr marL="457200" indent="-311040">
              <a:lnSpc>
                <a:spcPct val="100000"/>
              </a:lnSpc>
              <a:buClr>
                <a:srgbClr val="595959"/>
              </a:buClr>
              <a:buFont typeface="Consolas"/>
              <a:buChar char="●"/>
            </a:pPr>
            <a:r>
              <a:rPr b="0" lang="el" sz="1300" spc="-1" strike="noStrike">
                <a:solidFill>
                  <a:schemeClr val="accent1"/>
                </a:solidFill>
                <a:latin typeface="Consolas"/>
                <a:ea typeface="Consolas"/>
              </a:rPr>
              <a:t>[8, 7, 3, </a:t>
            </a:r>
            <a:r>
              <a:rPr b="1" lang="el" sz="1300" spc="-1" strike="noStrike">
                <a:solidFill>
                  <a:schemeClr val="accent3"/>
                </a:solidFill>
                <a:latin typeface="Consolas"/>
                <a:ea typeface="Consolas"/>
              </a:rPr>
              <a:t>2</a:t>
            </a:r>
            <a:r>
              <a:rPr b="0" lang="el" sz="1300" spc="-1" strike="noStrike">
                <a:solidFill>
                  <a:schemeClr val="accent1"/>
                </a:solidFill>
                <a:latin typeface="Consolas"/>
                <a:ea typeface="Consolas"/>
              </a:rPr>
              <a:t>]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  <a:p>
            <a:pPr marL="457200" indent="-311040">
              <a:lnSpc>
                <a:spcPct val="100000"/>
              </a:lnSpc>
              <a:buClr>
                <a:srgbClr val="595959"/>
              </a:buClr>
              <a:buFont typeface="Consolas"/>
              <a:buChar char="●"/>
            </a:pPr>
            <a:r>
              <a:rPr b="0" lang="el" sz="1300" spc="-1" strike="noStrike">
                <a:solidFill>
                  <a:schemeClr val="accent1"/>
                </a:solidFill>
                <a:latin typeface="Consolas"/>
                <a:ea typeface="Consolas"/>
              </a:rPr>
              <a:t>[8, 7, 3, 1, 0]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  <a:p>
            <a:pPr marL="457200" indent="-311040">
              <a:lnSpc>
                <a:spcPct val="100000"/>
              </a:lnSpc>
              <a:buClr>
                <a:srgbClr val="595959"/>
              </a:buClr>
              <a:buFont typeface="Consolas"/>
              <a:buChar char="●"/>
            </a:pPr>
            <a:r>
              <a:rPr b="0" lang="el" sz="1300" spc="-1" strike="noStrike">
                <a:solidFill>
                  <a:schemeClr val="accent1"/>
                </a:solidFill>
                <a:latin typeface="Consolas"/>
                <a:ea typeface="Consolas"/>
              </a:rPr>
              <a:t>[8, 7, 3, 1]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  <a:p>
            <a:pPr marL="457200" indent="-311040">
              <a:lnSpc>
                <a:spcPct val="100000"/>
              </a:lnSpc>
              <a:buClr>
                <a:srgbClr val="595959"/>
              </a:buClr>
              <a:buFont typeface="Consolas"/>
              <a:buChar char="●"/>
            </a:pPr>
            <a:r>
              <a:rPr b="0" lang="el" sz="1300" spc="-1" strike="noStrike">
                <a:solidFill>
                  <a:schemeClr val="accent1"/>
                </a:solidFill>
                <a:latin typeface="Consolas"/>
                <a:ea typeface="Consolas"/>
              </a:rPr>
              <a:t>[8, 7, 3]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  <a:p>
            <a:pPr marL="457200" indent="-311040">
              <a:lnSpc>
                <a:spcPct val="100000"/>
              </a:lnSpc>
              <a:buClr>
                <a:srgbClr val="595959"/>
              </a:buClr>
              <a:buFont typeface="Consolas"/>
              <a:buChar char="●"/>
            </a:pPr>
            <a:r>
              <a:rPr b="0" lang="el" sz="1300" spc="-1" strike="noStrike">
                <a:solidFill>
                  <a:schemeClr val="accent1"/>
                </a:solidFill>
                <a:latin typeface="Consolas"/>
                <a:ea typeface="Consolas"/>
              </a:rPr>
              <a:t>[8, 7, </a:t>
            </a:r>
            <a:r>
              <a:rPr b="1" lang="el" sz="1300" spc="-1" strike="noStrike">
                <a:solidFill>
                  <a:schemeClr val="accent3"/>
                </a:solidFill>
                <a:latin typeface="Consolas"/>
                <a:ea typeface="Consolas"/>
              </a:rPr>
              <a:t>2</a:t>
            </a:r>
            <a:r>
              <a:rPr b="0" lang="el" sz="1300" spc="-1" strike="noStrike">
                <a:solidFill>
                  <a:schemeClr val="accent1"/>
                </a:solidFill>
                <a:latin typeface="Consolas"/>
                <a:ea typeface="Consolas"/>
              </a:rPr>
              <a:t>, 1]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  <a:p>
            <a:pPr marL="457200" indent="-311040">
              <a:lnSpc>
                <a:spcPct val="100000"/>
              </a:lnSpc>
              <a:buClr>
                <a:srgbClr val="595959"/>
              </a:buClr>
              <a:buFont typeface="Consolas"/>
              <a:buChar char="●"/>
            </a:pPr>
            <a:r>
              <a:rPr b="0" lang="el" sz="1300" spc="-1" strike="noStrike">
                <a:solidFill>
                  <a:schemeClr val="accent1"/>
                </a:solidFill>
                <a:latin typeface="Consolas"/>
                <a:ea typeface="Consolas"/>
              </a:rPr>
              <a:t>[8, 7, </a:t>
            </a:r>
            <a:r>
              <a:rPr b="1" lang="el" sz="1300" spc="-1" strike="noStrike">
                <a:solidFill>
                  <a:schemeClr val="accent3"/>
                </a:solidFill>
                <a:latin typeface="Consolas"/>
                <a:ea typeface="Consolas"/>
              </a:rPr>
              <a:t>2</a:t>
            </a:r>
            <a:r>
              <a:rPr b="0" lang="el" sz="1300" spc="-1" strike="noStrike">
                <a:solidFill>
                  <a:schemeClr val="accent1"/>
                </a:solidFill>
                <a:latin typeface="Consolas"/>
                <a:ea typeface="Consolas"/>
              </a:rPr>
              <a:t>]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  <a:p>
            <a:pPr marL="457200" indent="-311040">
              <a:lnSpc>
                <a:spcPct val="100000"/>
              </a:lnSpc>
              <a:buClr>
                <a:srgbClr val="595959"/>
              </a:buClr>
              <a:buFont typeface="Consolas"/>
              <a:buChar char="●"/>
            </a:pPr>
            <a:r>
              <a:rPr b="0" lang="el" sz="1300" spc="-1" strike="noStrike">
                <a:solidFill>
                  <a:schemeClr val="accent1"/>
                </a:solidFill>
                <a:latin typeface="Consolas"/>
                <a:ea typeface="Consolas"/>
              </a:rPr>
              <a:t>[8, 7, 1, 0]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  <a:p>
            <a:pPr marL="457200" indent="-311040">
              <a:lnSpc>
                <a:spcPct val="100000"/>
              </a:lnSpc>
              <a:buClr>
                <a:srgbClr val="595959"/>
              </a:buClr>
              <a:buFont typeface="Consolas"/>
              <a:buChar char="●"/>
            </a:pPr>
            <a:r>
              <a:rPr b="0" lang="el" sz="1300" spc="-1" strike="noStrike">
                <a:solidFill>
                  <a:schemeClr val="accent1"/>
                </a:solidFill>
                <a:latin typeface="Consolas"/>
                <a:ea typeface="Consolas"/>
              </a:rPr>
              <a:t>[8, 7, 1]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  <a:p>
            <a:pPr marL="457200" indent="-311040">
              <a:lnSpc>
                <a:spcPct val="100000"/>
              </a:lnSpc>
              <a:buClr>
                <a:srgbClr val="595959"/>
              </a:buClr>
              <a:buFont typeface="Consolas"/>
              <a:buChar char="●"/>
            </a:pPr>
            <a:r>
              <a:rPr b="0" lang="el" sz="1300" spc="-1" strike="noStrike">
                <a:solidFill>
                  <a:schemeClr val="accent1"/>
                </a:solidFill>
                <a:latin typeface="Consolas"/>
                <a:ea typeface="Consolas"/>
              </a:rPr>
              <a:t>[8, 7]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  <a:p>
            <a:pPr marL="457200" indent="-311040">
              <a:lnSpc>
                <a:spcPct val="100000"/>
              </a:lnSpc>
              <a:buClr>
                <a:srgbClr val="595959"/>
              </a:buClr>
              <a:buFont typeface="Consolas"/>
              <a:buChar char="●"/>
            </a:pPr>
            <a:r>
              <a:rPr b="0" lang="el" sz="1300" spc="-1" strike="noStrike">
                <a:solidFill>
                  <a:schemeClr val="accent1"/>
                </a:solidFill>
                <a:latin typeface="Consolas"/>
                <a:ea typeface="Consolas"/>
              </a:rPr>
              <a:t>[8, 7, 6, 5]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  <a:p>
            <a:pPr marL="457200" indent="-311040">
              <a:lnSpc>
                <a:spcPct val="100000"/>
              </a:lnSpc>
              <a:buClr>
                <a:srgbClr val="595959"/>
              </a:buClr>
              <a:buFont typeface="Consolas"/>
              <a:buChar char="●"/>
            </a:pPr>
            <a:r>
              <a:rPr b="0" lang="el" sz="1300" spc="-1" strike="noStrike">
                <a:solidFill>
                  <a:schemeClr val="accent1"/>
                </a:solidFill>
                <a:latin typeface="Consolas"/>
                <a:ea typeface="Consolas"/>
              </a:rPr>
              <a:t>[8, 7, 6, 4, 3]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  <a:p>
            <a:pPr marL="457200" indent="-311040">
              <a:lnSpc>
                <a:spcPct val="100000"/>
              </a:lnSpc>
              <a:buClr>
                <a:srgbClr val="595959"/>
              </a:buClr>
              <a:buFont typeface="Consolas"/>
              <a:buChar char="●"/>
            </a:pPr>
            <a:r>
              <a:rPr b="0" lang="el" sz="1300" spc="-1" strike="noStrike">
                <a:solidFill>
                  <a:schemeClr val="accent1"/>
                </a:solidFill>
                <a:latin typeface="Consolas"/>
                <a:ea typeface="Consolas"/>
              </a:rPr>
              <a:t>[8, 7, 6, 3, </a:t>
            </a:r>
            <a:r>
              <a:rPr b="1" lang="el" sz="1300" spc="-1" strike="noStrike">
                <a:solidFill>
                  <a:schemeClr val="accent3"/>
                </a:solidFill>
                <a:latin typeface="Consolas"/>
                <a:ea typeface="Consolas"/>
              </a:rPr>
              <a:t>2</a:t>
            </a:r>
            <a:r>
              <a:rPr b="0" lang="el" sz="1300" spc="-1" strike="noStrike">
                <a:solidFill>
                  <a:schemeClr val="accent1"/>
                </a:solidFill>
                <a:latin typeface="Consolas"/>
                <a:ea typeface="Consolas"/>
              </a:rPr>
              <a:t>, 1]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  <a:p>
            <a:pPr marL="457200" indent="-311040">
              <a:lnSpc>
                <a:spcPct val="100000"/>
              </a:lnSpc>
              <a:buClr>
                <a:srgbClr val="595959"/>
              </a:buClr>
              <a:buFont typeface="Consolas"/>
              <a:buChar char="●"/>
            </a:pPr>
            <a:r>
              <a:rPr b="0" lang="el" sz="1300" spc="-1" strike="noStrike">
                <a:solidFill>
                  <a:schemeClr val="accent1"/>
                </a:solidFill>
                <a:latin typeface="Consolas"/>
                <a:ea typeface="Consolas"/>
              </a:rPr>
              <a:t>[8, 7, 6, 3, 2]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  <a:p>
            <a:pPr marL="457200" indent="-311040">
              <a:lnSpc>
                <a:spcPct val="100000"/>
              </a:lnSpc>
              <a:buClr>
                <a:srgbClr val="595959"/>
              </a:buClr>
              <a:buFont typeface="Consolas"/>
              <a:buChar char="●"/>
            </a:pPr>
            <a:r>
              <a:rPr b="0" lang="el" sz="1300" spc="-1" strike="noStrike">
                <a:solidFill>
                  <a:schemeClr val="accent1"/>
                </a:solidFill>
                <a:latin typeface="Consolas"/>
                <a:ea typeface="Consolas"/>
              </a:rPr>
              <a:t>[8, 7, 6, 3, 1, 0]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  <a:p>
            <a:pPr marL="457200" indent="-311040">
              <a:lnSpc>
                <a:spcPct val="100000"/>
              </a:lnSpc>
              <a:buClr>
                <a:srgbClr val="595959"/>
              </a:buClr>
              <a:buFont typeface="Consolas"/>
              <a:buChar char="●"/>
            </a:pPr>
            <a:r>
              <a:rPr b="0" lang="el" sz="1300" spc="-1" strike="noStrike">
                <a:solidFill>
                  <a:schemeClr val="accent1"/>
                </a:solidFill>
                <a:latin typeface="Consolas"/>
                <a:ea typeface="Consolas"/>
              </a:rPr>
              <a:t>[8, 7, 6, 3, 1]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  <a:p>
            <a:pPr marL="457200" indent="-311040">
              <a:lnSpc>
                <a:spcPct val="100000"/>
              </a:lnSpc>
              <a:buClr>
                <a:srgbClr val="595959"/>
              </a:buClr>
              <a:buFont typeface="Consolas"/>
              <a:buChar char="●"/>
            </a:pPr>
            <a:r>
              <a:rPr b="0" lang="el" sz="1300" spc="-1" strike="noStrike">
                <a:solidFill>
                  <a:schemeClr val="accent1"/>
                </a:solidFill>
                <a:latin typeface="Consolas"/>
                <a:ea typeface="Consolas"/>
              </a:rPr>
              <a:t>[8, 7, 6, 3]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69" name="Google Shape;706;p51"/>
          <p:cNvSpPr/>
          <p:nvPr/>
        </p:nvSpPr>
        <p:spPr>
          <a:xfrm>
            <a:off x="6303600" y="1503360"/>
            <a:ext cx="2058480" cy="3314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t">
            <a:noAutofit/>
          </a:bodyPr>
          <a:p>
            <a:pPr marL="457200" indent="-311040">
              <a:lnSpc>
                <a:spcPct val="100000"/>
              </a:lnSpc>
              <a:buClr>
                <a:srgbClr val="595959"/>
              </a:buClr>
              <a:buFont typeface="Lato"/>
              <a:buChar char="●"/>
            </a:pPr>
            <a:r>
              <a:rPr b="0" lang="el" sz="1300" spc="-1" strike="noStrike">
                <a:solidFill>
                  <a:schemeClr val="accent1"/>
                </a:solidFill>
                <a:latin typeface="Lato"/>
                <a:ea typeface="Lato"/>
              </a:rPr>
              <a:t>Why 2 appears more than once?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  <a:p>
            <a:pPr marL="457200" indent="-311040">
              <a:lnSpc>
                <a:spcPct val="100000"/>
              </a:lnSpc>
              <a:buClr>
                <a:srgbClr val="595959"/>
              </a:buClr>
              <a:buFont typeface="Lato"/>
              <a:buChar char="●"/>
            </a:pPr>
            <a:r>
              <a:rPr b="0" lang="el" sz="1300" spc="-1" strike="noStrike">
                <a:solidFill>
                  <a:schemeClr val="accent1"/>
                </a:solidFill>
                <a:latin typeface="Lato"/>
                <a:ea typeface="Lato"/>
              </a:rPr>
              <a:t>Why all numbers (will) appear more than once?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  <a:p>
            <a:pPr marL="457200" indent="-311040">
              <a:lnSpc>
                <a:spcPct val="100000"/>
              </a:lnSpc>
              <a:buClr>
                <a:srgbClr val="595959"/>
              </a:buClr>
              <a:buFont typeface="Lato"/>
              <a:buChar char="●"/>
            </a:pPr>
            <a:r>
              <a:rPr b="0" lang="el" sz="1300" spc="-1" strike="noStrike">
                <a:solidFill>
                  <a:schemeClr val="accent1"/>
                </a:solidFill>
                <a:latin typeface="Lato"/>
                <a:ea typeface="Lato"/>
              </a:rPr>
              <a:t>Because this is a silly way to compute the 8th Fibonacci number!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  <a:p>
            <a:pPr marL="457200" indent="-311040">
              <a:lnSpc>
                <a:spcPct val="100000"/>
              </a:lnSpc>
              <a:buClr>
                <a:srgbClr val="595959"/>
              </a:buClr>
              <a:buFont typeface="Lato"/>
              <a:buChar char="●"/>
            </a:pPr>
            <a:r>
              <a:rPr b="0" lang="el" sz="1300" spc="-1" strike="noStrike">
                <a:solidFill>
                  <a:schemeClr val="accent1"/>
                </a:solidFill>
                <a:latin typeface="Lato"/>
                <a:ea typeface="Lato"/>
              </a:rPr>
              <a:t>Overall, exponentially many operations, O(2^n).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433" dur="indefinite" restart="never" nodeType="tmRoot">
          <p:childTnLst>
            <p:seq>
              <p:cTn id="434" dur="indefinite" nodeType="mainSeq">
                <p:childTnLst>
                  <p:par>
                    <p:cTn id="435" fill="hold">
                      <p:stCondLst>
                        <p:cond delay="indefinite"/>
                      </p:stCondLst>
                      <p:childTnLst>
                        <p:par>
                          <p:cTn id="436" fill="hold">
                            <p:stCondLst>
                              <p:cond delay="0"/>
                            </p:stCondLst>
                            <p:childTnLst>
                              <p:par>
                                <p:cTn id="437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9" fill="hold">
                      <p:stCondLst>
                        <p:cond delay="indefinite"/>
                      </p:stCondLst>
                      <p:childTnLst>
                        <p:par>
                          <p:cTn id="440" fill="hold">
                            <p:stCondLst>
                              <p:cond delay="0"/>
                            </p:stCondLst>
                            <p:childTnLst>
                              <p:par>
                                <p:cTn id="441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3" fill="hold">
                      <p:stCondLst>
                        <p:cond delay="indefinite"/>
                      </p:stCondLst>
                      <p:childTnLst>
                        <p:par>
                          <p:cTn id="444" fill="hold">
                            <p:stCondLst>
                              <p:cond delay="0"/>
                            </p:stCondLst>
                            <p:childTnLst>
                              <p:par>
                                <p:cTn id="445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7" fill="hold">
                      <p:stCondLst>
                        <p:cond delay="indefinite"/>
                      </p:stCondLst>
                      <p:childTnLst>
                        <p:par>
                          <p:cTn id="448" fill="hold">
                            <p:stCondLst>
                              <p:cond delay="0"/>
                            </p:stCondLst>
                            <p:childTnLst>
                              <p:par>
                                <p:cTn id="449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1" fill="hold">
                      <p:stCondLst>
                        <p:cond delay="indefinite"/>
                      </p:stCondLst>
                      <p:childTnLst>
                        <p:par>
                          <p:cTn id="452" fill="hold">
                            <p:stCondLst>
                              <p:cond delay="0"/>
                            </p:stCondLst>
                            <p:childTnLst>
                              <p:par>
                                <p:cTn id="453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5" fill="hold">
                      <p:stCondLst>
                        <p:cond delay="indefinite"/>
                      </p:stCondLst>
                      <p:childTnLst>
                        <p:par>
                          <p:cTn id="456" fill="hold">
                            <p:stCondLst>
                              <p:cond delay="0"/>
                            </p:stCondLst>
                            <p:childTnLst>
                              <p:par>
                                <p:cTn id="457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9" fill="hold">
                      <p:stCondLst>
                        <p:cond delay="indefinite"/>
                      </p:stCondLst>
                      <p:childTnLst>
                        <p:par>
                          <p:cTn id="460" fill="hold">
                            <p:stCondLst>
                              <p:cond delay="0"/>
                            </p:stCondLst>
                            <p:childTnLst>
                              <p:par>
                                <p:cTn id="461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3" fill="hold">
                      <p:stCondLst>
                        <p:cond delay="indefinite"/>
                      </p:stCondLst>
                      <p:childTnLst>
                        <p:par>
                          <p:cTn id="464" fill="hold">
                            <p:stCondLst>
                              <p:cond delay="0"/>
                            </p:stCondLst>
                            <p:childTnLst>
                              <p:par>
                                <p:cTn id="465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7" fill="hold">
                      <p:stCondLst>
                        <p:cond delay="indefinite"/>
                      </p:stCondLst>
                      <p:childTnLst>
                        <p:par>
                          <p:cTn id="468" fill="hold">
                            <p:stCondLst>
                              <p:cond delay="0"/>
                            </p:stCondLst>
                            <p:childTnLst>
                              <p:par>
                                <p:cTn id="469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1" fill="hold">
                      <p:stCondLst>
                        <p:cond delay="indefinite"/>
                      </p:stCondLst>
                      <p:childTnLst>
                        <p:par>
                          <p:cTn id="472" fill="hold">
                            <p:stCondLst>
                              <p:cond delay="0"/>
                            </p:stCondLst>
                            <p:childTnLst>
                              <p:par>
                                <p:cTn id="473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5" fill="hold">
                      <p:stCondLst>
                        <p:cond delay="indefinite"/>
                      </p:stCondLst>
                      <p:childTnLst>
                        <p:par>
                          <p:cTn id="476" fill="hold">
                            <p:stCondLst>
                              <p:cond delay="0"/>
                            </p:stCondLst>
                            <p:childTnLst>
                              <p:par>
                                <p:cTn id="477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7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9" fill="hold">
                      <p:stCondLst>
                        <p:cond delay="indefinite"/>
                      </p:stCondLst>
                      <p:childTnLst>
                        <p:par>
                          <p:cTn id="480" fill="hold">
                            <p:stCondLst>
                              <p:cond delay="0"/>
                            </p:stCondLst>
                            <p:childTnLst>
                              <p:par>
                                <p:cTn id="481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7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3" fill="hold">
                      <p:stCondLst>
                        <p:cond delay="indefinite"/>
                      </p:stCondLst>
                      <p:childTnLst>
                        <p:par>
                          <p:cTn id="484" fill="hold">
                            <p:stCondLst>
                              <p:cond delay="0"/>
                            </p:stCondLst>
                            <p:childTnLst>
                              <p:par>
                                <p:cTn id="485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7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7" fill="hold">
                      <p:stCondLst>
                        <p:cond delay="indefinite"/>
                      </p:stCondLst>
                      <p:childTnLst>
                        <p:par>
                          <p:cTn id="488" fill="hold">
                            <p:stCondLst>
                              <p:cond delay="0"/>
                            </p:stCondLst>
                            <p:childTnLst>
                              <p:par>
                                <p:cTn id="489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7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1" fill="hold">
                      <p:stCondLst>
                        <p:cond delay="indefinite"/>
                      </p:stCondLst>
                      <p:childTnLst>
                        <p:par>
                          <p:cTn id="492" fill="hold">
                            <p:stCondLst>
                              <p:cond delay="0"/>
                            </p:stCondLst>
                            <p:childTnLst>
                              <p:par>
                                <p:cTn id="493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7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5" fill="hold">
                      <p:stCondLst>
                        <p:cond delay="indefinite"/>
                      </p:stCondLst>
                      <p:childTnLst>
                        <p:par>
                          <p:cTn id="496" fill="hold">
                            <p:stCondLst>
                              <p:cond delay="0"/>
                            </p:stCondLst>
                            <p:childTnLst>
                              <p:par>
                                <p:cTn id="497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7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9" fill="hold">
                      <p:stCondLst>
                        <p:cond delay="indefinite"/>
                      </p:stCondLst>
                      <p:childTnLst>
                        <p:par>
                          <p:cTn id="500" fill="hold">
                            <p:stCondLst>
                              <p:cond delay="0"/>
                            </p:stCondLst>
                            <p:childTnLst>
                              <p:par>
                                <p:cTn id="501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3" fill="hold">
                      <p:stCondLst>
                        <p:cond delay="indefinite"/>
                      </p:stCondLst>
                      <p:childTnLst>
                        <p:par>
                          <p:cTn id="504" fill="hold">
                            <p:stCondLst>
                              <p:cond delay="0"/>
                            </p:stCondLst>
                            <p:childTnLst>
                              <p:par>
                                <p:cTn id="505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7" fill="hold">
                      <p:stCondLst>
                        <p:cond delay="indefinite"/>
                      </p:stCondLst>
                      <p:childTnLst>
                        <p:par>
                          <p:cTn id="508" fill="hold">
                            <p:stCondLst>
                              <p:cond delay="0"/>
                            </p:stCondLst>
                            <p:childTnLst>
                              <p:par>
                                <p:cTn id="509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1" fill="hold">
                      <p:stCondLst>
                        <p:cond delay="indefinite"/>
                      </p:stCondLst>
                      <p:childTnLst>
                        <p:par>
                          <p:cTn id="512" fill="hold">
                            <p:stCondLst>
                              <p:cond delay="0"/>
                            </p:stCondLst>
                            <p:childTnLst>
                              <p:par>
                                <p:cTn id="513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5" fill="hold">
                      <p:stCondLst>
                        <p:cond delay="indefinite"/>
                      </p:stCondLst>
                      <p:childTnLst>
                        <p:par>
                          <p:cTn id="516" fill="hold">
                            <p:stCondLst>
                              <p:cond delay="0"/>
                            </p:stCondLst>
                            <p:childTnLst>
                              <p:par>
                                <p:cTn id="517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9" fill="hold">
                      <p:stCondLst>
                        <p:cond delay="indefinite"/>
                      </p:stCondLst>
                      <p:childTnLst>
                        <p:par>
                          <p:cTn id="520" fill="hold">
                            <p:stCondLst>
                              <p:cond delay="0"/>
                            </p:stCondLst>
                            <p:childTnLst>
                              <p:par>
                                <p:cTn id="521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3" fill="hold">
                      <p:stCondLst>
                        <p:cond delay="indefinite"/>
                      </p:stCondLst>
                      <p:childTnLst>
                        <p:par>
                          <p:cTn id="524" fill="hold">
                            <p:stCondLst>
                              <p:cond delay="0"/>
                            </p:stCondLst>
                            <p:childTnLst>
                              <p:par>
                                <p:cTn id="525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7" fill="hold">
                      <p:stCondLst>
                        <p:cond delay="indefinite"/>
                      </p:stCondLst>
                      <p:childTnLst>
                        <p:par>
                          <p:cTn id="528" fill="hold">
                            <p:stCondLst>
                              <p:cond delay="0"/>
                            </p:stCondLst>
                            <p:childTnLst>
                              <p:par>
                                <p:cTn id="529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1" fill="hold">
                      <p:stCondLst>
                        <p:cond delay="indefinite"/>
                      </p:stCondLst>
                      <p:childTnLst>
                        <p:par>
                          <p:cTn id="532" fill="hold">
                            <p:stCondLst>
                              <p:cond delay="0"/>
                            </p:stCondLst>
                            <p:childTnLst>
                              <p:par>
                                <p:cTn id="533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5" fill="hold">
                      <p:stCondLst>
                        <p:cond delay="indefinite"/>
                      </p:stCondLst>
                      <p:childTnLst>
                        <p:par>
                          <p:cTn id="536" fill="hold">
                            <p:stCondLst>
                              <p:cond delay="0"/>
                            </p:stCondLst>
                            <p:childTnLst>
                              <p:par>
                                <p:cTn id="537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8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9" fill="hold">
                      <p:stCondLst>
                        <p:cond delay="indefinite"/>
                      </p:stCondLst>
                      <p:childTnLst>
                        <p:par>
                          <p:cTn id="540" fill="hold">
                            <p:stCondLst>
                              <p:cond delay="0"/>
                            </p:stCondLst>
                            <p:childTnLst>
                              <p:par>
                                <p:cTn id="541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8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3" fill="hold">
                      <p:stCondLst>
                        <p:cond delay="indefinite"/>
                      </p:stCondLst>
                      <p:childTnLst>
                        <p:par>
                          <p:cTn id="544" fill="hold">
                            <p:stCondLst>
                              <p:cond delay="0"/>
                            </p:stCondLst>
                            <p:childTnLst>
                              <p:par>
                                <p:cTn id="545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8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7" fill="hold">
                      <p:stCondLst>
                        <p:cond delay="indefinite"/>
                      </p:stCondLst>
                      <p:childTnLst>
                        <p:par>
                          <p:cTn id="548" fill="hold">
                            <p:stCondLst>
                              <p:cond delay="0"/>
                            </p:stCondLst>
                            <p:childTnLst>
                              <p:par>
                                <p:cTn id="549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8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1" fill="hold">
                      <p:stCondLst>
                        <p:cond delay="indefinite"/>
                      </p:stCondLst>
                      <p:childTnLst>
                        <p:par>
                          <p:cTn id="552" fill="hold">
                            <p:stCondLst>
                              <p:cond delay="0"/>
                            </p:stCondLst>
                            <p:childTnLst>
                              <p:par>
                                <p:cTn id="553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8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5" fill="hold">
                      <p:stCondLst>
                        <p:cond delay="indefinite"/>
                      </p:stCondLst>
                      <p:childTnLst>
                        <p:par>
                          <p:cTn id="556" fill="hold">
                            <p:stCondLst>
                              <p:cond delay="0"/>
                            </p:stCondLst>
                            <p:childTnLst>
                              <p:par>
                                <p:cTn id="557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8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9" fill="hold">
                      <p:stCondLst>
                        <p:cond delay="indefinite"/>
                      </p:stCondLst>
                      <p:childTnLst>
                        <p:par>
                          <p:cTn id="560" fill="hold">
                            <p:stCondLst>
                              <p:cond delay="0"/>
                            </p:stCondLst>
                            <p:childTnLst>
                              <p:par>
                                <p:cTn id="561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8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3" fill="hold">
                      <p:stCondLst>
                        <p:cond delay="indefinite"/>
                      </p:stCondLst>
                      <p:childTnLst>
                        <p:par>
                          <p:cTn id="564" fill="hold">
                            <p:stCondLst>
                              <p:cond delay="0"/>
                            </p:stCondLst>
                            <p:childTnLst>
                              <p:par>
                                <p:cTn id="565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7" fill="hold">
                      <p:stCondLst>
                        <p:cond delay="indefinite"/>
                      </p:stCondLst>
                      <p:childTnLst>
                        <p:par>
                          <p:cTn id="568" fill="hold">
                            <p:stCondLst>
                              <p:cond delay="0"/>
                            </p:stCondLst>
                            <p:childTnLst>
                              <p:par>
                                <p:cTn id="569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1" fill="hold">
                      <p:stCondLst>
                        <p:cond delay="indefinite"/>
                      </p:stCondLst>
                      <p:childTnLst>
                        <p:par>
                          <p:cTn id="572" fill="hold">
                            <p:stCondLst>
                              <p:cond delay="0"/>
                            </p:stCondLst>
                            <p:childTnLst>
                              <p:par>
                                <p:cTn id="573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5" fill="hold">
                      <p:stCondLst>
                        <p:cond delay="indefinite"/>
                      </p:stCondLst>
                      <p:childTnLst>
                        <p:par>
                          <p:cTn id="576" fill="hold">
                            <p:stCondLst>
                              <p:cond delay="0"/>
                            </p:stCondLst>
                            <p:childTnLst>
                              <p:par>
                                <p:cTn id="577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0" name="PlaceHolder 1"/>
          <p:cNvSpPr>
            <a:spLocks noGrp="1"/>
          </p:cNvSpPr>
          <p:nvPr>
            <p:ph type="title"/>
          </p:nvPr>
        </p:nvSpPr>
        <p:spPr>
          <a:xfrm>
            <a:off x="729360" y="572040"/>
            <a:ext cx="7688520" cy="53496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t">
            <a:normAutofit fontScale="88000"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l" sz="2600" spc="-1" strike="noStrike">
                <a:solidFill>
                  <a:schemeClr val="dk2"/>
                </a:solidFill>
                <a:latin typeface="Lato"/>
                <a:ea typeface="Lato"/>
              </a:rPr>
              <a:t>Recursion-acci!</a:t>
            </a:r>
            <a:endParaRPr b="0" lang="en-US" sz="2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71" name="PlaceHolder 2"/>
          <p:cNvSpPr>
            <a:spLocks noGrp="1"/>
          </p:cNvSpPr>
          <p:nvPr>
            <p:ph/>
          </p:nvPr>
        </p:nvSpPr>
        <p:spPr>
          <a:xfrm>
            <a:off x="729360" y="1378080"/>
            <a:ext cx="7688520" cy="296172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t">
            <a:normAutofit/>
          </a:bodyPr>
          <a:p>
            <a:pPr indent="0">
              <a:lnSpc>
                <a:spcPct val="115000"/>
              </a:lnSpc>
              <a:buNone/>
              <a:tabLst>
                <a:tab algn="l" pos="0"/>
              </a:tabLst>
            </a:pPr>
            <a:r>
              <a:rPr b="0" lang="el" sz="1600" spc="-1" strike="noStrike">
                <a:solidFill>
                  <a:schemeClr val="accent1"/>
                </a:solidFill>
                <a:latin typeface="Lato"/>
                <a:ea typeface="Lato"/>
              </a:rPr>
              <a:t>Consider the following script. How long will it take to execute? (in O(n) terms)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15000"/>
              </a:lnSpc>
              <a:spcBef>
                <a:spcPts val="1199"/>
              </a:spcBef>
              <a:buNone/>
              <a:tabLst>
                <a:tab algn="l" pos="0"/>
              </a:tabLst>
            </a:pPr>
            <a:r>
              <a:rPr b="0" lang="el" sz="1600" spc="-1" strike="noStrike">
                <a:solidFill>
                  <a:schemeClr val="accent1"/>
                </a:solidFill>
                <a:latin typeface="Consolas"/>
                <a:ea typeface="Consolas"/>
              </a:rPr>
              <a:t>def fib(n):</a:t>
            </a:r>
            <a:br>
              <a:rPr sz="1600"/>
            </a:br>
            <a:r>
              <a:rPr b="0" lang="el" sz="1600" spc="-1" strike="noStrike">
                <a:solidFill>
                  <a:schemeClr val="accent1"/>
                </a:solidFill>
                <a:latin typeface="Consolas"/>
                <a:ea typeface="Consolas"/>
              </a:rPr>
              <a:t>	</a:t>
            </a:r>
            <a:r>
              <a:rPr b="0" lang="el" sz="1600" spc="-1" strike="noStrike">
                <a:solidFill>
                  <a:schemeClr val="accent1"/>
                </a:solidFill>
                <a:latin typeface="Consolas"/>
                <a:ea typeface="Consolas"/>
              </a:rPr>
              <a:t>if n == 0 or n == 1:</a:t>
            </a:r>
            <a:br>
              <a:rPr sz="1600"/>
            </a:br>
            <a:r>
              <a:rPr b="0" lang="el" sz="1600" spc="-1" strike="noStrike">
                <a:solidFill>
                  <a:schemeClr val="accent1"/>
                </a:solidFill>
                <a:latin typeface="Consolas"/>
                <a:ea typeface="Consolas"/>
              </a:rPr>
              <a:t>	</a:t>
            </a:r>
            <a:r>
              <a:rPr b="0" lang="el" sz="1600" spc="-1" strike="noStrike">
                <a:solidFill>
                  <a:schemeClr val="accent1"/>
                </a:solidFill>
                <a:latin typeface="Consolas"/>
                <a:ea typeface="Consolas"/>
              </a:rPr>
              <a:t>	</a:t>
            </a:r>
            <a:r>
              <a:rPr b="0" lang="el" sz="1600" spc="-1" strike="noStrike">
                <a:solidFill>
                  <a:schemeClr val="accent1"/>
                </a:solidFill>
                <a:latin typeface="Consolas"/>
                <a:ea typeface="Consolas"/>
              </a:rPr>
              <a:t>return n</a:t>
            </a:r>
            <a:br>
              <a:rPr sz="1600"/>
            </a:br>
            <a:r>
              <a:rPr b="0" lang="el" sz="1600" spc="-1" strike="noStrike">
                <a:solidFill>
                  <a:schemeClr val="accent1"/>
                </a:solidFill>
                <a:latin typeface="Consolas"/>
                <a:ea typeface="Consolas"/>
              </a:rPr>
              <a:t>	</a:t>
            </a:r>
            <a:r>
              <a:rPr b="0" lang="el" sz="1600" spc="-1" strike="noStrike">
                <a:solidFill>
                  <a:schemeClr val="accent1"/>
                </a:solidFill>
                <a:latin typeface="Consolas"/>
                <a:ea typeface="Consolas"/>
              </a:rPr>
              <a:t>return fib(n-1) + fib(n-2)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15000"/>
              </a:lnSpc>
              <a:spcBef>
                <a:spcPts val="1199"/>
              </a:spcBef>
              <a:buNone/>
              <a:tabLst>
                <a:tab algn="l" pos="0"/>
              </a:tabLst>
            </a:pPr>
            <a:r>
              <a:rPr b="0" lang="el" sz="1600" spc="-1" strike="noStrike">
                <a:solidFill>
                  <a:schemeClr val="accent1"/>
                </a:solidFill>
                <a:latin typeface="Lato"/>
                <a:ea typeface="Lato"/>
              </a:rPr>
              <a:t>Is this any better?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15000"/>
              </a:lnSpc>
              <a:spcBef>
                <a:spcPts val="1199"/>
              </a:spcBef>
              <a:spcAft>
                <a:spcPts val="1199"/>
              </a:spcAft>
              <a:buNone/>
              <a:tabLst>
                <a:tab algn="l" pos="0"/>
              </a:tabLst>
            </a:pPr>
            <a:r>
              <a:rPr b="1" lang="el" sz="1600" spc="-1" strike="noStrike">
                <a:solidFill>
                  <a:schemeClr val="accent1"/>
                </a:solidFill>
                <a:latin typeface="Lato"/>
                <a:ea typeface="Lato"/>
              </a:rPr>
              <a:t>No!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72" name="PlaceHolder 3"/>
          <p:cNvSpPr>
            <a:spLocks noGrp="1"/>
          </p:cNvSpPr>
          <p:nvPr>
            <p:ph type="sldNum" idx="41"/>
          </p:nvPr>
        </p:nvSpPr>
        <p:spPr>
          <a:xfrm>
            <a:off x="8536320" y="4749840"/>
            <a:ext cx="548280" cy="39312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ctr">
            <a:norm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l" sz="1000" spc="-1" strike="noStrike">
                <a:solidFill>
                  <a:schemeClr val="accent1"/>
                </a:solidFill>
                <a:latin typeface="Lato"/>
                <a:ea typeface="Lato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8A9AF5BE-F1A6-45B9-9F24-C1509165B00D}" type="slidenum">
              <a:rPr b="0" lang="el" sz="1000" spc="-1" strike="noStrike">
                <a:solidFill>
                  <a:schemeClr val="accent1"/>
                </a:solidFill>
                <a:latin typeface="Lato"/>
                <a:ea typeface="Lato"/>
              </a:rPr>
              <a:t>37</a:t>
            </a:fld>
            <a:endParaRPr b="0" lang="en-US" sz="10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579" dur="indefinite" restart="never" nodeType="tmRoot">
          <p:childTnLst>
            <p:seq>
              <p:cTn id="580" dur="indefinite" nodeType="mainSeq">
                <p:childTnLst>
                  <p:par>
                    <p:cTn id="581" fill="hold">
                      <p:stCondLst>
                        <p:cond delay="indefinite"/>
                      </p:stCondLst>
                      <p:childTnLst>
                        <p:par>
                          <p:cTn id="582" fill="hold">
                            <p:stCondLst>
                              <p:cond delay="0"/>
                            </p:stCondLst>
                            <p:childTnLst>
                              <p:par>
                                <p:cTn id="583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5" fill="hold">
                      <p:stCondLst>
                        <p:cond delay="indefinite"/>
                      </p:stCondLst>
                      <p:childTnLst>
                        <p:par>
                          <p:cTn id="586" fill="hold">
                            <p:stCondLst>
                              <p:cond delay="0"/>
                            </p:stCondLst>
                            <p:childTnLst>
                              <p:par>
                                <p:cTn id="587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9" fill="hold">
                      <p:stCondLst>
                        <p:cond delay="indefinite"/>
                      </p:stCondLst>
                      <p:childTnLst>
                        <p:par>
                          <p:cTn id="590" fill="hold">
                            <p:stCondLst>
                              <p:cond delay="0"/>
                            </p:stCondLst>
                            <p:childTnLst>
                              <p:par>
                                <p:cTn id="591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3" fill="hold">
                      <p:stCondLst>
                        <p:cond delay="indefinite"/>
                      </p:stCondLst>
                      <p:childTnLst>
                        <p:par>
                          <p:cTn id="594" fill="hold">
                            <p:stCondLst>
                              <p:cond delay="0"/>
                            </p:stCondLst>
                            <p:childTnLst>
                              <p:par>
                                <p:cTn id="595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3" name="PlaceHolder 1"/>
          <p:cNvSpPr>
            <a:spLocks noGrp="1"/>
          </p:cNvSpPr>
          <p:nvPr>
            <p:ph type="title"/>
          </p:nvPr>
        </p:nvSpPr>
        <p:spPr>
          <a:xfrm>
            <a:off x="729360" y="572040"/>
            <a:ext cx="7688520" cy="53496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t">
            <a:normAutofit fontScale="88000"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l" sz="2600" spc="-1" strike="noStrike">
                <a:solidFill>
                  <a:schemeClr val="dk2"/>
                </a:solidFill>
                <a:latin typeface="Lato"/>
                <a:ea typeface="Lato"/>
              </a:rPr>
              <a:t>Recursion-acci!</a:t>
            </a:r>
            <a:endParaRPr b="0" lang="en-US" sz="2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74" name="PlaceHolder 2"/>
          <p:cNvSpPr>
            <a:spLocks noGrp="1"/>
          </p:cNvSpPr>
          <p:nvPr>
            <p:ph type="sldNum" idx="42"/>
          </p:nvPr>
        </p:nvSpPr>
        <p:spPr>
          <a:xfrm>
            <a:off x="8536320" y="4749840"/>
            <a:ext cx="548280" cy="39312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ctr">
            <a:norm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l" sz="1000" spc="-1" strike="noStrike">
                <a:solidFill>
                  <a:schemeClr val="accent1"/>
                </a:solidFill>
                <a:latin typeface="Lato"/>
                <a:ea typeface="Lato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87D78EF6-BB49-47A6-A179-07FE3AA746B2}" type="slidenum">
              <a:rPr b="0" lang="el" sz="1000" spc="-1" strike="noStrike">
                <a:solidFill>
                  <a:schemeClr val="accent1"/>
                </a:solidFill>
                <a:latin typeface="Lato"/>
                <a:ea typeface="Lato"/>
              </a:rPr>
              <a:t>38</a:t>
            </a:fld>
            <a:endParaRPr b="0" lang="en-US" sz="10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75" name="Google Shape;720;p53"/>
          <p:cNvSpPr/>
          <p:nvPr/>
        </p:nvSpPr>
        <p:spPr>
          <a:xfrm>
            <a:off x="326520" y="2729880"/>
            <a:ext cx="694080" cy="320040"/>
          </a:xfrm>
          <a:prstGeom prst="roundRect">
            <a:avLst>
              <a:gd name="adj" fmla="val 16667"/>
            </a:avLst>
          </a:prstGeom>
          <a:solidFill>
            <a:schemeClr val="lt2"/>
          </a:solidFill>
          <a:ln w="9525">
            <a:solidFill>
              <a:srgbClr val="1a1a1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l" sz="1100" spc="-1" strike="noStrike">
                <a:solidFill>
                  <a:srgbClr val="000000"/>
                </a:solidFill>
                <a:latin typeface="Consolas"/>
                <a:ea typeface="Consolas"/>
              </a:rPr>
              <a:t>fib(6)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76" name="Google Shape;721;p53"/>
          <p:cNvSpPr/>
          <p:nvPr/>
        </p:nvSpPr>
        <p:spPr>
          <a:xfrm>
            <a:off x="1476360" y="2082240"/>
            <a:ext cx="694080" cy="320040"/>
          </a:xfrm>
          <a:prstGeom prst="roundRect">
            <a:avLst>
              <a:gd name="adj" fmla="val 16667"/>
            </a:avLst>
          </a:prstGeom>
          <a:solidFill>
            <a:srgbClr val="e6b8af"/>
          </a:solidFill>
          <a:ln w="9525">
            <a:solidFill>
              <a:srgbClr val="1a1a1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l" sz="1100" spc="-1" strike="noStrike">
                <a:solidFill>
                  <a:srgbClr val="000000"/>
                </a:solidFill>
                <a:latin typeface="Consolas"/>
                <a:ea typeface="Consolas"/>
              </a:rPr>
              <a:t>fib(5)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77" name="Google Shape;722;p53"/>
          <p:cNvSpPr/>
          <p:nvPr/>
        </p:nvSpPr>
        <p:spPr>
          <a:xfrm>
            <a:off x="1476360" y="3377880"/>
            <a:ext cx="694080" cy="320040"/>
          </a:xfrm>
          <a:prstGeom prst="roundRect">
            <a:avLst>
              <a:gd name="adj" fmla="val 16667"/>
            </a:avLst>
          </a:prstGeom>
          <a:solidFill>
            <a:srgbClr val="c9daf8"/>
          </a:solidFill>
          <a:ln w="9525">
            <a:solidFill>
              <a:srgbClr val="1a1a1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l" sz="1100" spc="-1" strike="noStrike">
                <a:solidFill>
                  <a:srgbClr val="000000"/>
                </a:solidFill>
                <a:latin typeface="Consolas"/>
                <a:ea typeface="Consolas"/>
              </a:rPr>
              <a:t>fib(4)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78" name="Google Shape;723;p53"/>
          <p:cNvSpPr/>
          <p:nvPr/>
        </p:nvSpPr>
        <p:spPr>
          <a:xfrm>
            <a:off x="2570400" y="1452240"/>
            <a:ext cx="694080" cy="320040"/>
          </a:xfrm>
          <a:prstGeom prst="roundRect">
            <a:avLst>
              <a:gd name="adj" fmla="val 16667"/>
            </a:avLst>
          </a:prstGeom>
          <a:solidFill>
            <a:srgbClr val="c9daf8"/>
          </a:solidFill>
          <a:ln w="9525">
            <a:solidFill>
              <a:srgbClr val="1a1a1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l" sz="1100" spc="-1" strike="noStrike">
                <a:solidFill>
                  <a:srgbClr val="000000"/>
                </a:solidFill>
                <a:latin typeface="Consolas"/>
                <a:ea typeface="Consolas"/>
              </a:rPr>
              <a:t>fib(4)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79" name="Google Shape;724;p53"/>
          <p:cNvSpPr/>
          <p:nvPr/>
        </p:nvSpPr>
        <p:spPr>
          <a:xfrm>
            <a:off x="2570400" y="2082240"/>
            <a:ext cx="694080" cy="320040"/>
          </a:xfrm>
          <a:prstGeom prst="roundRect">
            <a:avLst>
              <a:gd name="adj" fmla="val 16667"/>
            </a:avLst>
          </a:prstGeom>
          <a:solidFill>
            <a:srgbClr val="d9ead3"/>
          </a:solidFill>
          <a:ln w="9525">
            <a:solidFill>
              <a:srgbClr val="1a1a1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l" sz="1100" spc="-1" strike="noStrike">
                <a:solidFill>
                  <a:srgbClr val="000000"/>
                </a:solidFill>
                <a:latin typeface="Consolas"/>
                <a:ea typeface="Consolas"/>
              </a:rPr>
              <a:t>fib(3)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80" name="Google Shape;725;p53"/>
          <p:cNvSpPr/>
          <p:nvPr/>
        </p:nvSpPr>
        <p:spPr>
          <a:xfrm>
            <a:off x="2570400" y="3377880"/>
            <a:ext cx="694080" cy="320040"/>
          </a:xfrm>
          <a:prstGeom prst="roundRect">
            <a:avLst>
              <a:gd name="adj" fmla="val 16667"/>
            </a:avLst>
          </a:prstGeom>
          <a:solidFill>
            <a:srgbClr val="d9ead3"/>
          </a:solidFill>
          <a:ln w="9525">
            <a:solidFill>
              <a:srgbClr val="1a1a1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l" sz="1100" spc="-1" strike="noStrike">
                <a:solidFill>
                  <a:srgbClr val="000000"/>
                </a:solidFill>
                <a:latin typeface="Consolas"/>
                <a:ea typeface="Consolas"/>
              </a:rPr>
              <a:t>fib(3)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81" name="Google Shape;726;p53"/>
          <p:cNvSpPr/>
          <p:nvPr/>
        </p:nvSpPr>
        <p:spPr>
          <a:xfrm>
            <a:off x="2570400" y="3993840"/>
            <a:ext cx="694080" cy="320040"/>
          </a:xfrm>
          <a:prstGeom prst="roundRect">
            <a:avLst>
              <a:gd name="adj" fmla="val 16667"/>
            </a:avLst>
          </a:prstGeom>
          <a:solidFill>
            <a:srgbClr val="fce5cd"/>
          </a:solidFill>
          <a:ln w="9525">
            <a:solidFill>
              <a:srgbClr val="1a1a1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l" sz="1100" spc="-1" strike="noStrike">
                <a:solidFill>
                  <a:srgbClr val="000000"/>
                </a:solidFill>
                <a:latin typeface="Consolas"/>
                <a:ea typeface="Consolas"/>
              </a:rPr>
              <a:t>fib(2)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82" name="Google Shape;727;p53"/>
          <p:cNvSpPr/>
          <p:nvPr/>
        </p:nvSpPr>
        <p:spPr>
          <a:xfrm>
            <a:off x="3699000" y="3993840"/>
            <a:ext cx="694080" cy="320040"/>
          </a:xfrm>
          <a:prstGeom prst="roundRect">
            <a:avLst>
              <a:gd name="adj" fmla="val 16667"/>
            </a:avLst>
          </a:prstGeom>
          <a:solidFill>
            <a:srgbClr val="d9d2e9"/>
          </a:solidFill>
          <a:ln w="9525">
            <a:solidFill>
              <a:srgbClr val="1a1a1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l" sz="1100" spc="-1" strike="noStrike">
                <a:solidFill>
                  <a:srgbClr val="000000"/>
                </a:solidFill>
                <a:latin typeface="Consolas"/>
                <a:ea typeface="Consolas"/>
              </a:rPr>
              <a:t>fib(1)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83" name="Google Shape;728;p53"/>
          <p:cNvSpPr/>
          <p:nvPr/>
        </p:nvSpPr>
        <p:spPr>
          <a:xfrm>
            <a:off x="3699000" y="4374720"/>
            <a:ext cx="694080" cy="320040"/>
          </a:xfrm>
          <a:prstGeom prst="roundRect">
            <a:avLst>
              <a:gd name="adj" fmla="val 16667"/>
            </a:avLst>
          </a:prstGeom>
          <a:solidFill>
            <a:srgbClr val="fff2cc"/>
          </a:solidFill>
          <a:ln w="9525">
            <a:solidFill>
              <a:srgbClr val="1a1a1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l" sz="1100" spc="-1" strike="noStrike">
                <a:solidFill>
                  <a:srgbClr val="000000"/>
                </a:solidFill>
                <a:latin typeface="Consolas"/>
                <a:ea typeface="Consolas"/>
              </a:rPr>
              <a:t>fib(0)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84" name="Google Shape;729;p53"/>
          <p:cNvSpPr/>
          <p:nvPr/>
        </p:nvSpPr>
        <p:spPr>
          <a:xfrm>
            <a:off x="3699000" y="3377880"/>
            <a:ext cx="694080" cy="320040"/>
          </a:xfrm>
          <a:prstGeom prst="roundRect">
            <a:avLst>
              <a:gd name="adj" fmla="val 16667"/>
            </a:avLst>
          </a:prstGeom>
          <a:solidFill>
            <a:srgbClr val="d9d2e9"/>
          </a:solidFill>
          <a:ln w="9525">
            <a:solidFill>
              <a:srgbClr val="1a1a1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l" sz="1100" spc="-1" strike="noStrike">
                <a:solidFill>
                  <a:srgbClr val="000000"/>
                </a:solidFill>
                <a:latin typeface="Consolas"/>
                <a:ea typeface="Consolas"/>
              </a:rPr>
              <a:t>fib(1)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85" name="Google Shape;730;p53"/>
          <p:cNvSpPr/>
          <p:nvPr/>
        </p:nvSpPr>
        <p:spPr>
          <a:xfrm>
            <a:off x="3699000" y="2976480"/>
            <a:ext cx="694080" cy="320040"/>
          </a:xfrm>
          <a:prstGeom prst="roundRect">
            <a:avLst>
              <a:gd name="adj" fmla="val 16667"/>
            </a:avLst>
          </a:prstGeom>
          <a:solidFill>
            <a:srgbClr val="fce5cd"/>
          </a:solidFill>
          <a:ln w="9525">
            <a:solidFill>
              <a:srgbClr val="1a1a1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l" sz="1100" spc="-1" strike="noStrike">
                <a:solidFill>
                  <a:srgbClr val="000000"/>
                </a:solidFill>
                <a:latin typeface="Consolas"/>
                <a:ea typeface="Consolas"/>
              </a:rPr>
              <a:t>fib(2)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86" name="Google Shape;731;p53"/>
          <p:cNvSpPr/>
          <p:nvPr/>
        </p:nvSpPr>
        <p:spPr>
          <a:xfrm>
            <a:off x="3699000" y="2082240"/>
            <a:ext cx="694080" cy="320040"/>
          </a:xfrm>
          <a:prstGeom prst="roundRect">
            <a:avLst>
              <a:gd name="adj" fmla="val 16667"/>
            </a:avLst>
          </a:prstGeom>
          <a:solidFill>
            <a:srgbClr val="fce5cd"/>
          </a:solidFill>
          <a:ln w="9525">
            <a:solidFill>
              <a:srgbClr val="1a1a1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l" sz="1100" spc="-1" strike="noStrike">
                <a:solidFill>
                  <a:srgbClr val="000000"/>
                </a:solidFill>
                <a:latin typeface="Consolas"/>
                <a:ea typeface="Consolas"/>
              </a:rPr>
              <a:t>fib(2)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87" name="Google Shape;732;p53"/>
          <p:cNvSpPr/>
          <p:nvPr/>
        </p:nvSpPr>
        <p:spPr>
          <a:xfrm>
            <a:off x="3699000" y="2473920"/>
            <a:ext cx="694080" cy="320040"/>
          </a:xfrm>
          <a:prstGeom prst="roundRect">
            <a:avLst>
              <a:gd name="adj" fmla="val 16667"/>
            </a:avLst>
          </a:prstGeom>
          <a:solidFill>
            <a:srgbClr val="d9d2e9"/>
          </a:solidFill>
          <a:ln w="9525">
            <a:solidFill>
              <a:srgbClr val="1a1a1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l" sz="1100" spc="-1" strike="noStrike">
                <a:solidFill>
                  <a:srgbClr val="000000"/>
                </a:solidFill>
                <a:latin typeface="Consolas"/>
                <a:ea typeface="Consolas"/>
              </a:rPr>
              <a:t>fib(1)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88" name="Google Shape;733;p53"/>
          <p:cNvSpPr/>
          <p:nvPr/>
        </p:nvSpPr>
        <p:spPr>
          <a:xfrm>
            <a:off x="3699000" y="1452240"/>
            <a:ext cx="694080" cy="320040"/>
          </a:xfrm>
          <a:prstGeom prst="roundRect">
            <a:avLst>
              <a:gd name="adj" fmla="val 16667"/>
            </a:avLst>
          </a:prstGeom>
          <a:solidFill>
            <a:srgbClr val="fce5cd"/>
          </a:solidFill>
          <a:ln w="9525">
            <a:solidFill>
              <a:srgbClr val="1a1a1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l" sz="1100" spc="-1" strike="noStrike">
                <a:solidFill>
                  <a:srgbClr val="000000"/>
                </a:solidFill>
                <a:latin typeface="Consolas"/>
                <a:ea typeface="Consolas"/>
              </a:rPr>
              <a:t>fib(2)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89" name="Google Shape;734;p53"/>
          <p:cNvSpPr/>
          <p:nvPr/>
        </p:nvSpPr>
        <p:spPr>
          <a:xfrm>
            <a:off x="3699000" y="1078560"/>
            <a:ext cx="694080" cy="320040"/>
          </a:xfrm>
          <a:prstGeom prst="roundRect">
            <a:avLst>
              <a:gd name="adj" fmla="val 16667"/>
            </a:avLst>
          </a:prstGeom>
          <a:solidFill>
            <a:srgbClr val="d9ead3"/>
          </a:solidFill>
          <a:ln w="9525">
            <a:solidFill>
              <a:srgbClr val="1a1a1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l" sz="1100" spc="-1" strike="noStrike">
                <a:solidFill>
                  <a:srgbClr val="000000"/>
                </a:solidFill>
                <a:latin typeface="Consolas"/>
                <a:ea typeface="Consolas"/>
              </a:rPr>
              <a:t>fib(3)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90" name="Google Shape;735;p53"/>
          <p:cNvSpPr/>
          <p:nvPr/>
        </p:nvSpPr>
        <p:spPr>
          <a:xfrm>
            <a:off x="4875840" y="3395520"/>
            <a:ext cx="694080" cy="320040"/>
          </a:xfrm>
          <a:prstGeom prst="roundRect">
            <a:avLst>
              <a:gd name="adj" fmla="val 16667"/>
            </a:avLst>
          </a:prstGeom>
          <a:solidFill>
            <a:srgbClr val="d9d2e9"/>
          </a:solidFill>
          <a:ln w="9525">
            <a:solidFill>
              <a:srgbClr val="1a1a1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l" sz="1100" spc="-1" strike="noStrike">
                <a:solidFill>
                  <a:srgbClr val="000000"/>
                </a:solidFill>
                <a:latin typeface="Consolas"/>
                <a:ea typeface="Consolas"/>
              </a:rPr>
              <a:t>fib(1)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91" name="Google Shape;736;p53"/>
          <p:cNvSpPr/>
          <p:nvPr/>
        </p:nvSpPr>
        <p:spPr>
          <a:xfrm>
            <a:off x="4875840" y="3797280"/>
            <a:ext cx="694080" cy="320040"/>
          </a:xfrm>
          <a:prstGeom prst="roundRect">
            <a:avLst>
              <a:gd name="adj" fmla="val 16667"/>
            </a:avLst>
          </a:prstGeom>
          <a:solidFill>
            <a:srgbClr val="fff2cc"/>
          </a:solidFill>
          <a:ln w="9525">
            <a:solidFill>
              <a:srgbClr val="1a1a1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l" sz="1100" spc="-1" strike="noStrike">
                <a:solidFill>
                  <a:srgbClr val="000000"/>
                </a:solidFill>
                <a:latin typeface="Consolas"/>
                <a:ea typeface="Consolas"/>
              </a:rPr>
              <a:t>fib(0)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92" name="Google Shape;737;p53"/>
          <p:cNvSpPr/>
          <p:nvPr/>
        </p:nvSpPr>
        <p:spPr>
          <a:xfrm>
            <a:off x="4875840" y="2501640"/>
            <a:ext cx="694080" cy="320040"/>
          </a:xfrm>
          <a:prstGeom prst="roundRect">
            <a:avLst>
              <a:gd name="adj" fmla="val 16667"/>
            </a:avLst>
          </a:prstGeom>
          <a:solidFill>
            <a:srgbClr val="d9d2e9"/>
          </a:solidFill>
          <a:ln w="9525">
            <a:solidFill>
              <a:srgbClr val="1a1a1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l" sz="1100" spc="-1" strike="noStrike">
                <a:solidFill>
                  <a:srgbClr val="000000"/>
                </a:solidFill>
                <a:latin typeface="Consolas"/>
                <a:ea typeface="Consolas"/>
              </a:rPr>
              <a:t>fib(1)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93" name="Google Shape;738;p53"/>
          <p:cNvSpPr/>
          <p:nvPr/>
        </p:nvSpPr>
        <p:spPr>
          <a:xfrm>
            <a:off x="4875840" y="2903040"/>
            <a:ext cx="694080" cy="320040"/>
          </a:xfrm>
          <a:prstGeom prst="roundRect">
            <a:avLst>
              <a:gd name="adj" fmla="val 16667"/>
            </a:avLst>
          </a:prstGeom>
          <a:solidFill>
            <a:srgbClr val="fff2cc"/>
          </a:solidFill>
          <a:ln w="9525">
            <a:solidFill>
              <a:srgbClr val="1a1a1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l" sz="1100" spc="-1" strike="noStrike">
                <a:solidFill>
                  <a:srgbClr val="000000"/>
                </a:solidFill>
                <a:latin typeface="Consolas"/>
                <a:ea typeface="Consolas"/>
              </a:rPr>
              <a:t>fib(0)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94" name="Google Shape;739;p53"/>
          <p:cNvSpPr/>
          <p:nvPr/>
        </p:nvSpPr>
        <p:spPr>
          <a:xfrm>
            <a:off x="4875840" y="1452240"/>
            <a:ext cx="694080" cy="320040"/>
          </a:xfrm>
          <a:prstGeom prst="roundRect">
            <a:avLst>
              <a:gd name="adj" fmla="val 16667"/>
            </a:avLst>
          </a:prstGeom>
          <a:solidFill>
            <a:srgbClr val="d9d2e9"/>
          </a:solidFill>
          <a:ln w="9525">
            <a:solidFill>
              <a:srgbClr val="1a1a1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l" sz="1100" spc="-1" strike="noStrike">
                <a:solidFill>
                  <a:srgbClr val="000000"/>
                </a:solidFill>
                <a:latin typeface="Consolas"/>
                <a:ea typeface="Consolas"/>
              </a:rPr>
              <a:t>fib(1)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95" name="Google Shape;740;p53"/>
          <p:cNvSpPr/>
          <p:nvPr/>
        </p:nvSpPr>
        <p:spPr>
          <a:xfrm>
            <a:off x="4875840" y="1854000"/>
            <a:ext cx="694080" cy="320040"/>
          </a:xfrm>
          <a:prstGeom prst="roundRect">
            <a:avLst>
              <a:gd name="adj" fmla="val 16667"/>
            </a:avLst>
          </a:prstGeom>
          <a:solidFill>
            <a:srgbClr val="fff2cc"/>
          </a:solidFill>
          <a:ln w="9525">
            <a:solidFill>
              <a:srgbClr val="1a1a1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l" sz="1100" spc="-1" strike="noStrike">
                <a:solidFill>
                  <a:srgbClr val="000000"/>
                </a:solidFill>
                <a:latin typeface="Consolas"/>
                <a:ea typeface="Consolas"/>
              </a:rPr>
              <a:t>fib(0)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96" name="Google Shape;741;p53"/>
          <p:cNvSpPr/>
          <p:nvPr/>
        </p:nvSpPr>
        <p:spPr>
          <a:xfrm>
            <a:off x="4875840" y="704880"/>
            <a:ext cx="694080" cy="320040"/>
          </a:xfrm>
          <a:prstGeom prst="roundRect">
            <a:avLst>
              <a:gd name="adj" fmla="val 16667"/>
            </a:avLst>
          </a:prstGeom>
          <a:solidFill>
            <a:srgbClr val="fce5cd"/>
          </a:solidFill>
          <a:ln w="9525">
            <a:solidFill>
              <a:srgbClr val="1a1a1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l" sz="1100" spc="-1" strike="noStrike">
                <a:solidFill>
                  <a:srgbClr val="000000"/>
                </a:solidFill>
                <a:latin typeface="Consolas"/>
                <a:ea typeface="Consolas"/>
              </a:rPr>
              <a:t>fib(2)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97" name="Google Shape;742;p53"/>
          <p:cNvSpPr/>
          <p:nvPr/>
        </p:nvSpPr>
        <p:spPr>
          <a:xfrm>
            <a:off x="4875840" y="1078560"/>
            <a:ext cx="694080" cy="320040"/>
          </a:xfrm>
          <a:prstGeom prst="roundRect">
            <a:avLst>
              <a:gd name="adj" fmla="val 16667"/>
            </a:avLst>
          </a:prstGeom>
          <a:solidFill>
            <a:srgbClr val="d9d2e9"/>
          </a:solidFill>
          <a:ln w="9525">
            <a:solidFill>
              <a:srgbClr val="1a1a1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l" sz="1100" spc="-1" strike="noStrike">
                <a:solidFill>
                  <a:srgbClr val="000000"/>
                </a:solidFill>
                <a:latin typeface="Consolas"/>
                <a:ea typeface="Consolas"/>
              </a:rPr>
              <a:t>fib(1)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98" name="Google Shape;743;p53"/>
          <p:cNvSpPr/>
          <p:nvPr/>
        </p:nvSpPr>
        <p:spPr>
          <a:xfrm>
            <a:off x="5969880" y="704880"/>
            <a:ext cx="694080" cy="320040"/>
          </a:xfrm>
          <a:prstGeom prst="roundRect">
            <a:avLst>
              <a:gd name="adj" fmla="val 16667"/>
            </a:avLst>
          </a:prstGeom>
          <a:solidFill>
            <a:srgbClr val="d9d2e9"/>
          </a:solidFill>
          <a:ln w="9525">
            <a:solidFill>
              <a:srgbClr val="1a1a1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l" sz="1100" spc="-1" strike="noStrike">
                <a:solidFill>
                  <a:srgbClr val="000000"/>
                </a:solidFill>
                <a:latin typeface="Consolas"/>
                <a:ea typeface="Consolas"/>
              </a:rPr>
              <a:t>fib(1)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99" name="Google Shape;744;p53"/>
          <p:cNvSpPr/>
          <p:nvPr/>
        </p:nvSpPr>
        <p:spPr>
          <a:xfrm>
            <a:off x="5969880" y="1078560"/>
            <a:ext cx="694080" cy="320040"/>
          </a:xfrm>
          <a:prstGeom prst="roundRect">
            <a:avLst>
              <a:gd name="adj" fmla="val 16667"/>
            </a:avLst>
          </a:prstGeom>
          <a:solidFill>
            <a:srgbClr val="fff2cc"/>
          </a:solidFill>
          <a:ln w="9525">
            <a:solidFill>
              <a:srgbClr val="1a1a1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l" sz="1100" spc="-1" strike="noStrike">
                <a:solidFill>
                  <a:srgbClr val="000000"/>
                </a:solidFill>
                <a:latin typeface="Consolas"/>
                <a:ea typeface="Consolas"/>
              </a:rPr>
              <a:t>fib(0)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cxnSp>
        <p:nvCxnSpPr>
          <p:cNvPr id="700" name="Google Shape;745;p53"/>
          <p:cNvCxnSpPr/>
          <p:nvPr/>
        </p:nvCxnSpPr>
        <p:spPr>
          <a:xfrm flipV="1">
            <a:off x="975960" y="2422800"/>
            <a:ext cx="519480" cy="298080"/>
          </a:xfrm>
          <a:prstGeom prst="straightConnector1">
            <a:avLst/>
          </a:prstGeom>
          <a:ln w="9525">
            <a:solidFill>
              <a:srgbClr val="1a1a1a"/>
            </a:solidFill>
            <a:round/>
            <a:tailEnd len="med" type="triangle" w="med"/>
          </a:ln>
        </p:spPr>
      </p:cxnSp>
      <p:cxnSp>
        <p:nvCxnSpPr>
          <p:cNvPr id="701" name="Google Shape;746;p53"/>
          <p:cNvCxnSpPr/>
          <p:nvPr/>
        </p:nvCxnSpPr>
        <p:spPr>
          <a:xfrm>
            <a:off x="975960" y="3059640"/>
            <a:ext cx="519480" cy="298080"/>
          </a:xfrm>
          <a:prstGeom prst="straightConnector1">
            <a:avLst/>
          </a:prstGeom>
          <a:ln w="9525">
            <a:solidFill>
              <a:srgbClr val="1a1a1a"/>
            </a:solidFill>
            <a:round/>
            <a:tailEnd len="med" type="triangle" w="med"/>
          </a:ln>
        </p:spPr>
      </p:cxnSp>
      <p:cxnSp>
        <p:nvCxnSpPr>
          <p:cNvPr id="702" name="Google Shape;747;p53"/>
          <p:cNvCxnSpPr/>
          <p:nvPr/>
        </p:nvCxnSpPr>
        <p:spPr>
          <a:xfrm flipV="1">
            <a:off x="2173680" y="1792800"/>
            <a:ext cx="477720" cy="304920"/>
          </a:xfrm>
          <a:prstGeom prst="straightConnector1">
            <a:avLst/>
          </a:prstGeom>
          <a:ln w="9525">
            <a:solidFill>
              <a:srgbClr val="1a1a1a"/>
            </a:solidFill>
            <a:round/>
            <a:tailEnd len="med" type="triangle" w="med"/>
          </a:ln>
        </p:spPr>
      </p:cxnSp>
      <p:cxnSp>
        <p:nvCxnSpPr>
          <p:cNvPr id="703" name="Google Shape;748;p53"/>
          <p:cNvCxnSpPr/>
          <p:nvPr/>
        </p:nvCxnSpPr>
        <p:spPr>
          <a:xfrm>
            <a:off x="2092680" y="3697920"/>
            <a:ext cx="477720" cy="304920"/>
          </a:xfrm>
          <a:prstGeom prst="straightConnector1">
            <a:avLst/>
          </a:prstGeom>
          <a:ln w="9525">
            <a:solidFill>
              <a:srgbClr val="1a1a1a"/>
            </a:solidFill>
            <a:round/>
            <a:tailEnd len="med" type="triangle" w="med"/>
          </a:ln>
        </p:spPr>
      </p:cxnSp>
      <p:cxnSp>
        <p:nvCxnSpPr>
          <p:cNvPr id="704" name="Google Shape;749;p53"/>
          <p:cNvCxnSpPr>
            <a:stCxn id="676" idx="3"/>
            <a:endCxn id="679" idx="1"/>
          </p:cNvCxnSpPr>
          <p:nvPr/>
        </p:nvCxnSpPr>
        <p:spPr>
          <a:xfrm>
            <a:off x="2170440" y="2242080"/>
            <a:ext cx="400320" cy="360"/>
          </a:xfrm>
          <a:prstGeom prst="straightConnector1">
            <a:avLst/>
          </a:prstGeom>
          <a:ln w="9525">
            <a:solidFill>
              <a:srgbClr val="1a1a1a"/>
            </a:solidFill>
            <a:round/>
            <a:tailEnd len="med" type="triangle" w="med"/>
          </a:ln>
        </p:spPr>
      </p:cxnSp>
      <p:cxnSp>
        <p:nvCxnSpPr>
          <p:cNvPr id="705" name="Google Shape;750;p53"/>
          <p:cNvCxnSpPr>
            <a:stCxn id="677" idx="3"/>
            <a:endCxn id="680" idx="1"/>
          </p:cNvCxnSpPr>
          <p:nvPr/>
        </p:nvCxnSpPr>
        <p:spPr>
          <a:xfrm>
            <a:off x="2170440" y="3537720"/>
            <a:ext cx="400320" cy="360"/>
          </a:xfrm>
          <a:prstGeom prst="straightConnector1">
            <a:avLst/>
          </a:prstGeom>
          <a:ln w="9525">
            <a:solidFill>
              <a:srgbClr val="1a1a1a"/>
            </a:solidFill>
            <a:round/>
            <a:tailEnd len="med" type="triangle" w="med"/>
          </a:ln>
        </p:spPr>
      </p:cxnSp>
      <p:cxnSp>
        <p:nvCxnSpPr>
          <p:cNvPr id="706" name="Google Shape;751;p53"/>
          <p:cNvCxnSpPr>
            <a:stCxn id="679" idx="3"/>
            <a:endCxn id="686" idx="1"/>
          </p:cNvCxnSpPr>
          <p:nvPr/>
        </p:nvCxnSpPr>
        <p:spPr>
          <a:xfrm>
            <a:off x="3264480" y="2242080"/>
            <a:ext cx="434880" cy="360"/>
          </a:xfrm>
          <a:prstGeom prst="straightConnector1">
            <a:avLst/>
          </a:prstGeom>
          <a:ln w="9525">
            <a:solidFill>
              <a:srgbClr val="1a1a1a"/>
            </a:solidFill>
            <a:round/>
            <a:tailEnd len="med" type="triangle" w="med"/>
          </a:ln>
        </p:spPr>
      </p:cxnSp>
      <p:cxnSp>
        <p:nvCxnSpPr>
          <p:cNvPr id="707" name="Google Shape;752;p53"/>
          <p:cNvCxnSpPr>
            <a:stCxn id="680" idx="3"/>
            <a:endCxn id="684" idx="1"/>
          </p:cNvCxnSpPr>
          <p:nvPr/>
        </p:nvCxnSpPr>
        <p:spPr>
          <a:xfrm>
            <a:off x="3264480" y="3537720"/>
            <a:ext cx="434880" cy="360"/>
          </a:xfrm>
          <a:prstGeom prst="straightConnector1">
            <a:avLst/>
          </a:prstGeom>
          <a:ln w="9525">
            <a:solidFill>
              <a:srgbClr val="1a1a1a"/>
            </a:solidFill>
            <a:round/>
            <a:tailEnd len="med" type="triangle" w="med"/>
          </a:ln>
        </p:spPr>
      </p:cxnSp>
      <p:cxnSp>
        <p:nvCxnSpPr>
          <p:cNvPr id="708" name="Google Shape;753;p53"/>
          <p:cNvCxnSpPr>
            <a:stCxn id="678" idx="3"/>
            <a:endCxn id="688" idx="1"/>
          </p:cNvCxnSpPr>
          <p:nvPr/>
        </p:nvCxnSpPr>
        <p:spPr>
          <a:xfrm>
            <a:off x="3264480" y="1612080"/>
            <a:ext cx="434880" cy="360"/>
          </a:xfrm>
          <a:prstGeom prst="straightConnector1">
            <a:avLst/>
          </a:prstGeom>
          <a:ln w="9525">
            <a:solidFill>
              <a:srgbClr val="1a1a1a"/>
            </a:solidFill>
            <a:round/>
            <a:tailEnd len="med" type="triangle" w="med"/>
          </a:ln>
        </p:spPr>
      </p:cxnSp>
      <p:cxnSp>
        <p:nvCxnSpPr>
          <p:cNvPr id="709" name="Google Shape;754;p53"/>
          <p:cNvCxnSpPr>
            <a:stCxn id="681" idx="3"/>
            <a:endCxn id="682" idx="1"/>
          </p:cNvCxnSpPr>
          <p:nvPr/>
        </p:nvCxnSpPr>
        <p:spPr>
          <a:xfrm>
            <a:off x="3264480" y="4153680"/>
            <a:ext cx="434880" cy="360"/>
          </a:xfrm>
          <a:prstGeom prst="straightConnector1">
            <a:avLst/>
          </a:prstGeom>
          <a:ln w="9525">
            <a:solidFill>
              <a:srgbClr val="1a1a1a"/>
            </a:solidFill>
            <a:round/>
            <a:tailEnd len="med" type="triangle" w="med"/>
          </a:ln>
        </p:spPr>
      </p:cxnSp>
      <p:cxnSp>
        <p:nvCxnSpPr>
          <p:cNvPr id="710" name="Google Shape;755;p53"/>
          <p:cNvCxnSpPr>
            <a:endCxn id="683" idx="1"/>
          </p:cNvCxnSpPr>
          <p:nvPr/>
        </p:nvCxnSpPr>
        <p:spPr>
          <a:xfrm>
            <a:off x="3260520" y="4312440"/>
            <a:ext cx="438840" cy="222480"/>
          </a:xfrm>
          <a:prstGeom prst="straightConnector1">
            <a:avLst/>
          </a:prstGeom>
          <a:ln w="9525">
            <a:solidFill>
              <a:srgbClr val="1a1a1a"/>
            </a:solidFill>
            <a:round/>
            <a:tailEnd len="med" type="triangle" w="med"/>
          </a:ln>
        </p:spPr>
      </p:cxnSp>
      <p:cxnSp>
        <p:nvCxnSpPr>
          <p:cNvPr id="711" name="Google Shape;756;p53"/>
          <p:cNvCxnSpPr>
            <a:endCxn id="685" idx="1"/>
          </p:cNvCxnSpPr>
          <p:nvPr/>
        </p:nvCxnSpPr>
        <p:spPr>
          <a:xfrm flipV="1">
            <a:off x="3267360" y="3136320"/>
            <a:ext cx="432000" cy="262800"/>
          </a:xfrm>
          <a:prstGeom prst="straightConnector1">
            <a:avLst/>
          </a:prstGeom>
          <a:ln w="9525">
            <a:solidFill>
              <a:srgbClr val="1a1a1a"/>
            </a:solidFill>
            <a:round/>
            <a:tailEnd len="med" type="triangle" w="med"/>
          </a:ln>
        </p:spPr>
      </p:cxnSp>
      <p:cxnSp>
        <p:nvCxnSpPr>
          <p:cNvPr id="712" name="Google Shape;757;p53"/>
          <p:cNvCxnSpPr>
            <a:endCxn id="687" idx="1"/>
          </p:cNvCxnSpPr>
          <p:nvPr/>
        </p:nvCxnSpPr>
        <p:spPr>
          <a:xfrm>
            <a:off x="3225960" y="2395080"/>
            <a:ext cx="473400" cy="239040"/>
          </a:xfrm>
          <a:prstGeom prst="straightConnector1">
            <a:avLst/>
          </a:prstGeom>
          <a:ln w="9525">
            <a:solidFill>
              <a:srgbClr val="1a1a1a"/>
            </a:solidFill>
            <a:round/>
            <a:tailEnd len="med" type="triangle" w="med"/>
          </a:ln>
        </p:spPr>
      </p:cxnSp>
      <p:cxnSp>
        <p:nvCxnSpPr>
          <p:cNvPr id="713" name="Google Shape;758;p53"/>
          <p:cNvCxnSpPr>
            <a:endCxn id="689" idx="1"/>
          </p:cNvCxnSpPr>
          <p:nvPr/>
        </p:nvCxnSpPr>
        <p:spPr>
          <a:xfrm flipV="1">
            <a:off x="3246480" y="1238400"/>
            <a:ext cx="452880" cy="236520"/>
          </a:xfrm>
          <a:prstGeom prst="straightConnector1">
            <a:avLst/>
          </a:prstGeom>
          <a:ln w="9525">
            <a:solidFill>
              <a:srgbClr val="1a1a1a"/>
            </a:solidFill>
            <a:round/>
            <a:tailEnd len="med" type="triangle" w="med"/>
          </a:ln>
        </p:spPr>
      </p:cxnSp>
      <p:cxnSp>
        <p:nvCxnSpPr>
          <p:cNvPr id="714" name="Google Shape;759;p53"/>
          <p:cNvCxnSpPr>
            <a:endCxn id="690" idx="1"/>
          </p:cNvCxnSpPr>
          <p:nvPr/>
        </p:nvCxnSpPr>
        <p:spPr>
          <a:xfrm>
            <a:off x="4388760" y="3295080"/>
            <a:ext cx="487440" cy="260640"/>
          </a:xfrm>
          <a:prstGeom prst="straightConnector1">
            <a:avLst/>
          </a:prstGeom>
          <a:ln w="9525">
            <a:solidFill>
              <a:srgbClr val="1a1a1a"/>
            </a:solidFill>
            <a:round/>
            <a:tailEnd len="med" type="triangle" w="med"/>
          </a:ln>
        </p:spPr>
      </p:cxnSp>
      <p:cxnSp>
        <p:nvCxnSpPr>
          <p:cNvPr id="715" name="Google Shape;760;p53"/>
          <p:cNvCxnSpPr>
            <a:endCxn id="691" idx="1"/>
          </p:cNvCxnSpPr>
          <p:nvPr/>
        </p:nvCxnSpPr>
        <p:spPr>
          <a:xfrm>
            <a:off x="4395600" y="3281400"/>
            <a:ext cx="480600" cy="676080"/>
          </a:xfrm>
          <a:prstGeom prst="straightConnector1">
            <a:avLst/>
          </a:prstGeom>
          <a:ln w="9525">
            <a:solidFill>
              <a:srgbClr val="1a1a1a"/>
            </a:solidFill>
            <a:round/>
            <a:tailEnd len="med" type="triangle" w="med"/>
          </a:ln>
        </p:spPr>
      </p:cxnSp>
      <p:cxnSp>
        <p:nvCxnSpPr>
          <p:cNvPr id="716" name="Google Shape;761;p53"/>
          <p:cNvCxnSpPr>
            <a:endCxn id="692" idx="1"/>
          </p:cNvCxnSpPr>
          <p:nvPr/>
        </p:nvCxnSpPr>
        <p:spPr>
          <a:xfrm>
            <a:off x="4375080" y="2387880"/>
            <a:ext cx="501120" cy="273960"/>
          </a:xfrm>
          <a:prstGeom prst="straightConnector1">
            <a:avLst/>
          </a:prstGeom>
          <a:ln w="9525">
            <a:solidFill>
              <a:srgbClr val="1a1a1a"/>
            </a:solidFill>
            <a:round/>
            <a:tailEnd len="med" type="triangle" w="med"/>
          </a:ln>
        </p:spPr>
      </p:cxnSp>
      <p:cxnSp>
        <p:nvCxnSpPr>
          <p:cNvPr id="717" name="Google Shape;762;p53"/>
          <p:cNvCxnSpPr>
            <a:endCxn id="693" idx="1"/>
          </p:cNvCxnSpPr>
          <p:nvPr/>
        </p:nvCxnSpPr>
        <p:spPr>
          <a:xfrm>
            <a:off x="4402440" y="2395080"/>
            <a:ext cx="473760" cy="668160"/>
          </a:xfrm>
          <a:prstGeom prst="straightConnector1">
            <a:avLst/>
          </a:prstGeom>
          <a:ln w="9525">
            <a:solidFill>
              <a:srgbClr val="1a1a1a"/>
            </a:solidFill>
            <a:round/>
            <a:tailEnd len="med" type="triangle" w="med"/>
          </a:ln>
        </p:spPr>
      </p:cxnSp>
      <p:cxnSp>
        <p:nvCxnSpPr>
          <p:cNvPr id="718" name="Google Shape;763;p53"/>
          <p:cNvCxnSpPr>
            <a:stCxn id="688" idx="3"/>
            <a:endCxn id="695" idx="1"/>
          </p:cNvCxnSpPr>
          <p:nvPr/>
        </p:nvCxnSpPr>
        <p:spPr>
          <a:xfrm>
            <a:off x="4393080" y="1612080"/>
            <a:ext cx="483120" cy="402120"/>
          </a:xfrm>
          <a:prstGeom prst="straightConnector1">
            <a:avLst/>
          </a:prstGeom>
          <a:ln w="9525">
            <a:solidFill>
              <a:srgbClr val="1a1a1a"/>
            </a:solidFill>
            <a:round/>
            <a:tailEnd len="med" type="triangle" w="med"/>
          </a:ln>
        </p:spPr>
      </p:cxnSp>
      <p:cxnSp>
        <p:nvCxnSpPr>
          <p:cNvPr id="719" name="Google Shape;764;p53"/>
          <p:cNvCxnSpPr>
            <a:endCxn id="694" idx="1"/>
          </p:cNvCxnSpPr>
          <p:nvPr/>
        </p:nvCxnSpPr>
        <p:spPr>
          <a:xfrm flipV="1">
            <a:off x="4393080" y="1612080"/>
            <a:ext cx="483120" cy="720"/>
          </a:xfrm>
          <a:prstGeom prst="straightConnector1">
            <a:avLst/>
          </a:prstGeom>
          <a:ln w="9525">
            <a:solidFill>
              <a:srgbClr val="1a1a1a"/>
            </a:solidFill>
            <a:round/>
            <a:tailEnd len="med" type="triangle" w="med"/>
          </a:ln>
        </p:spPr>
      </p:cxnSp>
      <p:cxnSp>
        <p:nvCxnSpPr>
          <p:cNvPr id="720" name="Google Shape;765;p53"/>
          <p:cNvCxnSpPr>
            <a:stCxn id="689" idx="3"/>
            <a:endCxn id="697" idx="1"/>
          </p:cNvCxnSpPr>
          <p:nvPr/>
        </p:nvCxnSpPr>
        <p:spPr>
          <a:xfrm>
            <a:off x="4393080" y="1238400"/>
            <a:ext cx="483120" cy="360"/>
          </a:xfrm>
          <a:prstGeom prst="straightConnector1">
            <a:avLst/>
          </a:prstGeom>
          <a:ln w="9525">
            <a:solidFill>
              <a:srgbClr val="1a1a1a"/>
            </a:solidFill>
            <a:round/>
            <a:tailEnd len="med" type="triangle" w="med"/>
          </a:ln>
        </p:spPr>
      </p:cxnSp>
      <p:cxnSp>
        <p:nvCxnSpPr>
          <p:cNvPr id="721" name="Google Shape;766;p53"/>
          <p:cNvCxnSpPr>
            <a:endCxn id="696" idx="1"/>
          </p:cNvCxnSpPr>
          <p:nvPr/>
        </p:nvCxnSpPr>
        <p:spPr>
          <a:xfrm flipV="1">
            <a:off x="4381920" y="864720"/>
            <a:ext cx="494280" cy="215280"/>
          </a:xfrm>
          <a:prstGeom prst="straightConnector1">
            <a:avLst/>
          </a:prstGeom>
          <a:ln w="9525">
            <a:solidFill>
              <a:srgbClr val="1a1a1a"/>
            </a:solidFill>
            <a:round/>
            <a:tailEnd len="med" type="triangle" w="med"/>
          </a:ln>
        </p:spPr>
      </p:cxnSp>
      <p:cxnSp>
        <p:nvCxnSpPr>
          <p:cNvPr id="722" name="Google Shape;767;p53"/>
          <p:cNvCxnSpPr>
            <a:stCxn id="696" idx="3"/>
            <a:endCxn id="698" idx="1"/>
          </p:cNvCxnSpPr>
          <p:nvPr/>
        </p:nvCxnSpPr>
        <p:spPr>
          <a:xfrm>
            <a:off x="5569920" y="864720"/>
            <a:ext cx="400320" cy="360"/>
          </a:xfrm>
          <a:prstGeom prst="straightConnector1">
            <a:avLst/>
          </a:prstGeom>
          <a:ln w="9525">
            <a:solidFill>
              <a:srgbClr val="1a1a1a"/>
            </a:solidFill>
            <a:round/>
            <a:tailEnd len="med" type="triangle" w="med"/>
          </a:ln>
        </p:spPr>
      </p:cxnSp>
      <p:cxnSp>
        <p:nvCxnSpPr>
          <p:cNvPr id="723" name="Google Shape;768;p53"/>
          <p:cNvCxnSpPr>
            <a:endCxn id="699" idx="1"/>
          </p:cNvCxnSpPr>
          <p:nvPr/>
        </p:nvCxnSpPr>
        <p:spPr>
          <a:xfrm>
            <a:off x="5572440" y="989640"/>
            <a:ext cx="397800" cy="249120"/>
          </a:xfrm>
          <a:prstGeom prst="straightConnector1">
            <a:avLst/>
          </a:prstGeom>
          <a:ln w="9525">
            <a:solidFill>
              <a:srgbClr val="1a1a1a"/>
            </a:solidFill>
            <a:round/>
            <a:tailEnd len="med" type="triangle" w="med"/>
          </a:ln>
        </p:spPr>
      </p:cxnSp>
      <p:sp>
        <p:nvSpPr>
          <p:cNvPr id="724" name="Google Shape;769;p53"/>
          <p:cNvSpPr/>
          <p:nvPr/>
        </p:nvSpPr>
        <p:spPr>
          <a:xfrm>
            <a:off x="6036480" y="1702800"/>
            <a:ext cx="2685600" cy="29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t">
            <a:noAutofit/>
          </a:bodyPr>
          <a:p>
            <a:pPr marL="457200" indent="-330120">
              <a:lnSpc>
                <a:spcPct val="100000"/>
              </a:lnSpc>
              <a:buClr>
                <a:srgbClr val="595959"/>
              </a:buClr>
              <a:buFont typeface="Lato"/>
              <a:buChar char="●"/>
            </a:pPr>
            <a:r>
              <a:rPr b="0" lang="el" sz="1600" spc="-1" strike="noStrike">
                <a:solidFill>
                  <a:schemeClr val="accent1"/>
                </a:solidFill>
                <a:latin typeface="Lato"/>
                <a:ea typeface="Lato"/>
              </a:rPr>
              <a:t>Each function makes 2 recursive calls → Exponential complexity, O(2^n).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marL="457200" indent="-330120">
              <a:lnSpc>
                <a:spcPct val="100000"/>
              </a:lnSpc>
              <a:buClr>
                <a:srgbClr val="595959"/>
              </a:buClr>
              <a:buFont typeface="Lato"/>
              <a:buChar char="●"/>
            </a:pPr>
            <a:r>
              <a:rPr b="0" lang="el" sz="1600" spc="-1" strike="noStrike">
                <a:solidFill>
                  <a:schemeClr val="accent1"/>
                </a:solidFill>
                <a:latin typeface="Lato"/>
                <a:ea typeface="Lato"/>
              </a:rPr>
              <a:t>Observe how many times we end up computing the same values f(n).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marL="457200" indent="-330120">
              <a:lnSpc>
                <a:spcPct val="100000"/>
              </a:lnSpc>
              <a:buClr>
                <a:srgbClr val="595959"/>
              </a:buClr>
              <a:buFont typeface="Lato"/>
              <a:buChar char="●"/>
            </a:pPr>
            <a:r>
              <a:rPr b="0" lang="el" sz="1600" spc="-1" strike="noStrike">
                <a:solidFill>
                  <a:schemeClr val="accent1"/>
                </a:solidFill>
                <a:latin typeface="Lato"/>
                <a:ea typeface="Lato"/>
              </a:rPr>
              <a:t>Something better?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5" name="PlaceHolder 1"/>
          <p:cNvSpPr>
            <a:spLocks noGrp="1"/>
          </p:cNvSpPr>
          <p:nvPr>
            <p:ph type="title"/>
          </p:nvPr>
        </p:nvSpPr>
        <p:spPr>
          <a:xfrm>
            <a:off x="729360" y="572040"/>
            <a:ext cx="7688520" cy="53496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t">
            <a:normAutofit fontScale="88000"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l" sz="2600" spc="-1" strike="noStrike">
                <a:solidFill>
                  <a:schemeClr val="dk2"/>
                </a:solidFill>
                <a:latin typeface="Lato"/>
                <a:ea typeface="Lato"/>
              </a:rPr>
              <a:t>Simple yet fast</a:t>
            </a:r>
            <a:endParaRPr b="0" lang="en-US" sz="2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26" name="PlaceHolder 2"/>
          <p:cNvSpPr>
            <a:spLocks noGrp="1"/>
          </p:cNvSpPr>
          <p:nvPr>
            <p:ph/>
          </p:nvPr>
        </p:nvSpPr>
        <p:spPr>
          <a:xfrm>
            <a:off x="729360" y="1378080"/>
            <a:ext cx="7688520" cy="376524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t">
            <a:normAutofit/>
          </a:bodyPr>
          <a:p>
            <a:pPr indent="0">
              <a:lnSpc>
                <a:spcPct val="115000"/>
              </a:lnSpc>
              <a:buNone/>
              <a:tabLst>
                <a:tab algn="l" pos="0"/>
              </a:tabLst>
            </a:pPr>
            <a:r>
              <a:rPr b="0" lang="el" sz="1600" spc="-1" strike="noStrike">
                <a:solidFill>
                  <a:schemeClr val="accent1"/>
                </a:solidFill>
                <a:latin typeface="Lato"/>
                <a:ea typeface="Lato"/>
              </a:rPr>
              <a:t>Consider the following script. What is its time complexity?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15000"/>
              </a:lnSpc>
              <a:spcBef>
                <a:spcPts val="1199"/>
              </a:spcBef>
              <a:buNone/>
              <a:tabLst>
                <a:tab algn="l" pos="0"/>
              </a:tabLst>
            </a:pPr>
            <a:r>
              <a:rPr b="0" lang="el" sz="1600" spc="-1" strike="noStrike">
                <a:solidFill>
                  <a:schemeClr val="accent1"/>
                </a:solidFill>
                <a:latin typeface="Consolas"/>
                <a:ea typeface="Consolas"/>
              </a:rPr>
              <a:t>def fib(n):</a:t>
            </a:r>
            <a:br>
              <a:rPr sz="1600"/>
            </a:br>
            <a:r>
              <a:rPr b="0" lang="el" sz="1600" spc="-1" strike="noStrike">
                <a:solidFill>
                  <a:schemeClr val="accent1"/>
                </a:solidFill>
                <a:latin typeface="Consolas"/>
                <a:ea typeface="Consolas"/>
              </a:rPr>
              <a:t>	</a:t>
            </a:r>
            <a:r>
              <a:rPr b="0" lang="el" sz="1600" spc="-1" strike="noStrike">
                <a:solidFill>
                  <a:schemeClr val="accent1"/>
                </a:solidFill>
                <a:latin typeface="Consolas"/>
                <a:ea typeface="Consolas"/>
              </a:rPr>
              <a:t>if n in [0,1]:</a:t>
            </a:r>
            <a:br>
              <a:rPr sz="1600"/>
            </a:br>
            <a:r>
              <a:rPr b="0" lang="el" sz="1600" spc="-1" strike="noStrike">
                <a:solidFill>
                  <a:schemeClr val="accent1"/>
                </a:solidFill>
                <a:latin typeface="Consolas"/>
                <a:ea typeface="Consolas"/>
              </a:rPr>
              <a:t>	</a:t>
            </a:r>
            <a:r>
              <a:rPr b="0" lang="el" sz="1600" spc="-1" strike="noStrike">
                <a:solidFill>
                  <a:schemeClr val="accent1"/>
                </a:solidFill>
                <a:latin typeface="Consolas"/>
                <a:ea typeface="Consolas"/>
              </a:rPr>
              <a:t>	</a:t>
            </a:r>
            <a:r>
              <a:rPr b="0" lang="el" sz="1600" spc="-1" strike="noStrike">
                <a:solidFill>
                  <a:schemeClr val="accent1"/>
                </a:solidFill>
                <a:latin typeface="Consolas"/>
                <a:ea typeface="Consolas"/>
              </a:rPr>
              <a:t>return n</a:t>
            </a:r>
            <a:br>
              <a:rPr sz="1600"/>
            </a:br>
            <a:r>
              <a:rPr b="0" lang="el" sz="1600" spc="-1" strike="noStrike">
                <a:solidFill>
                  <a:schemeClr val="accent1"/>
                </a:solidFill>
                <a:latin typeface="Consolas"/>
                <a:ea typeface="Consolas"/>
              </a:rPr>
              <a:t>	</a:t>
            </a:r>
            <a:r>
              <a:rPr b="0" lang="el" sz="1600" spc="-1" strike="noStrike">
                <a:solidFill>
                  <a:schemeClr val="accent1"/>
                </a:solidFill>
                <a:latin typeface="Consolas"/>
                <a:ea typeface="Consolas"/>
              </a:rPr>
              <a:t>a = 0, b = 1</a:t>
            </a:r>
            <a:br>
              <a:rPr sz="1600"/>
            </a:br>
            <a:r>
              <a:rPr b="0" lang="el" sz="1600" spc="-1" strike="noStrike">
                <a:solidFill>
                  <a:schemeClr val="accent1"/>
                </a:solidFill>
                <a:latin typeface="Consolas"/>
                <a:ea typeface="Consolas"/>
              </a:rPr>
              <a:t>	</a:t>
            </a:r>
            <a:r>
              <a:rPr b="0" lang="el" sz="1600" spc="-1" strike="noStrike">
                <a:solidFill>
                  <a:schemeClr val="accent1"/>
                </a:solidFill>
                <a:latin typeface="Consolas"/>
                <a:ea typeface="Consolas"/>
              </a:rPr>
              <a:t>for i = 1, ..., n-1:</a:t>
            </a:r>
            <a:br>
              <a:rPr sz="1600"/>
            </a:br>
            <a:r>
              <a:rPr b="0" lang="el" sz="1600" spc="-1" strike="noStrike">
                <a:solidFill>
                  <a:schemeClr val="accent1"/>
                </a:solidFill>
                <a:latin typeface="Consolas"/>
                <a:ea typeface="Consolas"/>
              </a:rPr>
              <a:t>	</a:t>
            </a:r>
            <a:r>
              <a:rPr b="0" lang="el" sz="1600" spc="-1" strike="noStrike">
                <a:solidFill>
                  <a:schemeClr val="accent1"/>
                </a:solidFill>
                <a:latin typeface="Consolas"/>
                <a:ea typeface="Consolas"/>
              </a:rPr>
              <a:t>	</a:t>
            </a:r>
            <a:r>
              <a:rPr b="0" lang="el" sz="1600" spc="-1" strike="noStrike">
                <a:solidFill>
                  <a:schemeClr val="accent1"/>
                </a:solidFill>
                <a:latin typeface="Consolas"/>
                <a:ea typeface="Consolas"/>
              </a:rPr>
              <a:t>c = a + b</a:t>
            </a:r>
            <a:br>
              <a:rPr sz="1600"/>
            </a:br>
            <a:r>
              <a:rPr b="0" lang="el" sz="1600" spc="-1" strike="noStrike">
                <a:solidFill>
                  <a:schemeClr val="accent1"/>
                </a:solidFill>
                <a:latin typeface="Consolas"/>
                <a:ea typeface="Consolas"/>
              </a:rPr>
              <a:t>	</a:t>
            </a:r>
            <a:r>
              <a:rPr b="0" lang="el" sz="1600" spc="-1" strike="noStrike">
                <a:solidFill>
                  <a:schemeClr val="accent1"/>
                </a:solidFill>
                <a:latin typeface="Consolas"/>
                <a:ea typeface="Consolas"/>
              </a:rPr>
              <a:t>	</a:t>
            </a:r>
            <a:r>
              <a:rPr b="0" lang="el" sz="1600" spc="-1" strike="noStrike">
                <a:solidFill>
                  <a:schemeClr val="accent1"/>
                </a:solidFill>
                <a:latin typeface="Consolas"/>
                <a:ea typeface="Consolas"/>
              </a:rPr>
              <a:t>a = b</a:t>
            </a:r>
            <a:br>
              <a:rPr sz="1600"/>
            </a:br>
            <a:r>
              <a:rPr b="0" lang="el" sz="1600" spc="-1" strike="noStrike">
                <a:solidFill>
                  <a:schemeClr val="accent1"/>
                </a:solidFill>
                <a:latin typeface="Consolas"/>
                <a:ea typeface="Consolas"/>
              </a:rPr>
              <a:t>	</a:t>
            </a:r>
            <a:r>
              <a:rPr b="0" lang="el" sz="1600" spc="-1" strike="noStrike">
                <a:solidFill>
                  <a:schemeClr val="accent1"/>
                </a:solidFill>
                <a:latin typeface="Consolas"/>
                <a:ea typeface="Consolas"/>
              </a:rPr>
              <a:t>	</a:t>
            </a:r>
            <a:r>
              <a:rPr b="0" lang="el" sz="1600" spc="-1" strike="noStrike">
                <a:solidFill>
                  <a:schemeClr val="accent1"/>
                </a:solidFill>
                <a:latin typeface="Consolas"/>
                <a:ea typeface="Consolas"/>
              </a:rPr>
              <a:t>b = c</a:t>
            </a:r>
            <a:br>
              <a:rPr sz="1600"/>
            </a:br>
            <a:r>
              <a:rPr b="0" lang="el" sz="1600" spc="-1" strike="noStrike">
                <a:solidFill>
                  <a:schemeClr val="accent1"/>
                </a:solidFill>
                <a:latin typeface="Consolas"/>
                <a:ea typeface="Consolas"/>
              </a:rPr>
              <a:t>	</a:t>
            </a:r>
            <a:r>
              <a:rPr b="0" lang="el" sz="1600" spc="-1" strike="noStrike">
                <a:solidFill>
                  <a:schemeClr val="accent1"/>
                </a:solidFill>
                <a:latin typeface="Consolas"/>
                <a:ea typeface="Consolas"/>
              </a:rPr>
              <a:t>return c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15000"/>
              </a:lnSpc>
              <a:spcBef>
                <a:spcPts val="1199"/>
              </a:spcBef>
              <a:spcAft>
                <a:spcPts val="1199"/>
              </a:spcAft>
              <a:buNone/>
              <a:tabLst>
                <a:tab algn="l" pos="0"/>
              </a:tabLst>
            </a:pPr>
            <a:r>
              <a:rPr b="0" lang="el" sz="1600" spc="-1" strike="noStrike">
                <a:solidFill>
                  <a:schemeClr val="accent1"/>
                </a:solidFill>
                <a:latin typeface="Lato"/>
                <a:ea typeface="Lato"/>
              </a:rPr>
              <a:t>Worst case complexity?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27" name="PlaceHolder 3"/>
          <p:cNvSpPr>
            <a:spLocks noGrp="1"/>
          </p:cNvSpPr>
          <p:nvPr>
            <p:ph type="sldNum" idx="43"/>
          </p:nvPr>
        </p:nvSpPr>
        <p:spPr>
          <a:xfrm>
            <a:off x="8536320" y="4749840"/>
            <a:ext cx="548280" cy="39312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ctr">
            <a:norm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l" sz="1000" spc="-1" strike="noStrike">
                <a:solidFill>
                  <a:schemeClr val="accent1"/>
                </a:solidFill>
                <a:latin typeface="Lato"/>
                <a:ea typeface="Lato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DED207AF-DE0A-4BE4-9424-6F65F801BFD9}" type="slidenum">
              <a:rPr b="0" lang="el" sz="1000" spc="-1" strike="noStrike">
                <a:solidFill>
                  <a:schemeClr val="accent1"/>
                </a:solidFill>
                <a:latin typeface="Lato"/>
                <a:ea typeface="Lato"/>
              </a:rPr>
              <a:t>39</a:t>
            </a:fld>
            <a:endParaRPr b="0" lang="en-US" sz="10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597" dur="indefinite" restart="never" nodeType="tmRoot">
          <p:childTnLst>
            <p:seq>
              <p:cTn id="598" dur="indefinite" nodeType="mainSeq">
                <p:childTnLst>
                  <p:par>
                    <p:cTn id="599" fill="hold">
                      <p:stCondLst>
                        <p:cond delay="indefinite"/>
                      </p:stCondLst>
                      <p:childTnLst>
                        <p:par>
                          <p:cTn id="600" fill="hold">
                            <p:stCondLst>
                              <p:cond delay="0"/>
                            </p:stCondLst>
                            <p:childTnLst>
                              <p:par>
                                <p:cTn id="601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3" fill="hold">
                      <p:stCondLst>
                        <p:cond delay="indefinite"/>
                      </p:stCondLst>
                      <p:childTnLst>
                        <p:par>
                          <p:cTn id="604" fill="hold">
                            <p:stCondLst>
                              <p:cond delay="0"/>
                            </p:stCondLst>
                            <p:childTnLst>
                              <p:par>
                                <p:cTn id="605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7" fill="hold">
                      <p:stCondLst>
                        <p:cond delay="indefinite"/>
                      </p:stCondLst>
                      <p:childTnLst>
                        <p:par>
                          <p:cTn id="608" fill="hold">
                            <p:stCondLst>
                              <p:cond delay="0"/>
                            </p:stCondLst>
                            <p:childTnLst>
                              <p:par>
                                <p:cTn id="609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8" name="PlaceHolder 1"/>
          <p:cNvSpPr>
            <a:spLocks noGrp="1"/>
          </p:cNvSpPr>
          <p:nvPr>
            <p:ph type="title"/>
          </p:nvPr>
        </p:nvSpPr>
        <p:spPr>
          <a:xfrm>
            <a:off x="729360" y="572040"/>
            <a:ext cx="7688520" cy="53496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t">
            <a:normAutofit fontScale="88000"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l" sz="2600" spc="-1" strike="noStrike">
                <a:solidFill>
                  <a:schemeClr val="dk2"/>
                </a:solidFill>
                <a:latin typeface="Lato"/>
                <a:ea typeface="Lato"/>
              </a:rPr>
              <a:t>Simple yet fast</a:t>
            </a:r>
            <a:endParaRPr b="0" lang="en-US" sz="2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29" name="PlaceHolder 2"/>
          <p:cNvSpPr>
            <a:spLocks noGrp="1"/>
          </p:cNvSpPr>
          <p:nvPr>
            <p:ph/>
          </p:nvPr>
        </p:nvSpPr>
        <p:spPr>
          <a:xfrm>
            <a:off x="729360" y="1378080"/>
            <a:ext cx="7688520" cy="376524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t">
            <a:normAutofit/>
          </a:bodyPr>
          <a:p>
            <a:pPr indent="0">
              <a:lnSpc>
                <a:spcPct val="115000"/>
              </a:lnSpc>
              <a:buNone/>
              <a:tabLst>
                <a:tab algn="l" pos="0"/>
              </a:tabLst>
            </a:pPr>
            <a:r>
              <a:rPr b="0" lang="el" sz="1600" spc="-1" strike="noStrike">
                <a:solidFill>
                  <a:schemeClr val="accent1"/>
                </a:solidFill>
                <a:latin typeface="Lato"/>
                <a:ea typeface="Lato"/>
              </a:rPr>
              <a:t>Consider the following script. What is its time complexity?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15000"/>
              </a:lnSpc>
              <a:spcBef>
                <a:spcPts val="1199"/>
              </a:spcBef>
              <a:buNone/>
              <a:tabLst>
                <a:tab algn="l" pos="0"/>
              </a:tabLst>
            </a:pPr>
            <a:r>
              <a:rPr b="0" lang="el" sz="1600" spc="-1" strike="noStrike">
                <a:solidFill>
                  <a:schemeClr val="accent1"/>
                </a:solidFill>
                <a:latin typeface="Consolas"/>
                <a:ea typeface="Consolas"/>
              </a:rPr>
              <a:t>def fib(n):</a:t>
            </a:r>
            <a:br>
              <a:rPr sz="1600"/>
            </a:br>
            <a:r>
              <a:rPr b="0" lang="el" sz="1600" spc="-1" strike="noStrike">
                <a:solidFill>
                  <a:schemeClr val="accent1"/>
                </a:solidFill>
                <a:latin typeface="Consolas"/>
                <a:ea typeface="Consolas"/>
              </a:rPr>
              <a:t>	</a:t>
            </a:r>
            <a:r>
              <a:rPr b="0" lang="el" sz="1600" spc="-1" strike="noStrike">
                <a:solidFill>
                  <a:schemeClr val="accent1"/>
                </a:solidFill>
                <a:latin typeface="Consolas"/>
                <a:ea typeface="Consolas"/>
              </a:rPr>
              <a:t>if n in [0,1]:</a:t>
            </a:r>
            <a:br>
              <a:rPr sz="1600"/>
            </a:br>
            <a:r>
              <a:rPr b="0" lang="el" sz="1600" spc="-1" strike="noStrike">
                <a:solidFill>
                  <a:schemeClr val="accent1"/>
                </a:solidFill>
                <a:latin typeface="Consolas"/>
                <a:ea typeface="Consolas"/>
              </a:rPr>
              <a:t>	</a:t>
            </a:r>
            <a:r>
              <a:rPr b="0" lang="el" sz="1600" spc="-1" strike="noStrike">
                <a:solidFill>
                  <a:schemeClr val="accent1"/>
                </a:solidFill>
                <a:latin typeface="Consolas"/>
                <a:ea typeface="Consolas"/>
              </a:rPr>
              <a:t>	</a:t>
            </a:r>
            <a:r>
              <a:rPr b="0" lang="el" sz="1600" spc="-1" strike="noStrike">
                <a:solidFill>
                  <a:schemeClr val="accent1"/>
                </a:solidFill>
                <a:latin typeface="Consolas"/>
                <a:ea typeface="Consolas"/>
              </a:rPr>
              <a:t>return n</a:t>
            </a:r>
            <a:br>
              <a:rPr sz="1600"/>
            </a:br>
            <a:r>
              <a:rPr b="0" lang="el" sz="1600" spc="-1" strike="noStrike">
                <a:solidFill>
                  <a:schemeClr val="accent1"/>
                </a:solidFill>
                <a:latin typeface="Consolas"/>
                <a:ea typeface="Consolas"/>
              </a:rPr>
              <a:t>	</a:t>
            </a:r>
            <a:r>
              <a:rPr b="0" lang="el" sz="1600" spc="-1" strike="noStrike">
                <a:solidFill>
                  <a:schemeClr val="accent1"/>
                </a:solidFill>
                <a:latin typeface="Consolas"/>
                <a:ea typeface="Consolas"/>
              </a:rPr>
              <a:t>a = 0, b = 1</a:t>
            </a:r>
            <a:br>
              <a:rPr sz="1600"/>
            </a:br>
            <a:r>
              <a:rPr b="0" lang="el" sz="1600" spc="-1" strike="noStrike">
                <a:solidFill>
                  <a:schemeClr val="dk1"/>
                </a:solidFill>
                <a:latin typeface="Consolas"/>
                <a:ea typeface="Consolas"/>
              </a:rPr>
              <a:t>	</a:t>
            </a:r>
            <a:r>
              <a:rPr b="0" lang="el" sz="1600" spc="-1" strike="noStrike">
                <a:solidFill>
                  <a:schemeClr val="dk1"/>
                </a:solidFill>
                <a:latin typeface="Consolas"/>
                <a:ea typeface="Consolas"/>
              </a:rPr>
              <a:t>for i = 1, ..., n-1: ← This repeats </a:t>
            </a:r>
            <a:r>
              <a:rPr b="1" lang="el" sz="1600" spc="-1" strike="noStrike">
                <a:solidFill>
                  <a:schemeClr val="dk1"/>
                </a:solidFill>
                <a:latin typeface="Consolas"/>
                <a:ea typeface="Consolas"/>
              </a:rPr>
              <a:t>n-1</a:t>
            </a:r>
            <a:r>
              <a:rPr b="0" lang="el" sz="1600" spc="-1" strike="noStrike">
                <a:solidFill>
                  <a:schemeClr val="dk1"/>
                </a:solidFill>
                <a:latin typeface="Consolas"/>
                <a:ea typeface="Consolas"/>
              </a:rPr>
              <a:t> times.</a:t>
            </a:r>
            <a:br>
              <a:rPr sz="1600"/>
            </a:br>
            <a:r>
              <a:rPr b="0" lang="el" sz="1600" spc="-1" strike="noStrike">
                <a:solidFill>
                  <a:schemeClr val="accent1"/>
                </a:solidFill>
                <a:latin typeface="Consolas"/>
                <a:ea typeface="Consolas"/>
              </a:rPr>
              <a:t>	</a:t>
            </a:r>
            <a:r>
              <a:rPr b="0" lang="el" sz="1600" spc="-1" strike="noStrike">
                <a:solidFill>
                  <a:schemeClr val="accent1"/>
                </a:solidFill>
                <a:latin typeface="Consolas"/>
                <a:ea typeface="Consolas"/>
              </a:rPr>
              <a:t>	</a:t>
            </a:r>
            <a:r>
              <a:rPr b="0" lang="el" sz="1600" spc="-1" strike="noStrike">
                <a:solidFill>
                  <a:schemeClr val="accent1"/>
                </a:solidFill>
                <a:latin typeface="Consolas"/>
                <a:ea typeface="Consolas"/>
              </a:rPr>
              <a:t>c = a + b</a:t>
            </a:r>
            <a:br>
              <a:rPr sz="1600"/>
            </a:br>
            <a:r>
              <a:rPr b="0" lang="el" sz="1600" spc="-1" strike="noStrike">
                <a:solidFill>
                  <a:schemeClr val="accent1"/>
                </a:solidFill>
                <a:latin typeface="Consolas"/>
                <a:ea typeface="Consolas"/>
              </a:rPr>
              <a:t>	</a:t>
            </a:r>
            <a:r>
              <a:rPr b="0" lang="el" sz="1600" spc="-1" strike="noStrike">
                <a:solidFill>
                  <a:schemeClr val="accent1"/>
                </a:solidFill>
                <a:latin typeface="Consolas"/>
                <a:ea typeface="Consolas"/>
              </a:rPr>
              <a:t>	</a:t>
            </a:r>
            <a:r>
              <a:rPr b="0" lang="el" sz="1600" spc="-1" strike="noStrike">
                <a:solidFill>
                  <a:schemeClr val="accent1"/>
                </a:solidFill>
                <a:latin typeface="Consolas"/>
                <a:ea typeface="Consolas"/>
              </a:rPr>
              <a:t>a = b</a:t>
            </a:r>
            <a:br>
              <a:rPr sz="1600"/>
            </a:br>
            <a:r>
              <a:rPr b="0" lang="el" sz="1600" spc="-1" strike="noStrike">
                <a:solidFill>
                  <a:schemeClr val="accent1"/>
                </a:solidFill>
                <a:latin typeface="Consolas"/>
                <a:ea typeface="Consolas"/>
              </a:rPr>
              <a:t>	</a:t>
            </a:r>
            <a:r>
              <a:rPr b="0" lang="el" sz="1600" spc="-1" strike="noStrike">
                <a:solidFill>
                  <a:schemeClr val="accent1"/>
                </a:solidFill>
                <a:latin typeface="Consolas"/>
                <a:ea typeface="Consolas"/>
              </a:rPr>
              <a:t>	</a:t>
            </a:r>
            <a:r>
              <a:rPr b="0" lang="el" sz="1600" spc="-1" strike="noStrike">
                <a:solidFill>
                  <a:schemeClr val="accent1"/>
                </a:solidFill>
                <a:latin typeface="Consolas"/>
                <a:ea typeface="Consolas"/>
              </a:rPr>
              <a:t>b = c</a:t>
            </a:r>
            <a:br>
              <a:rPr sz="1600"/>
            </a:br>
            <a:r>
              <a:rPr b="0" lang="el" sz="1600" spc="-1" strike="noStrike">
                <a:solidFill>
                  <a:schemeClr val="accent1"/>
                </a:solidFill>
                <a:latin typeface="Consolas"/>
                <a:ea typeface="Consolas"/>
              </a:rPr>
              <a:t>	</a:t>
            </a:r>
            <a:r>
              <a:rPr b="0" lang="el" sz="1600" spc="-1" strike="noStrike">
                <a:solidFill>
                  <a:schemeClr val="accent1"/>
                </a:solidFill>
                <a:latin typeface="Consolas"/>
                <a:ea typeface="Consolas"/>
              </a:rPr>
              <a:t>return c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15000"/>
              </a:lnSpc>
              <a:spcBef>
                <a:spcPts val="1199"/>
              </a:spcBef>
              <a:spcAft>
                <a:spcPts val="1199"/>
              </a:spcAft>
              <a:buNone/>
              <a:tabLst>
                <a:tab algn="l" pos="0"/>
              </a:tabLst>
            </a:pPr>
            <a:r>
              <a:rPr b="1" lang="el" sz="1600" spc="-1" strike="noStrike">
                <a:solidFill>
                  <a:schemeClr val="accent1"/>
                </a:solidFill>
                <a:latin typeface="Lato"/>
                <a:ea typeface="Lato"/>
              </a:rPr>
              <a:t>Worst case complexity:</a:t>
            </a:r>
            <a:r>
              <a:rPr b="0" lang="el" sz="1600" spc="-1" strike="noStrike">
                <a:solidFill>
                  <a:schemeClr val="accent1"/>
                </a:solidFill>
                <a:latin typeface="Lato"/>
                <a:ea typeface="Lato"/>
              </a:rPr>
              <a:t> O(n)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30" name="PlaceHolder 3"/>
          <p:cNvSpPr>
            <a:spLocks noGrp="1"/>
          </p:cNvSpPr>
          <p:nvPr>
            <p:ph type="sldNum" idx="44"/>
          </p:nvPr>
        </p:nvSpPr>
        <p:spPr>
          <a:xfrm>
            <a:off x="8536320" y="4749840"/>
            <a:ext cx="548280" cy="39312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ctr">
            <a:norm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l" sz="1000" spc="-1" strike="noStrike">
                <a:solidFill>
                  <a:schemeClr val="accent1"/>
                </a:solidFill>
                <a:latin typeface="Lato"/>
                <a:ea typeface="Lato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D51E4905-6758-44A7-A786-B1ECC15435C1}" type="slidenum">
              <a:rPr b="0" lang="el" sz="1000" spc="-1" strike="noStrike">
                <a:solidFill>
                  <a:schemeClr val="accent1"/>
                </a:solidFill>
                <a:latin typeface="Lato"/>
                <a:ea typeface="Lato"/>
              </a:rPr>
              <a:t>40</a:t>
            </a:fld>
            <a:endParaRPr b="0" lang="en-US" sz="10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611" dur="indefinite" restart="never" nodeType="tmRoot">
          <p:childTnLst>
            <p:seq>
              <p:cTn id="612" dur="indefinite" nodeType="mainSeq">
                <p:childTnLst>
                  <p:par>
                    <p:cTn id="613" fill="hold">
                      <p:stCondLst>
                        <p:cond delay="indefinite"/>
                      </p:stCondLst>
                      <p:childTnLst>
                        <p:par>
                          <p:cTn id="614" fill="hold">
                            <p:stCondLst>
                              <p:cond delay="0"/>
                            </p:stCondLst>
                            <p:childTnLst>
                              <p:par>
                                <p:cTn id="615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7" fill="hold">
                      <p:stCondLst>
                        <p:cond delay="indefinite"/>
                      </p:stCondLst>
                      <p:childTnLst>
                        <p:par>
                          <p:cTn id="618" fill="hold">
                            <p:stCondLst>
                              <p:cond delay="0"/>
                            </p:stCondLst>
                            <p:childTnLst>
                              <p:par>
                                <p:cTn id="619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1" fill="hold">
                      <p:stCondLst>
                        <p:cond delay="indefinite"/>
                      </p:stCondLst>
                      <p:childTnLst>
                        <p:par>
                          <p:cTn id="622" fill="hold">
                            <p:stCondLst>
                              <p:cond delay="0"/>
                            </p:stCondLst>
                            <p:childTnLst>
                              <p:par>
                                <p:cTn id="623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1" name="PlaceHolder 1"/>
          <p:cNvSpPr>
            <a:spLocks noGrp="1"/>
          </p:cNvSpPr>
          <p:nvPr>
            <p:ph type="title"/>
          </p:nvPr>
        </p:nvSpPr>
        <p:spPr>
          <a:xfrm>
            <a:off x="729360" y="1322280"/>
            <a:ext cx="7688160" cy="151812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t">
            <a:norm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l" sz="3600" spc="-1" strike="noStrike">
                <a:solidFill>
                  <a:schemeClr val="lt1"/>
                </a:solidFill>
                <a:latin typeface="Lato"/>
                <a:ea typeface="Lato"/>
              </a:rPr>
              <a:t>Then, what?</a:t>
            </a:r>
            <a:endParaRPr b="0" lang="en-US" sz="3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32" name="PlaceHolder 2"/>
          <p:cNvSpPr>
            <a:spLocks noGrp="1"/>
          </p:cNvSpPr>
          <p:nvPr>
            <p:ph type="sldNum" idx="45"/>
          </p:nvPr>
        </p:nvSpPr>
        <p:spPr>
          <a:xfrm>
            <a:off x="8536320" y="4749840"/>
            <a:ext cx="548280" cy="39312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ctr">
            <a:norm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l" sz="1000" spc="-1" strike="noStrike">
                <a:solidFill>
                  <a:schemeClr val="lt1"/>
                </a:solidFill>
                <a:latin typeface="Lato"/>
                <a:ea typeface="Lato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48932A3C-2058-4E9D-95EF-4256CAA9B6DD}" type="slidenum">
              <a:rPr b="0" lang="el" sz="1000" spc="-1" strike="noStrike">
                <a:solidFill>
                  <a:schemeClr val="lt1"/>
                </a:solidFill>
                <a:latin typeface="Lato"/>
                <a:ea typeface="Lato"/>
              </a:rPr>
              <a:t>41</a:t>
            </a:fld>
            <a:endParaRPr b="0" lang="en-US" sz="10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3" name="PlaceHolder 1"/>
          <p:cNvSpPr>
            <a:spLocks noGrp="1"/>
          </p:cNvSpPr>
          <p:nvPr>
            <p:ph type="title"/>
          </p:nvPr>
        </p:nvSpPr>
        <p:spPr>
          <a:xfrm>
            <a:off x="729360" y="572040"/>
            <a:ext cx="7688520" cy="53496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t">
            <a:normAutofit fontScale="88000"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l" sz="2600" spc="-1" strike="noStrike">
                <a:solidFill>
                  <a:schemeClr val="dk2"/>
                </a:solidFill>
                <a:latin typeface="Lato"/>
                <a:ea typeface="Lato"/>
              </a:rPr>
              <a:t>Big Questions, Big Oh(s)</a:t>
            </a:r>
            <a:endParaRPr b="0" lang="en-US" sz="2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34" name="PlaceHolder 2"/>
          <p:cNvSpPr>
            <a:spLocks noGrp="1"/>
          </p:cNvSpPr>
          <p:nvPr>
            <p:ph/>
          </p:nvPr>
        </p:nvSpPr>
        <p:spPr>
          <a:xfrm>
            <a:off x="729360" y="1378080"/>
            <a:ext cx="7688520" cy="296172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t">
            <a:normAutofit/>
          </a:bodyPr>
          <a:p>
            <a:pPr marL="457200" indent="-330120">
              <a:lnSpc>
                <a:spcPct val="115000"/>
              </a:lnSpc>
              <a:buClr>
                <a:srgbClr val="595959"/>
              </a:buClr>
              <a:buFont typeface="Lato"/>
              <a:buChar char="●"/>
            </a:pPr>
            <a:r>
              <a:rPr b="0" lang="el" sz="1600" spc="-1" strike="noStrike">
                <a:solidFill>
                  <a:schemeClr val="accent1"/>
                </a:solidFill>
                <a:latin typeface="Lato"/>
                <a:ea typeface="Lato"/>
              </a:rPr>
              <a:t>What would be a reasonably “elementary” operation for you?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lvl="1" marL="914400" indent="-330120">
              <a:lnSpc>
                <a:spcPct val="115000"/>
              </a:lnSpc>
              <a:buClr>
                <a:srgbClr val="595959"/>
              </a:buClr>
              <a:buFont typeface="Lato"/>
              <a:buChar char="○"/>
            </a:pPr>
            <a:r>
              <a:rPr b="0" lang="el" sz="1600" spc="-1" strike="noStrike">
                <a:solidFill>
                  <a:schemeClr val="accent1"/>
                </a:solidFill>
                <a:latin typeface="Lato"/>
                <a:ea typeface="Lato"/>
              </a:rPr>
              <a:t>Walking?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lvl="1" marL="914400" indent="-330120">
              <a:lnSpc>
                <a:spcPct val="115000"/>
              </a:lnSpc>
              <a:buClr>
                <a:srgbClr val="595959"/>
              </a:buClr>
              <a:buFont typeface="Lato"/>
              <a:buChar char="○"/>
            </a:pPr>
            <a:r>
              <a:rPr b="0" lang="el" sz="1600" spc="-1" strike="noStrike">
                <a:solidFill>
                  <a:schemeClr val="accent1"/>
                </a:solidFill>
                <a:latin typeface="Lato"/>
                <a:ea typeface="Lato"/>
              </a:rPr>
              <a:t>Breathing?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lvl="1" marL="914400" indent="-330120">
              <a:lnSpc>
                <a:spcPct val="115000"/>
              </a:lnSpc>
              <a:buClr>
                <a:srgbClr val="595959"/>
              </a:buClr>
              <a:buFont typeface="Lato"/>
              <a:buChar char="○"/>
            </a:pPr>
            <a:r>
              <a:rPr b="0" lang="el" sz="1600" spc="-1" strike="noStrike">
                <a:solidFill>
                  <a:schemeClr val="accent1"/>
                </a:solidFill>
                <a:latin typeface="Lato"/>
                <a:ea typeface="Lato"/>
              </a:rPr>
              <a:t>Heart-beats?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lvl="1" marL="914400" indent="-330120">
              <a:lnSpc>
                <a:spcPct val="115000"/>
              </a:lnSpc>
              <a:buClr>
                <a:srgbClr val="595959"/>
              </a:buClr>
              <a:buFont typeface="Lato"/>
              <a:buChar char="○"/>
            </a:pPr>
            <a:r>
              <a:rPr b="0" lang="el" sz="1600" spc="-1" strike="noStrike">
                <a:solidFill>
                  <a:schemeClr val="accent1"/>
                </a:solidFill>
                <a:latin typeface="Lato"/>
                <a:ea typeface="Lato"/>
              </a:rPr>
              <a:t>Cellular respiration?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lvl="1" marL="914400" indent="-330120">
              <a:lnSpc>
                <a:spcPct val="115000"/>
              </a:lnSpc>
              <a:buClr>
                <a:srgbClr val="595959"/>
              </a:buClr>
              <a:buFont typeface="Lato"/>
              <a:buChar char="○"/>
            </a:pPr>
            <a:r>
              <a:rPr b="0" lang="el" sz="1600" spc="-1" strike="noStrike">
                <a:solidFill>
                  <a:schemeClr val="accent1"/>
                </a:solidFill>
                <a:latin typeface="Lato"/>
                <a:ea typeface="Lato"/>
              </a:rPr>
              <a:t>Protein expression?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lvl="1" marL="914400" indent="-330120">
              <a:lnSpc>
                <a:spcPct val="115000"/>
              </a:lnSpc>
              <a:buClr>
                <a:srgbClr val="595959"/>
              </a:buClr>
              <a:buFont typeface="Lato"/>
              <a:buChar char="○"/>
            </a:pPr>
            <a:r>
              <a:rPr b="0" lang="el" sz="1600" spc="-1" strike="noStrike">
                <a:solidFill>
                  <a:schemeClr val="accent1"/>
                </a:solidFill>
                <a:latin typeface="Lato"/>
                <a:ea typeface="Lato"/>
              </a:rPr>
              <a:t>…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marL="457200" indent="-330120">
              <a:lnSpc>
                <a:spcPct val="115000"/>
              </a:lnSpc>
              <a:buClr>
                <a:srgbClr val="595959"/>
              </a:buClr>
              <a:buFont typeface="Lato"/>
              <a:buChar char="●"/>
            </a:pPr>
            <a:r>
              <a:rPr b="0" lang="el" sz="1600" spc="-1" strike="noStrike">
                <a:solidFill>
                  <a:schemeClr val="accent1"/>
                </a:solidFill>
                <a:latin typeface="Lato"/>
                <a:ea typeface="Lato"/>
              </a:rPr>
              <a:t>There’s no clear answer, as you see.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marL="457200" indent="-330120">
              <a:lnSpc>
                <a:spcPct val="115000"/>
              </a:lnSpc>
              <a:buClr>
                <a:srgbClr val="595959"/>
              </a:buClr>
              <a:buFont typeface="Lato"/>
              <a:buChar char="●"/>
            </a:pPr>
            <a:r>
              <a:rPr b="0" lang="el" sz="1600" spc="-1" strike="noStrike">
                <a:solidFill>
                  <a:schemeClr val="accent1"/>
                </a:solidFill>
                <a:latin typeface="Lato"/>
                <a:ea typeface="Lato"/>
              </a:rPr>
              <a:t>What about a computer?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35" name="PlaceHolder 3"/>
          <p:cNvSpPr>
            <a:spLocks noGrp="1"/>
          </p:cNvSpPr>
          <p:nvPr>
            <p:ph type="sldNum" idx="46"/>
          </p:nvPr>
        </p:nvSpPr>
        <p:spPr>
          <a:xfrm>
            <a:off x="8536320" y="4749840"/>
            <a:ext cx="548280" cy="39312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ctr">
            <a:norm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l" sz="1000" spc="-1" strike="noStrike">
                <a:solidFill>
                  <a:schemeClr val="accent1"/>
                </a:solidFill>
                <a:latin typeface="Lato"/>
                <a:ea typeface="Lato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7DBF5DE1-BE36-4EC4-943F-EEE53EFCC39C}" type="slidenum">
              <a:rPr b="0" lang="el" sz="1000" spc="-1" strike="noStrike">
                <a:solidFill>
                  <a:schemeClr val="accent1"/>
                </a:solidFill>
                <a:latin typeface="Lato"/>
                <a:ea typeface="Lato"/>
              </a:rPr>
              <a:t>42</a:t>
            </a:fld>
            <a:endParaRPr b="0" lang="en-US" sz="10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625" dur="indefinite" restart="never" nodeType="tmRoot">
          <p:childTnLst>
            <p:seq>
              <p:cTn id="626" dur="indefinite" nodeType="mainSeq">
                <p:childTnLst>
                  <p:par>
                    <p:cTn id="627" fill="hold">
                      <p:stCondLst>
                        <p:cond delay="indefinite"/>
                      </p:stCondLst>
                      <p:childTnLst>
                        <p:par>
                          <p:cTn id="628" fill="hold">
                            <p:stCondLst>
                              <p:cond delay="0"/>
                            </p:stCondLst>
                            <p:childTnLst>
                              <p:par>
                                <p:cTn id="629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1" fill="hold">
                      <p:stCondLst>
                        <p:cond delay="indefinite"/>
                      </p:stCondLst>
                      <p:childTnLst>
                        <p:par>
                          <p:cTn id="632" fill="hold">
                            <p:stCondLst>
                              <p:cond delay="0"/>
                            </p:stCondLst>
                            <p:childTnLst>
                              <p:par>
                                <p:cTn id="633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5" fill="hold">
                      <p:stCondLst>
                        <p:cond delay="indefinite"/>
                      </p:stCondLst>
                      <p:childTnLst>
                        <p:par>
                          <p:cTn id="636" fill="hold">
                            <p:stCondLst>
                              <p:cond delay="0"/>
                            </p:stCondLst>
                            <p:childTnLst>
                              <p:par>
                                <p:cTn id="637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9" fill="hold">
                      <p:stCondLst>
                        <p:cond delay="indefinite"/>
                      </p:stCondLst>
                      <p:childTnLst>
                        <p:par>
                          <p:cTn id="640" fill="hold">
                            <p:stCondLst>
                              <p:cond delay="0"/>
                            </p:stCondLst>
                            <p:childTnLst>
                              <p:par>
                                <p:cTn id="641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3" fill="hold">
                      <p:stCondLst>
                        <p:cond delay="indefinite"/>
                      </p:stCondLst>
                      <p:childTnLst>
                        <p:par>
                          <p:cTn id="644" fill="hold">
                            <p:stCondLst>
                              <p:cond delay="0"/>
                            </p:stCondLst>
                            <p:childTnLst>
                              <p:par>
                                <p:cTn id="645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7" fill="hold">
                      <p:stCondLst>
                        <p:cond delay="indefinite"/>
                      </p:stCondLst>
                      <p:childTnLst>
                        <p:par>
                          <p:cTn id="648" fill="hold">
                            <p:stCondLst>
                              <p:cond delay="0"/>
                            </p:stCondLst>
                            <p:childTnLst>
                              <p:par>
                                <p:cTn id="649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1" fill="hold">
                      <p:stCondLst>
                        <p:cond delay="indefinite"/>
                      </p:stCondLst>
                      <p:childTnLst>
                        <p:par>
                          <p:cTn id="652" fill="hold">
                            <p:stCondLst>
                              <p:cond delay="0"/>
                            </p:stCondLst>
                            <p:childTnLst>
                              <p:par>
                                <p:cTn id="653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5" fill="hold">
                      <p:stCondLst>
                        <p:cond delay="indefinite"/>
                      </p:stCondLst>
                      <p:childTnLst>
                        <p:par>
                          <p:cTn id="656" fill="hold">
                            <p:stCondLst>
                              <p:cond delay="0"/>
                            </p:stCondLst>
                            <p:childTnLst>
                              <p:par>
                                <p:cTn id="657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9" fill="hold">
                      <p:stCondLst>
                        <p:cond delay="indefinite"/>
                      </p:stCondLst>
                      <p:childTnLst>
                        <p:par>
                          <p:cTn id="660" fill="hold">
                            <p:stCondLst>
                              <p:cond delay="0"/>
                            </p:stCondLst>
                            <p:childTnLst>
                              <p:par>
                                <p:cTn id="661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6" name="PlaceHolder 1"/>
          <p:cNvSpPr>
            <a:spLocks noGrp="1"/>
          </p:cNvSpPr>
          <p:nvPr>
            <p:ph type="title"/>
          </p:nvPr>
        </p:nvSpPr>
        <p:spPr>
          <a:xfrm>
            <a:off x="729360" y="572040"/>
            <a:ext cx="7688520" cy="53496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t">
            <a:normAutofit fontScale="88000"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l" sz="2600" spc="-1" strike="noStrike">
                <a:solidFill>
                  <a:schemeClr val="dk2"/>
                </a:solidFill>
                <a:latin typeface="Lato"/>
                <a:ea typeface="Lato"/>
              </a:rPr>
              <a:t>Big Questions, Big Oh(s)</a:t>
            </a:r>
            <a:endParaRPr b="0" lang="en-US" sz="2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37" name="PlaceHolder 2"/>
          <p:cNvSpPr>
            <a:spLocks noGrp="1"/>
          </p:cNvSpPr>
          <p:nvPr>
            <p:ph/>
          </p:nvPr>
        </p:nvSpPr>
        <p:spPr>
          <a:xfrm>
            <a:off x="729360" y="1378080"/>
            <a:ext cx="7688520" cy="296172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t">
            <a:normAutofit fontScale="99000"/>
          </a:bodyPr>
          <a:p>
            <a:pPr marL="452520" indent="-326520">
              <a:lnSpc>
                <a:spcPct val="115000"/>
              </a:lnSpc>
              <a:buClr>
                <a:srgbClr val="595959"/>
              </a:buClr>
              <a:buFont typeface="Lato"/>
              <a:buChar char="●"/>
            </a:pPr>
            <a:r>
              <a:rPr b="0" lang="el" sz="1600" spc="-1" strike="noStrike">
                <a:solidFill>
                  <a:schemeClr val="accent1"/>
                </a:solidFill>
                <a:latin typeface="Lato"/>
                <a:ea typeface="Lato"/>
              </a:rPr>
              <a:t>Well, some elementary computer things might include: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lvl="1" marL="905040" indent="-326520">
              <a:lnSpc>
                <a:spcPct val="115000"/>
              </a:lnSpc>
              <a:buClr>
                <a:srgbClr val="595959"/>
              </a:buClr>
              <a:buFont typeface="Lato"/>
              <a:buChar char="○"/>
            </a:pPr>
            <a:r>
              <a:rPr b="0" lang="el" sz="1600" spc="-1" strike="noStrike">
                <a:solidFill>
                  <a:schemeClr val="accent1"/>
                </a:solidFill>
                <a:latin typeface="Lato"/>
                <a:ea typeface="Lato"/>
              </a:rPr>
              <a:t>Multiplication?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lvl="1" marL="905040" indent="-326520">
              <a:lnSpc>
                <a:spcPct val="115000"/>
              </a:lnSpc>
              <a:buClr>
                <a:srgbClr val="595959"/>
              </a:buClr>
              <a:buFont typeface="Lato"/>
              <a:buChar char="○"/>
            </a:pPr>
            <a:r>
              <a:rPr b="0" lang="el" sz="1600" spc="-1" strike="noStrike">
                <a:solidFill>
                  <a:schemeClr val="accent1"/>
                </a:solidFill>
                <a:latin typeface="Lato"/>
                <a:ea typeface="Lato"/>
              </a:rPr>
              <a:t>Addition?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lvl="1" marL="905040" indent="-326520">
              <a:lnSpc>
                <a:spcPct val="115000"/>
              </a:lnSpc>
              <a:buClr>
                <a:srgbClr val="595959"/>
              </a:buClr>
              <a:buFont typeface="Lato"/>
              <a:buChar char="○"/>
            </a:pPr>
            <a:r>
              <a:rPr b="0" lang="el" sz="1600" spc="-1" strike="noStrike">
                <a:solidFill>
                  <a:schemeClr val="accent1"/>
                </a:solidFill>
                <a:latin typeface="Lato"/>
                <a:ea typeface="Lato"/>
              </a:rPr>
              <a:t>Comparison?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lvl="1" marL="905040" indent="-326520">
              <a:lnSpc>
                <a:spcPct val="115000"/>
              </a:lnSpc>
              <a:buClr>
                <a:srgbClr val="595959"/>
              </a:buClr>
              <a:buFont typeface="Lato"/>
              <a:buChar char="○"/>
            </a:pPr>
            <a:r>
              <a:rPr b="0" lang="el" sz="1600" spc="-1" strike="noStrike">
                <a:solidFill>
                  <a:schemeClr val="accent1"/>
                </a:solidFill>
                <a:latin typeface="Lato"/>
                <a:ea typeface="Lato"/>
              </a:rPr>
              <a:t>Accessing memory locations?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lvl="1" marL="905040" indent="-326520">
              <a:lnSpc>
                <a:spcPct val="115000"/>
              </a:lnSpc>
              <a:buClr>
                <a:srgbClr val="595959"/>
              </a:buClr>
              <a:buFont typeface="Lato"/>
              <a:buChar char="○"/>
            </a:pPr>
            <a:r>
              <a:rPr b="0" lang="el" sz="1600" spc="-1" strike="noStrike">
                <a:solidFill>
                  <a:schemeClr val="accent1"/>
                </a:solidFill>
                <a:latin typeface="Lato"/>
                <a:ea typeface="Lato"/>
              </a:rPr>
              <a:t>Bit shifts?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lvl="1" marL="905040" indent="-326520">
              <a:lnSpc>
                <a:spcPct val="115000"/>
              </a:lnSpc>
              <a:buClr>
                <a:srgbClr val="595959"/>
              </a:buClr>
              <a:buFont typeface="Lato"/>
              <a:buChar char="○"/>
            </a:pPr>
            <a:r>
              <a:rPr b="0" lang="el" sz="1600" spc="-1" strike="noStrike">
                <a:solidFill>
                  <a:schemeClr val="accent1"/>
                </a:solidFill>
                <a:latin typeface="Lato"/>
                <a:ea typeface="Lato"/>
              </a:rPr>
              <a:t>…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marL="452520" indent="-326520">
              <a:lnSpc>
                <a:spcPct val="115000"/>
              </a:lnSpc>
              <a:buClr>
                <a:srgbClr val="595959"/>
              </a:buClr>
              <a:buFont typeface="Lato"/>
              <a:buChar char="●"/>
            </a:pPr>
            <a:r>
              <a:rPr b="0" lang="el" sz="1600" spc="-1" strike="noStrike">
                <a:solidFill>
                  <a:schemeClr val="accent1"/>
                </a:solidFill>
                <a:latin typeface="Lato"/>
                <a:ea typeface="Lato"/>
              </a:rPr>
              <a:t>There’s no clear answer, as you see (^.-).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marL="452520" indent="-326520">
              <a:lnSpc>
                <a:spcPct val="115000"/>
              </a:lnSpc>
              <a:buClr>
                <a:srgbClr val="595959"/>
              </a:buClr>
              <a:buFont typeface="Lato"/>
              <a:buChar char="●"/>
            </a:pPr>
            <a:r>
              <a:rPr b="0" lang="el" sz="1600" spc="-1" strike="noStrike">
                <a:solidFill>
                  <a:schemeClr val="accent1"/>
                </a:solidFill>
                <a:latin typeface="Lato"/>
                <a:ea typeface="Lato"/>
              </a:rPr>
              <a:t>However, this is no real problem when it comes to comparing algorithms.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marL="452520" indent="-326520">
              <a:lnSpc>
                <a:spcPct val="115000"/>
              </a:lnSpc>
              <a:buClr>
                <a:srgbClr val="595959"/>
              </a:buClr>
              <a:buFont typeface="Lato"/>
              <a:buChar char="●"/>
            </a:pPr>
            <a:r>
              <a:rPr b="0" lang="el" sz="1600" spc="-1" strike="noStrike">
                <a:solidFill>
                  <a:schemeClr val="accent1"/>
                </a:solidFill>
                <a:latin typeface="Lato"/>
                <a:ea typeface="Lato"/>
              </a:rPr>
              <a:t>Why?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38" name="PlaceHolder 3"/>
          <p:cNvSpPr>
            <a:spLocks noGrp="1"/>
          </p:cNvSpPr>
          <p:nvPr>
            <p:ph type="sldNum" idx="47"/>
          </p:nvPr>
        </p:nvSpPr>
        <p:spPr>
          <a:xfrm>
            <a:off x="8536320" y="4749840"/>
            <a:ext cx="548280" cy="39312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ctr">
            <a:norm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l" sz="1000" spc="-1" strike="noStrike">
                <a:solidFill>
                  <a:schemeClr val="accent1"/>
                </a:solidFill>
                <a:latin typeface="Lato"/>
                <a:ea typeface="Lato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DED06F92-4B70-42E6-A997-CB391A08C59C}" type="slidenum">
              <a:rPr b="0" lang="el" sz="1000" spc="-1" strike="noStrike">
                <a:solidFill>
                  <a:schemeClr val="accent1"/>
                </a:solidFill>
                <a:latin typeface="Lato"/>
                <a:ea typeface="Lato"/>
              </a:rPr>
              <a:t>43</a:t>
            </a:fld>
            <a:endParaRPr b="0" lang="en-US" sz="10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663" dur="indefinite" restart="never" nodeType="tmRoot">
          <p:childTnLst>
            <p:seq>
              <p:cTn id="664" dur="indefinite" nodeType="mainSeq">
                <p:childTnLst>
                  <p:par>
                    <p:cTn id="665" fill="hold">
                      <p:stCondLst>
                        <p:cond delay="indefinite"/>
                      </p:stCondLst>
                      <p:childTnLst>
                        <p:par>
                          <p:cTn id="666" fill="hold">
                            <p:stCondLst>
                              <p:cond delay="0"/>
                            </p:stCondLst>
                            <p:childTnLst>
                              <p:par>
                                <p:cTn id="667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9" fill="hold">
                      <p:stCondLst>
                        <p:cond delay="indefinite"/>
                      </p:stCondLst>
                      <p:childTnLst>
                        <p:par>
                          <p:cTn id="670" fill="hold">
                            <p:stCondLst>
                              <p:cond delay="0"/>
                            </p:stCondLst>
                            <p:childTnLst>
                              <p:par>
                                <p:cTn id="671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3" fill="hold">
                      <p:stCondLst>
                        <p:cond delay="indefinite"/>
                      </p:stCondLst>
                      <p:childTnLst>
                        <p:par>
                          <p:cTn id="674" fill="hold">
                            <p:stCondLst>
                              <p:cond delay="0"/>
                            </p:stCondLst>
                            <p:childTnLst>
                              <p:par>
                                <p:cTn id="675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7" fill="hold">
                      <p:stCondLst>
                        <p:cond delay="indefinite"/>
                      </p:stCondLst>
                      <p:childTnLst>
                        <p:par>
                          <p:cTn id="678" fill="hold">
                            <p:stCondLst>
                              <p:cond delay="0"/>
                            </p:stCondLst>
                            <p:childTnLst>
                              <p:par>
                                <p:cTn id="679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1" fill="hold">
                      <p:stCondLst>
                        <p:cond delay="indefinite"/>
                      </p:stCondLst>
                      <p:childTnLst>
                        <p:par>
                          <p:cTn id="682" fill="hold">
                            <p:stCondLst>
                              <p:cond delay="0"/>
                            </p:stCondLst>
                            <p:childTnLst>
                              <p:par>
                                <p:cTn id="683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5" fill="hold">
                      <p:stCondLst>
                        <p:cond delay="indefinite"/>
                      </p:stCondLst>
                      <p:childTnLst>
                        <p:par>
                          <p:cTn id="686" fill="hold">
                            <p:stCondLst>
                              <p:cond delay="0"/>
                            </p:stCondLst>
                            <p:childTnLst>
                              <p:par>
                                <p:cTn id="687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9" fill="hold">
                      <p:stCondLst>
                        <p:cond delay="indefinite"/>
                      </p:stCondLst>
                      <p:childTnLst>
                        <p:par>
                          <p:cTn id="690" fill="hold">
                            <p:stCondLst>
                              <p:cond delay="0"/>
                            </p:stCondLst>
                            <p:childTnLst>
                              <p:par>
                                <p:cTn id="691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3" fill="hold">
                      <p:stCondLst>
                        <p:cond delay="indefinite"/>
                      </p:stCondLst>
                      <p:childTnLst>
                        <p:par>
                          <p:cTn id="694" fill="hold">
                            <p:stCondLst>
                              <p:cond delay="0"/>
                            </p:stCondLst>
                            <p:childTnLst>
                              <p:par>
                                <p:cTn id="695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7" fill="hold">
                      <p:stCondLst>
                        <p:cond delay="indefinite"/>
                      </p:stCondLst>
                      <p:childTnLst>
                        <p:par>
                          <p:cTn id="698" fill="hold">
                            <p:stCondLst>
                              <p:cond delay="0"/>
                            </p:stCondLst>
                            <p:childTnLst>
                              <p:par>
                                <p:cTn id="699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1" fill="hold">
                      <p:stCondLst>
                        <p:cond delay="indefinite"/>
                      </p:stCondLst>
                      <p:childTnLst>
                        <p:par>
                          <p:cTn id="702" fill="hold">
                            <p:stCondLst>
                              <p:cond delay="0"/>
                            </p:stCondLst>
                            <p:childTnLst>
                              <p:par>
                                <p:cTn id="703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9" name="PlaceHolder 1"/>
          <p:cNvSpPr>
            <a:spLocks noGrp="1"/>
          </p:cNvSpPr>
          <p:nvPr>
            <p:ph type="title"/>
          </p:nvPr>
        </p:nvSpPr>
        <p:spPr>
          <a:xfrm>
            <a:off x="729360" y="572040"/>
            <a:ext cx="7688520" cy="53496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t">
            <a:normAutofit fontScale="88000"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l" sz="2600" spc="-1" strike="noStrike">
                <a:solidFill>
                  <a:schemeClr val="dk2"/>
                </a:solidFill>
                <a:latin typeface="Lato"/>
                <a:ea typeface="Lato"/>
              </a:rPr>
              <a:t>Big Questions, Big Oh(s)</a:t>
            </a:r>
            <a:endParaRPr b="0" lang="en-US" sz="2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40" name="PlaceHolder 2"/>
          <p:cNvSpPr>
            <a:spLocks noGrp="1"/>
          </p:cNvSpPr>
          <p:nvPr>
            <p:ph/>
          </p:nvPr>
        </p:nvSpPr>
        <p:spPr>
          <a:xfrm>
            <a:off x="729360" y="1378080"/>
            <a:ext cx="7688520" cy="296172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t">
            <a:normAutofit/>
          </a:bodyPr>
          <a:p>
            <a:pPr marL="457200" indent="-330120">
              <a:lnSpc>
                <a:spcPct val="115000"/>
              </a:lnSpc>
              <a:buClr>
                <a:srgbClr val="595959"/>
              </a:buClr>
              <a:buFont typeface="Lato"/>
              <a:buChar char="●"/>
            </a:pPr>
            <a:r>
              <a:rPr b="0" lang="el" sz="1600" spc="-1" strike="noStrike">
                <a:solidFill>
                  <a:schemeClr val="accent1"/>
                </a:solidFill>
                <a:latin typeface="Lato"/>
                <a:ea typeface="Lato"/>
              </a:rPr>
              <a:t>Consider Bubble sort and Merge sort from before.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marL="457200" indent="-330120">
              <a:lnSpc>
                <a:spcPct val="115000"/>
              </a:lnSpc>
              <a:buClr>
                <a:srgbClr val="595959"/>
              </a:buClr>
              <a:buFont typeface="Lato"/>
              <a:buChar char="●"/>
            </a:pPr>
            <a:r>
              <a:rPr b="0" lang="el" sz="1600" spc="-1" strike="noStrike">
                <a:solidFill>
                  <a:schemeClr val="accent1"/>
                </a:solidFill>
                <a:latin typeface="Lato"/>
                <a:ea typeface="Lato"/>
              </a:rPr>
              <a:t>Assume that our elementary operation is accessing an element in the array to move it around etc.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marL="457200" indent="-330120">
              <a:lnSpc>
                <a:spcPct val="115000"/>
              </a:lnSpc>
              <a:buClr>
                <a:srgbClr val="595959"/>
              </a:buClr>
              <a:buFont typeface="Lato"/>
              <a:buChar char="●"/>
            </a:pPr>
            <a:r>
              <a:rPr b="0" lang="el" sz="1600" spc="-1" strike="noStrike">
                <a:solidFill>
                  <a:schemeClr val="accent1"/>
                </a:solidFill>
                <a:latin typeface="Lato"/>
                <a:ea typeface="Lato"/>
              </a:rPr>
              <a:t>If we remain faithful to our decision, we can compare our algorithms on that basis - it would be unfair to use different elementary operations for each algorithm.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marL="457200" indent="-330120">
              <a:lnSpc>
                <a:spcPct val="115000"/>
              </a:lnSpc>
              <a:buClr>
                <a:srgbClr val="595959"/>
              </a:buClr>
              <a:buFont typeface="Lato"/>
              <a:buChar char="●"/>
            </a:pPr>
            <a:r>
              <a:rPr b="0" lang="el" sz="1600" spc="-1" strike="noStrike">
                <a:solidFill>
                  <a:schemeClr val="accent1"/>
                </a:solidFill>
                <a:latin typeface="Lato"/>
                <a:ea typeface="Lato"/>
              </a:rPr>
              <a:t>We can prove this formally, but, do we want to?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41" name="PlaceHolder 3"/>
          <p:cNvSpPr>
            <a:spLocks noGrp="1"/>
          </p:cNvSpPr>
          <p:nvPr>
            <p:ph type="sldNum" idx="48"/>
          </p:nvPr>
        </p:nvSpPr>
        <p:spPr>
          <a:xfrm>
            <a:off x="8536320" y="4749840"/>
            <a:ext cx="548280" cy="39312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ctr">
            <a:norm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l" sz="1000" spc="-1" strike="noStrike">
                <a:solidFill>
                  <a:schemeClr val="accent1"/>
                </a:solidFill>
                <a:latin typeface="Lato"/>
                <a:ea typeface="Lato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EA0B1559-A687-41E1-8E6F-5E71B349723A}" type="slidenum">
              <a:rPr b="0" lang="el" sz="1000" spc="-1" strike="noStrike">
                <a:solidFill>
                  <a:schemeClr val="accent1"/>
                </a:solidFill>
                <a:latin typeface="Lato"/>
                <a:ea typeface="Lato"/>
              </a:rPr>
              <a:t>44</a:t>
            </a:fld>
            <a:endParaRPr b="0" lang="en-US" sz="10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705" dur="indefinite" restart="never" nodeType="tmRoot">
          <p:childTnLst>
            <p:seq>
              <p:cTn id="706" dur="indefinite" nodeType="mainSeq">
                <p:childTnLst>
                  <p:par>
                    <p:cTn id="707" fill="hold">
                      <p:stCondLst>
                        <p:cond delay="indefinite"/>
                      </p:stCondLst>
                      <p:childTnLst>
                        <p:par>
                          <p:cTn id="708" fill="hold">
                            <p:stCondLst>
                              <p:cond delay="0"/>
                            </p:stCondLst>
                            <p:childTnLst>
                              <p:par>
                                <p:cTn id="709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1" fill="hold">
                      <p:stCondLst>
                        <p:cond delay="indefinite"/>
                      </p:stCondLst>
                      <p:childTnLst>
                        <p:par>
                          <p:cTn id="712" fill="hold">
                            <p:stCondLst>
                              <p:cond delay="0"/>
                            </p:stCondLst>
                            <p:childTnLst>
                              <p:par>
                                <p:cTn id="713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5" fill="hold">
                      <p:stCondLst>
                        <p:cond delay="indefinite"/>
                      </p:stCondLst>
                      <p:childTnLst>
                        <p:par>
                          <p:cTn id="716" fill="hold">
                            <p:stCondLst>
                              <p:cond delay="0"/>
                            </p:stCondLst>
                            <p:childTnLst>
                              <p:par>
                                <p:cTn id="717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9" fill="hold">
                      <p:stCondLst>
                        <p:cond delay="indefinite"/>
                      </p:stCondLst>
                      <p:childTnLst>
                        <p:par>
                          <p:cTn id="720" fill="hold">
                            <p:stCondLst>
                              <p:cond delay="0"/>
                            </p:stCondLst>
                            <p:childTnLst>
                              <p:par>
                                <p:cTn id="721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2" name="PlaceHolder 1"/>
          <p:cNvSpPr>
            <a:spLocks noGrp="1"/>
          </p:cNvSpPr>
          <p:nvPr>
            <p:ph type="title"/>
          </p:nvPr>
        </p:nvSpPr>
        <p:spPr>
          <a:xfrm>
            <a:off x="729360" y="572040"/>
            <a:ext cx="7688520" cy="53496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t">
            <a:normAutofit fontScale="88000"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l" sz="2600" spc="-1" strike="noStrike">
                <a:solidFill>
                  <a:schemeClr val="dk2"/>
                </a:solidFill>
                <a:latin typeface="Lato"/>
                <a:ea typeface="Lato"/>
              </a:rPr>
              <a:t>Time Complexity: Bubble sort</a:t>
            </a:r>
            <a:endParaRPr b="0" lang="en-US" sz="2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43" name="PlaceHolder 2"/>
          <p:cNvSpPr>
            <a:spLocks noGrp="1"/>
          </p:cNvSpPr>
          <p:nvPr>
            <p:ph/>
          </p:nvPr>
        </p:nvSpPr>
        <p:spPr>
          <a:xfrm>
            <a:off x="729360" y="1378080"/>
            <a:ext cx="7688520" cy="376524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t">
            <a:normAutofit/>
          </a:bodyPr>
          <a:p>
            <a:pPr marL="457200" indent="-330120">
              <a:lnSpc>
                <a:spcPct val="115000"/>
              </a:lnSpc>
              <a:buClr>
                <a:srgbClr val="595959"/>
              </a:buClr>
              <a:buFont typeface="Lato"/>
              <a:buChar char="●"/>
            </a:pPr>
            <a:r>
              <a:rPr b="0" lang="el" sz="1600" spc="-1" strike="noStrike">
                <a:solidFill>
                  <a:schemeClr val="accent1"/>
                </a:solidFill>
                <a:latin typeface="Lato"/>
                <a:ea typeface="Lato"/>
              </a:rPr>
              <a:t>Consider a list of </a:t>
            </a:r>
            <a:r>
              <a:rPr b="1" lang="el" sz="1600" spc="-1" strike="noStrike">
                <a:solidFill>
                  <a:schemeClr val="accent3"/>
                </a:solidFill>
                <a:latin typeface="Lato"/>
                <a:ea typeface="Lato"/>
              </a:rPr>
              <a:t>10</a:t>
            </a:r>
            <a:r>
              <a:rPr b="0" lang="el" sz="1600" spc="-1" strike="noStrike">
                <a:solidFill>
                  <a:schemeClr val="accent1"/>
                </a:solidFill>
                <a:latin typeface="Lato"/>
                <a:ea typeface="Lato"/>
              </a:rPr>
              <a:t> elements that is the worst case scenario for bubble sort (i.e., we need to take as many steps as possible).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lvl="1" marL="914400" indent="-330120">
              <a:lnSpc>
                <a:spcPct val="115000"/>
              </a:lnSpc>
              <a:buClr>
                <a:srgbClr val="595959"/>
              </a:buClr>
              <a:buFont typeface="Lato"/>
              <a:buChar char="○"/>
            </a:pPr>
            <a:r>
              <a:rPr b="0" lang="el" sz="1600" spc="-1" strike="noStrike">
                <a:solidFill>
                  <a:schemeClr val="accent1"/>
                </a:solidFill>
                <a:latin typeface="Lato"/>
                <a:ea typeface="Lato"/>
              </a:rPr>
              <a:t>At the first iteration we need to run throughout all the elements of the list, so we need to make roughly </a:t>
            </a:r>
            <a:r>
              <a:rPr b="1" lang="el" sz="1600" spc="-1" strike="noStrike">
                <a:solidFill>
                  <a:schemeClr val="accent3"/>
                </a:solidFill>
                <a:latin typeface="Lato"/>
                <a:ea typeface="Lato"/>
              </a:rPr>
              <a:t>10</a:t>
            </a:r>
            <a:r>
              <a:rPr b="0" lang="el" sz="1600" spc="-1" strike="noStrike">
                <a:solidFill>
                  <a:schemeClr val="accent1"/>
                </a:solidFill>
                <a:latin typeface="Lato"/>
                <a:ea typeface="Lato"/>
              </a:rPr>
              <a:t> elementary operations (EO).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lvl="1" marL="914400" indent="-330120">
              <a:lnSpc>
                <a:spcPct val="115000"/>
              </a:lnSpc>
              <a:buClr>
                <a:srgbClr val="595959"/>
              </a:buClr>
              <a:buFont typeface="Lato"/>
              <a:buChar char="○"/>
            </a:pPr>
            <a:r>
              <a:rPr b="0" lang="el" sz="1600" spc="-1" strike="noStrike">
                <a:solidFill>
                  <a:schemeClr val="accent1"/>
                </a:solidFill>
                <a:latin typeface="Lato"/>
                <a:ea typeface="Lato"/>
              </a:rPr>
              <a:t>Next, we need to make one less, since the last element is fixed, so </a:t>
            </a:r>
            <a:r>
              <a:rPr b="1" lang="el" sz="1600" spc="-1" strike="noStrike">
                <a:solidFill>
                  <a:schemeClr val="accent3"/>
                </a:solidFill>
                <a:latin typeface="Lato"/>
                <a:ea typeface="Lato"/>
              </a:rPr>
              <a:t>10</a:t>
            </a:r>
            <a:r>
              <a:rPr b="0" lang="el" sz="1600" spc="-1" strike="noStrike">
                <a:solidFill>
                  <a:schemeClr val="accent1"/>
                </a:solidFill>
                <a:latin typeface="Lato"/>
                <a:ea typeface="Lato"/>
              </a:rPr>
              <a:t> </a:t>
            </a:r>
            <a:r>
              <a:rPr b="1" lang="el" sz="1600" spc="-1" strike="noStrike">
                <a:solidFill>
                  <a:schemeClr val="accent1"/>
                </a:solidFill>
                <a:latin typeface="Lato"/>
                <a:ea typeface="Lato"/>
              </a:rPr>
              <a:t>- 1</a:t>
            </a:r>
            <a:r>
              <a:rPr b="0" lang="el" sz="1600" spc="-1" strike="noStrike">
                <a:solidFill>
                  <a:schemeClr val="accent1"/>
                </a:solidFill>
                <a:latin typeface="Lato"/>
                <a:ea typeface="Lato"/>
              </a:rPr>
              <a:t> EO.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lvl="1" marL="914400" indent="-330120">
              <a:lnSpc>
                <a:spcPct val="115000"/>
              </a:lnSpc>
              <a:buClr>
                <a:srgbClr val="595959"/>
              </a:buClr>
              <a:buFont typeface="Lato"/>
              <a:buChar char="○"/>
            </a:pPr>
            <a:r>
              <a:rPr b="0" lang="el" sz="1600" spc="-1" strike="noStrike">
                <a:solidFill>
                  <a:schemeClr val="accent1"/>
                </a:solidFill>
                <a:latin typeface="Lato"/>
                <a:ea typeface="Lato"/>
              </a:rPr>
              <a:t>Next, we need to make one less, since the last two elements are fixed, so </a:t>
            </a:r>
            <a:r>
              <a:rPr b="1" lang="el" sz="1600" spc="-1" strike="noStrike">
                <a:solidFill>
                  <a:schemeClr val="accent3"/>
                </a:solidFill>
                <a:latin typeface="Lato"/>
                <a:ea typeface="Lato"/>
              </a:rPr>
              <a:t>10</a:t>
            </a:r>
            <a:r>
              <a:rPr b="0" lang="el" sz="1600" spc="-1" strike="noStrike">
                <a:solidFill>
                  <a:schemeClr val="accent1"/>
                </a:solidFill>
                <a:latin typeface="Lato"/>
                <a:ea typeface="Lato"/>
              </a:rPr>
              <a:t> </a:t>
            </a:r>
            <a:r>
              <a:rPr b="1" lang="el" sz="1600" spc="-1" strike="noStrike">
                <a:solidFill>
                  <a:schemeClr val="accent1"/>
                </a:solidFill>
                <a:latin typeface="Lato"/>
                <a:ea typeface="Lato"/>
              </a:rPr>
              <a:t>- 2</a:t>
            </a:r>
            <a:r>
              <a:rPr b="0" lang="el" sz="1600" spc="-1" strike="noStrike">
                <a:solidFill>
                  <a:schemeClr val="accent1"/>
                </a:solidFill>
                <a:latin typeface="Lato"/>
                <a:ea typeface="Lato"/>
              </a:rPr>
              <a:t> EO.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lvl="1" marL="914400" indent="-330120">
              <a:lnSpc>
                <a:spcPct val="115000"/>
              </a:lnSpc>
              <a:buClr>
                <a:srgbClr val="595959"/>
              </a:buClr>
              <a:buFont typeface="Lato"/>
              <a:buChar char="○"/>
            </a:pPr>
            <a:r>
              <a:rPr b="0" lang="el" sz="1600" spc="-1" strike="noStrike">
                <a:solidFill>
                  <a:schemeClr val="accent1"/>
                </a:solidFill>
                <a:latin typeface="Lato"/>
                <a:ea typeface="Lato"/>
              </a:rPr>
              <a:t>…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lvl="1" marL="914400" indent="-330120">
              <a:lnSpc>
                <a:spcPct val="115000"/>
              </a:lnSpc>
              <a:buClr>
                <a:srgbClr val="595959"/>
              </a:buClr>
              <a:buFont typeface="Lato"/>
              <a:buChar char="○"/>
            </a:pPr>
            <a:r>
              <a:rPr b="0" lang="el" sz="1600" spc="-1" strike="noStrike">
                <a:solidFill>
                  <a:schemeClr val="accent1"/>
                </a:solidFill>
                <a:latin typeface="Lato"/>
                <a:ea typeface="Lato"/>
              </a:rPr>
              <a:t>In total, we need to make </a:t>
            </a:r>
            <a:r>
              <a:rPr b="1" lang="el" sz="1600" spc="-1" strike="noStrike">
                <a:solidFill>
                  <a:schemeClr val="accent3"/>
                </a:solidFill>
                <a:latin typeface="Lato"/>
                <a:ea typeface="Lato"/>
              </a:rPr>
              <a:t>10</a:t>
            </a:r>
            <a:r>
              <a:rPr b="0" lang="el" sz="1600" spc="-1" strike="noStrike">
                <a:solidFill>
                  <a:schemeClr val="accent1"/>
                </a:solidFill>
                <a:latin typeface="Lato"/>
                <a:ea typeface="Lato"/>
              </a:rPr>
              <a:t> + (</a:t>
            </a:r>
            <a:r>
              <a:rPr b="1" lang="el" sz="1600" spc="-1" strike="noStrike">
                <a:solidFill>
                  <a:schemeClr val="accent3"/>
                </a:solidFill>
                <a:latin typeface="Lato"/>
                <a:ea typeface="Lato"/>
              </a:rPr>
              <a:t>10</a:t>
            </a:r>
            <a:r>
              <a:rPr b="0" lang="el" sz="1600" spc="-1" strike="noStrike">
                <a:solidFill>
                  <a:schemeClr val="accent1"/>
                </a:solidFill>
                <a:latin typeface="Lato"/>
                <a:ea typeface="Lato"/>
              </a:rPr>
              <a:t> - 1) + (</a:t>
            </a:r>
            <a:r>
              <a:rPr b="1" lang="el" sz="1600" spc="-1" strike="noStrike">
                <a:solidFill>
                  <a:schemeClr val="accent3"/>
                </a:solidFill>
                <a:latin typeface="Lato"/>
                <a:ea typeface="Lato"/>
              </a:rPr>
              <a:t>10</a:t>
            </a:r>
            <a:r>
              <a:rPr b="0" lang="el" sz="1600" spc="-1" strike="noStrike">
                <a:solidFill>
                  <a:schemeClr val="accent1"/>
                </a:solidFill>
                <a:latin typeface="Lato"/>
                <a:ea typeface="Lato"/>
              </a:rPr>
              <a:t> - 2) + … + (</a:t>
            </a:r>
            <a:r>
              <a:rPr b="1" lang="el" sz="1600" spc="-1" strike="noStrike">
                <a:solidFill>
                  <a:schemeClr val="accent3"/>
                </a:solidFill>
                <a:latin typeface="Lato"/>
                <a:ea typeface="Lato"/>
              </a:rPr>
              <a:t>10</a:t>
            </a:r>
            <a:r>
              <a:rPr b="0" lang="el" sz="1600" spc="-1" strike="noStrike">
                <a:solidFill>
                  <a:schemeClr val="accent1"/>
                </a:solidFill>
                <a:latin typeface="Lato"/>
                <a:ea typeface="Lato"/>
              </a:rPr>
              <a:t>- 9).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lvl="1" marL="914400" indent="-330120">
              <a:lnSpc>
                <a:spcPct val="115000"/>
              </a:lnSpc>
              <a:buClr>
                <a:srgbClr val="595959"/>
              </a:buClr>
              <a:buFont typeface="Lato"/>
              <a:buChar char="○"/>
            </a:pPr>
            <a:r>
              <a:rPr b="0" lang="el" sz="1600" spc="-1" strike="noStrike">
                <a:solidFill>
                  <a:schemeClr val="accent1"/>
                </a:solidFill>
                <a:latin typeface="Lato"/>
                <a:ea typeface="Lato"/>
              </a:rPr>
              <a:t>Or, more clearly: 1 + 2 + … + </a:t>
            </a:r>
            <a:r>
              <a:rPr b="1" lang="el" sz="1600" spc="-1" strike="noStrike">
                <a:solidFill>
                  <a:schemeClr val="accent3"/>
                </a:solidFill>
                <a:latin typeface="Lato"/>
                <a:ea typeface="Lato"/>
              </a:rPr>
              <a:t>10</a:t>
            </a:r>
            <a:r>
              <a:rPr b="0" lang="el" sz="1600" spc="-1" strike="noStrike">
                <a:solidFill>
                  <a:schemeClr val="accent1"/>
                </a:solidFill>
                <a:latin typeface="Lato"/>
                <a:ea typeface="Lato"/>
              </a:rPr>
              <a:t> = </a:t>
            </a:r>
            <a:r>
              <a:rPr b="1" lang="el" sz="1600" spc="-1" strike="noStrike">
                <a:solidFill>
                  <a:schemeClr val="accent3"/>
                </a:solidFill>
                <a:latin typeface="Lato"/>
                <a:ea typeface="Lato"/>
              </a:rPr>
              <a:t>10</a:t>
            </a:r>
            <a:r>
              <a:rPr b="0" lang="el" sz="1600" spc="-1" strike="noStrike">
                <a:solidFill>
                  <a:schemeClr val="accent1"/>
                </a:solidFill>
                <a:latin typeface="Lato"/>
                <a:ea typeface="Lato"/>
              </a:rPr>
              <a:t> * (</a:t>
            </a:r>
            <a:r>
              <a:rPr b="1" lang="el" sz="1600" spc="-1" strike="noStrike">
                <a:solidFill>
                  <a:schemeClr val="accent3"/>
                </a:solidFill>
                <a:latin typeface="Lato"/>
                <a:ea typeface="Lato"/>
              </a:rPr>
              <a:t>10</a:t>
            </a:r>
            <a:r>
              <a:rPr b="0" lang="el" sz="1600" spc="-1" strike="noStrike">
                <a:solidFill>
                  <a:schemeClr val="accent1"/>
                </a:solidFill>
                <a:latin typeface="Lato"/>
                <a:ea typeface="Lato"/>
              </a:rPr>
              <a:t> + 1) / 2 = 55 EO.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44" name="PlaceHolder 3"/>
          <p:cNvSpPr>
            <a:spLocks noGrp="1"/>
          </p:cNvSpPr>
          <p:nvPr>
            <p:ph type="sldNum" idx="49"/>
          </p:nvPr>
        </p:nvSpPr>
        <p:spPr>
          <a:xfrm>
            <a:off x="8536320" y="4749840"/>
            <a:ext cx="548280" cy="39312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ctr">
            <a:norm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l" sz="1000" spc="-1" strike="noStrike">
                <a:solidFill>
                  <a:schemeClr val="accent1"/>
                </a:solidFill>
                <a:latin typeface="Lato"/>
                <a:ea typeface="Lato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A492810D-35F3-4778-8831-BD484A9B416A}" type="slidenum">
              <a:rPr b="0" lang="el" sz="1000" spc="-1" strike="noStrike">
                <a:solidFill>
                  <a:schemeClr val="accent1"/>
                </a:solidFill>
                <a:latin typeface="Lato"/>
                <a:ea typeface="Lato"/>
              </a:rPr>
              <a:t>45</a:t>
            </a:fld>
            <a:endParaRPr b="0" lang="en-US" sz="10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723" dur="indefinite" restart="never" nodeType="tmRoot">
          <p:childTnLst>
            <p:seq>
              <p:cTn id="724" dur="indefinite" nodeType="mainSeq">
                <p:childTnLst>
                  <p:par>
                    <p:cTn id="725" fill="hold">
                      <p:stCondLst>
                        <p:cond delay="indefinite"/>
                      </p:stCondLst>
                      <p:childTnLst>
                        <p:par>
                          <p:cTn id="726" fill="hold">
                            <p:stCondLst>
                              <p:cond delay="0"/>
                            </p:stCondLst>
                            <p:childTnLst>
                              <p:par>
                                <p:cTn id="727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9" fill="hold">
                      <p:stCondLst>
                        <p:cond delay="indefinite"/>
                      </p:stCondLst>
                      <p:childTnLst>
                        <p:par>
                          <p:cTn id="730" fill="hold">
                            <p:stCondLst>
                              <p:cond delay="0"/>
                            </p:stCondLst>
                            <p:childTnLst>
                              <p:par>
                                <p:cTn id="731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3" fill="hold">
                      <p:stCondLst>
                        <p:cond delay="indefinite"/>
                      </p:stCondLst>
                      <p:childTnLst>
                        <p:par>
                          <p:cTn id="734" fill="hold">
                            <p:stCondLst>
                              <p:cond delay="0"/>
                            </p:stCondLst>
                            <p:childTnLst>
                              <p:par>
                                <p:cTn id="735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7" fill="hold">
                      <p:stCondLst>
                        <p:cond delay="indefinite"/>
                      </p:stCondLst>
                      <p:childTnLst>
                        <p:par>
                          <p:cTn id="738" fill="hold">
                            <p:stCondLst>
                              <p:cond delay="0"/>
                            </p:stCondLst>
                            <p:childTnLst>
                              <p:par>
                                <p:cTn id="739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1" fill="hold">
                      <p:stCondLst>
                        <p:cond delay="indefinite"/>
                      </p:stCondLst>
                      <p:childTnLst>
                        <p:par>
                          <p:cTn id="742" fill="hold">
                            <p:stCondLst>
                              <p:cond delay="0"/>
                            </p:stCondLst>
                            <p:childTnLst>
                              <p:par>
                                <p:cTn id="743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5" fill="hold">
                      <p:stCondLst>
                        <p:cond delay="indefinite"/>
                      </p:stCondLst>
                      <p:childTnLst>
                        <p:par>
                          <p:cTn id="746" fill="hold">
                            <p:stCondLst>
                              <p:cond delay="0"/>
                            </p:stCondLst>
                            <p:childTnLst>
                              <p:par>
                                <p:cTn id="747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9" fill="hold">
                      <p:stCondLst>
                        <p:cond delay="indefinite"/>
                      </p:stCondLst>
                      <p:childTnLst>
                        <p:par>
                          <p:cTn id="750" fill="hold">
                            <p:stCondLst>
                              <p:cond delay="0"/>
                            </p:stCondLst>
                            <p:childTnLst>
                              <p:par>
                                <p:cTn id="751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5" name="PlaceHolder 1"/>
          <p:cNvSpPr>
            <a:spLocks noGrp="1"/>
          </p:cNvSpPr>
          <p:nvPr>
            <p:ph type="title"/>
          </p:nvPr>
        </p:nvSpPr>
        <p:spPr>
          <a:xfrm>
            <a:off x="729360" y="572040"/>
            <a:ext cx="7688520" cy="53496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t">
            <a:normAutofit fontScale="88000"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l" sz="2600" spc="-1" strike="noStrike">
                <a:solidFill>
                  <a:schemeClr val="dk2"/>
                </a:solidFill>
                <a:latin typeface="Lato"/>
                <a:ea typeface="Lato"/>
              </a:rPr>
              <a:t>Time Complexity: Bubble sort</a:t>
            </a:r>
            <a:endParaRPr b="0" lang="en-US" sz="2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46" name="PlaceHolder 2"/>
          <p:cNvSpPr>
            <a:spLocks noGrp="1"/>
          </p:cNvSpPr>
          <p:nvPr>
            <p:ph/>
          </p:nvPr>
        </p:nvSpPr>
        <p:spPr>
          <a:xfrm>
            <a:off x="729360" y="1378080"/>
            <a:ext cx="7688520" cy="376524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t">
            <a:normAutofit/>
          </a:bodyPr>
          <a:p>
            <a:pPr marL="457200" indent="-330120">
              <a:lnSpc>
                <a:spcPct val="115000"/>
              </a:lnSpc>
              <a:buClr>
                <a:srgbClr val="595959"/>
              </a:buClr>
              <a:buFont typeface="Lato"/>
              <a:buChar char="●"/>
            </a:pPr>
            <a:r>
              <a:rPr b="0" lang="el" sz="1600" spc="-1" strike="noStrike">
                <a:solidFill>
                  <a:schemeClr val="accent1"/>
                </a:solidFill>
                <a:latin typeface="Lato"/>
                <a:ea typeface="Lato"/>
              </a:rPr>
              <a:t>Consider a list of </a:t>
            </a:r>
            <a:r>
              <a:rPr b="1" lang="el" sz="1600" spc="-1" strike="noStrike">
                <a:solidFill>
                  <a:schemeClr val="accent3"/>
                </a:solidFill>
                <a:latin typeface="Lato"/>
                <a:ea typeface="Lato"/>
              </a:rPr>
              <a:t>n</a:t>
            </a:r>
            <a:r>
              <a:rPr b="0" lang="el" sz="1600" spc="-1" strike="noStrike">
                <a:solidFill>
                  <a:schemeClr val="accent1"/>
                </a:solidFill>
                <a:latin typeface="Lato"/>
                <a:ea typeface="Lato"/>
              </a:rPr>
              <a:t> elements that is the worst case scenario for bubble sort (i.e., we need to take as many steps as possible).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lvl="1" marL="914400" indent="-330120">
              <a:lnSpc>
                <a:spcPct val="115000"/>
              </a:lnSpc>
              <a:buClr>
                <a:srgbClr val="595959"/>
              </a:buClr>
              <a:buFont typeface="Lato"/>
              <a:buChar char="○"/>
            </a:pPr>
            <a:r>
              <a:rPr b="0" lang="el" sz="1600" spc="-1" strike="noStrike">
                <a:solidFill>
                  <a:schemeClr val="accent1"/>
                </a:solidFill>
                <a:latin typeface="Lato"/>
                <a:ea typeface="Lato"/>
              </a:rPr>
              <a:t>At the first iteration we need to run throughout all the elements of the list, so we need to make roughly </a:t>
            </a:r>
            <a:r>
              <a:rPr b="1" lang="el" sz="1600" spc="-1" strike="noStrike">
                <a:solidFill>
                  <a:schemeClr val="accent3"/>
                </a:solidFill>
                <a:latin typeface="Lato"/>
                <a:ea typeface="Lato"/>
              </a:rPr>
              <a:t>n</a:t>
            </a:r>
            <a:r>
              <a:rPr b="0" lang="el" sz="1600" spc="-1" strike="noStrike">
                <a:solidFill>
                  <a:schemeClr val="accent1"/>
                </a:solidFill>
                <a:latin typeface="Lato"/>
                <a:ea typeface="Lato"/>
              </a:rPr>
              <a:t> elementary operations (EO).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lvl="1" marL="914400" indent="-330120">
              <a:lnSpc>
                <a:spcPct val="115000"/>
              </a:lnSpc>
              <a:buClr>
                <a:srgbClr val="595959"/>
              </a:buClr>
              <a:buFont typeface="Lato"/>
              <a:buChar char="○"/>
            </a:pPr>
            <a:r>
              <a:rPr b="0" lang="el" sz="1600" spc="-1" strike="noStrike">
                <a:solidFill>
                  <a:schemeClr val="accent1"/>
                </a:solidFill>
                <a:latin typeface="Lato"/>
                <a:ea typeface="Lato"/>
              </a:rPr>
              <a:t>Next, we need to make one less, since the last element is fixed, so </a:t>
            </a:r>
            <a:r>
              <a:rPr b="1" lang="el" sz="1600" spc="-1" strike="noStrike">
                <a:solidFill>
                  <a:schemeClr val="accent3"/>
                </a:solidFill>
                <a:latin typeface="Lato"/>
                <a:ea typeface="Lato"/>
              </a:rPr>
              <a:t>n</a:t>
            </a:r>
            <a:r>
              <a:rPr b="0" lang="el" sz="1600" spc="-1" strike="noStrike">
                <a:solidFill>
                  <a:schemeClr val="accent1"/>
                </a:solidFill>
                <a:latin typeface="Lato"/>
                <a:ea typeface="Lato"/>
              </a:rPr>
              <a:t> </a:t>
            </a:r>
            <a:r>
              <a:rPr b="1" lang="el" sz="1600" spc="-1" strike="noStrike">
                <a:solidFill>
                  <a:schemeClr val="accent1"/>
                </a:solidFill>
                <a:latin typeface="Lato"/>
                <a:ea typeface="Lato"/>
              </a:rPr>
              <a:t>- 1</a:t>
            </a:r>
            <a:r>
              <a:rPr b="0" lang="el" sz="1600" spc="-1" strike="noStrike">
                <a:solidFill>
                  <a:schemeClr val="accent1"/>
                </a:solidFill>
                <a:latin typeface="Lato"/>
                <a:ea typeface="Lato"/>
              </a:rPr>
              <a:t> EO.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lvl="1" marL="914400" indent="-330120">
              <a:lnSpc>
                <a:spcPct val="115000"/>
              </a:lnSpc>
              <a:buClr>
                <a:srgbClr val="595959"/>
              </a:buClr>
              <a:buFont typeface="Lato"/>
              <a:buChar char="○"/>
            </a:pPr>
            <a:r>
              <a:rPr b="0" lang="el" sz="1600" spc="-1" strike="noStrike">
                <a:solidFill>
                  <a:schemeClr val="accent1"/>
                </a:solidFill>
                <a:latin typeface="Lato"/>
                <a:ea typeface="Lato"/>
              </a:rPr>
              <a:t>Next, we need to make one less, since the last two elements are fixed, so </a:t>
            </a:r>
            <a:r>
              <a:rPr b="1" lang="el" sz="1600" spc="-1" strike="noStrike">
                <a:solidFill>
                  <a:schemeClr val="accent3"/>
                </a:solidFill>
                <a:latin typeface="Lato"/>
                <a:ea typeface="Lato"/>
              </a:rPr>
              <a:t>n</a:t>
            </a:r>
            <a:r>
              <a:rPr b="0" lang="el" sz="1600" spc="-1" strike="noStrike">
                <a:solidFill>
                  <a:schemeClr val="accent1"/>
                </a:solidFill>
                <a:latin typeface="Lato"/>
                <a:ea typeface="Lato"/>
              </a:rPr>
              <a:t> </a:t>
            </a:r>
            <a:r>
              <a:rPr b="1" lang="el" sz="1600" spc="-1" strike="noStrike">
                <a:solidFill>
                  <a:schemeClr val="accent1"/>
                </a:solidFill>
                <a:latin typeface="Lato"/>
                <a:ea typeface="Lato"/>
              </a:rPr>
              <a:t>- 2</a:t>
            </a:r>
            <a:r>
              <a:rPr b="0" lang="el" sz="1600" spc="-1" strike="noStrike">
                <a:solidFill>
                  <a:schemeClr val="accent1"/>
                </a:solidFill>
                <a:latin typeface="Lato"/>
                <a:ea typeface="Lato"/>
              </a:rPr>
              <a:t> EO.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lvl="1" marL="914400" indent="-330120">
              <a:lnSpc>
                <a:spcPct val="115000"/>
              </a:lnSpc>
              <a:buClr>
                <a:srgbClr val="595959"/>
              </a:buClr>
              <a:buFont typeface="Lato"/>
              <a:buChar char="○"/>
            </a:pPr>
            <a:r>
              <a:rPr b="0" lang="el" sz="1600" spc="-1" strike="noStrike">
                <a:solidFill>
                  <a:schemeClr val="accent1"/>
                </a:solidFill>
                <a:latin typeface="Lato"/>
                <a:ea typeface="Lato"/>
              </a:rPr>
              <a:t>…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lvl="1" marL="914400" indent="-330120">
              <a:lnSpc>
                <a:spcPct val="115000"/>
              </a:lnSpc>
              <a:buClr>
                <a:srgbClr val="595959"/>
              </a:buClr>
              <a:buFont typeface="Lato"/>
              <a:buChar char="○"/>
            </a:pPr>
            <a:r>
              <a:rPr b="0" lang="el" sz="1600" spc="-1" strike="noStrike">
                <a:solidFill>
                  <a:schemeClr val="accent1"/>
                </a:solidFill>
                <a:latin typeface="Lato"/>
                <a:ea typeface="Lato"/>
              </a:rPr>
              <a:t>In total, we need to make </a:t>
            </a:r>
            <a:r>
              <a:rPr b="1" lang="el" sz="1600" spc="-1" strike="noStrike">
                <a:solidFill>
                  <a:schemeClr val="accent3"/>
                </a:solidFill>
                <a:latin typeface="Lato"/>
                <a:ea typeface="Lato"/>
              </a:rPr>
              <a:t>n</a:t>
            </a:r>
            <a:r>
              <a:rPr b="0" lang="el" sz="1600" spc="-1" strike="noStrike">
                <a:solidFill>
                  <a:schemeClr val="accent1"/>
                </a:solidFill>
                <a:latin typeface="Lato"/>
                <a:ea typeface="Lato"/>
              </a:rPr>
              <a:t> + (</a:t>
            </a:r>
            <a:r>
              <a:rPr b="1" lang="el" sz="1600" spc="-1" strike="noStrike">
                <a:solidFill>
                  <a:schemeClr val="accent3"/>
                </a:solidFill>
                <a:latin typeface="Lato"/>
                <a:ea typeface="Lato"/>
              </a:rPr>
              <a:t>n</a:t>
            </a:r>
            <a:r>
              <a:rPr b="0" lang="el" sz="1600" spc="-1" strike="noStrike">
                <a:solidFill>
                  <a:schemeClr val="accent1"/>
                </a:solidFill>
                <a:latin typeface="Lato"/>
                <a:ea typeface="Lato"/>
              </a:rPr>
              <a:t> - 1) + (</a:t>
            </a:r>
            <a:r>
              <a:rPr b="1" lang="el" sz="1600" spc="-1" strike="noStrike">
                <a:solidFill>
                  <a:schemeClr val="accent3"/>
                </a:solidFill>
                <a:latin typeface="Lato"/>
                <a:ea typeface="Lato"/>
              </a:rPr>
              <a:t>n</a:t>
            </a:r>
            <a:r>
              <a:rPr b="0" lang="el" sz="1600" spc="-1" strike="noStrike">
                <a:solidFill>
                  <a:schemeClr val="accent1"/>
                </a:solidFill>
                <a:latin typeface="Lato"/>
                <a:ea typeface="Lato"/>
              </a:rPr>
              <a:t> - 2) + … + (</a:t>
            </a:r>
            <a:r>
              <a:rPr b="1" lang="el" sz="1600" spc="-1" strike="noStrike">
                <a:solidFill>
                  <a:schemeClr val="accent3"/>
                </a:solidFill>
                <a:latin typeface="Lato"/>
                <a:ea typeface="Lato"/>
              </a:rPr>
              <a:t>n</a:t>
            </a:r>
            <a:r>
              <a:rPr b="0" lang="el" sz="1600" spc="-1" strike="noStrike">
                <a:solidFill>
                  <a:schemeClr val="accent1"/>
                </a:solidFill>
                <a:latin typeface="Lato"/>
                <a:ea typeface="Lato"/>
              </a:rPr>
              <a:t>- 9).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lvl="1" marL="914400" indent="-330120">
              <a:lnSpc>
                <a:spcPct val="115000"/>
              </a:lnSpc>
              <a:buClr>
                <a:srgbClr val="595959"/>
              </a:buClr>
              <a:buFont typeface="Lato"/>
              <a:buChar char="○"/>
            </a:pPr>
            <a:r>
              <a:rPr b="0" lang="el" sz="1600" spc="-1" strike="noStrike">
                <a:solidFill>
                  <a:schemeClr val="accent1"/>
                </a:solidFill>
                <a:latin typeface="Lato"/>
                <a:ea typeface="Lato"/>
              </a:rPr>
              <a:t>Or, more clearly: 1 + 2 + … + </a:t>
            </a:r>
            <a:r>
              <a:rPr b="1" lang="el" sz="1600" spc="-1" strike="noStrike">
                <a:solidFill>
                  <a:schemeClr val="accent3"/>
                </a:solidFill>
                <a:latin typeface="Lato"/>
                <a:ea typeface="Lato"/>
              </a:rPr>
              <a:t>n</a:t>
            </a:r>
            <a:r>
              <a:rPr b="0" lang="el" sz="1600" spc="-1" strike="noStrike">
                <a:solidFill>
                  <a:schemeClr val="accent1"/>
                </a:solidFill>
                <a:latin typeface="Lato"/>
                <a:ea typeface="Lato"/>
              </a:rPr>
              <a:t> = </a:t>
            </a:r>
            <a:r>
              <a:rPr b="1" lang="el" sz="1600" spc="-1" strike="noStrike">
                <a:solidFill>
                  <a:schemeClr val="accent3"/>
                </a:solidFill>
                <a:latin typeface="Lato"/>
                <a:ea typeface="Lato"/>
              </a:rPr>
              <a:t>n</a:t>
            </a:r>
            <a:r>
              <a:rPr b="0" lang="el" sz="1600" spc="-1" strike="noStrike">
                <a:solidFill>
                  <a:schemeClr val="accent1"/>
                </a:solidFill>
                <a:latin typeface="Lato"/>
                <a:ea typeface="Lato"/>
              </a:rPr>
              <a:t> * (</a:t>
            </a:r>
            <a:r>
              <a:rPr b="1" lang="el" sz="1600" spc="-1" strike="noStrike">
                <a:solidFill>
                  <a:schemeClr val="accent3"/>
                </a:solidFill>
                <a:latin typeface="Lato"/>
                <a:ea typeface="Lato"/>
              </a:rPr>
              <a:t>n</a:t>
            </a:r>
            <a:r>
              <a:rPr b="0" lang="el" sz="1600" spc="-1" strike="noStrike">
                <a:solidFill>
                  <a:schemeClr val="accent1"/>
                </a:solidFill>
                <a:latin typeface="Lato"/>
                <a:ea typeface="Lato"/>
              </a:rPr>
              <a:t> + 1) / 2 = </a:t>
            </a:r>
            <a:r>
              <a:rPr b="1" lang="el" sz="1600" spc="-1" strike="noStrike">
                <a:solidFill>
                  <a:schemeClr val="accent3"/>
                </a:solidFill>
                <a:latin typeface="Lato"/>
                <a:ea typeface="Lato"/>
              </a:rPr>
              <a:t>(n^2 + n) / 2</a:t>
            </a:r>
            <a:r>
              <a:rPr b="0" lang="el" sz="1600" spc="-1" strike="noStrike">
                <a:solidFill>
                  <a:schemeClr val="accent1"/>
                </a:solidFill>
                <a:latin typeface="Lato"/>
                <a:ea typeface="Lato"/>
              </a:rPr>
              <a:t> EO.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47" name="PlaceHolder 3"/>
          <p:cNvSpPr>
            <a:spLocks noGrp="1"/>
          </p:cNvSpPr>
          <p:nvPr>
            <p:ph type="sldNum" idx="50"/>
          </p:nvPr>
        </p:nvSpPr>
        <p:spPr>
          <a:xfrm>
            <a:off x="8536320" y="4749840"/>
            <a:ext cx="548280" cy="39312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ctr">
            <a:norm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l" sz="1000" spc="-1" strike="noStrike">
                <a:solidFill>
                  <a:schemeClr val="accent1"/>
                </a:solidFill>
                <a:latin typeface="Lato"/>
                <a:ea typeface="Lato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EE76C8E0-BAF6-4A30-BF9D-0C174F103AE8}" type="slidenum">
              <a:rPr b="0" lang="el" sz="1000" spc="-1" strike="noStrike">
                <a:solidFill>
                  <a:schemeClr val="accent1"/>
                </a:solidFill>
                <a:latin typeface="Lato"/>
                <a:ea typeface="Lato"/>
              </a:rPr>
              <a:t>46</a:t>
            </a:fld>
            <a:endParaRPr b="0" lang="en-US" sz="10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753" dur="indefinite" restart="never" nodeType="tmRoot">
          <p:childTnLst>
            <p:seq>
              <p:cTn id="754" dur="indefinite" nodeType="mainSeq">
                <p:childTnLst>
                  <p:par>
                    <p:cTn id="755" fill="hold">
                      <p:stCondLst>
                        <p:cond delay="indefinite"/>
                      </p:stCondLst>
                      <p:childTnLst>
                        <p:par>
                          <p:cTn id="756" fill="hold">
                            <p:stCondLst>
                              <p:cond delay="0"/>
                            </p:stCondLst>
                            <p:childTnLst>
                              <p:par>
                                <p:cTn id="757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9" fill="hold">
                      <p:stCondLst>
                        <p:cond delay="indefinite"/>
                      </p:stCondLst>
                      <p:childTnLst>
                        <p:par>
                          <p:cTn id="760" fill="hold">
                            <p:stCondLst>
                              <p:cond delay="0"/>
                            </p:stCondLst>
                            <p:childTnLst>
                              <p:par>
                                <p:cTn id="761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3" fill="hold">
                      <p:stCondLst>
                        <p:cond delay="indefinite"/>
                      </p:stCondLst>
                      <p:childTnLst>
                        <p:par>
                          <p:cTn id="764" fill="hold">
                            <p:stCondLst>
                              <p:cond delay="0"/>
                            </p:stCondLst>
                            <p:childTnLst>
                              <p:par>
                                <p:cTn id="765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7" fill="hold">
                      <p:stCondLst>
                        <p:cond delay="indefinite"/>
                      </p:stCondLst>
                      <p:childTnLst>
                        <p:par>
                          <p:cTn id="768" fill="hold">
                            <p:stCondLst>
                              <p:cond delay="0"/>
                            </p:stCondLst>
                            <p:childTnLst>
                              <p:par>
                                <p:cTn id="769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1" fill="hold">
                      <p:stCondLst>
                        <p:cond delay="indefinite"/>
                      </p:stCondLst>
                      <p:childTnLst>
                        <p:par>
                          <p:cTn id="772" fill="hold">
                            <p:stCondLst>
                              <p:cond delay="0"/>
                            </p:stCondLst>
                            <p:childTnLst>
                              <p:par>
                                <p:cTn id="773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5" fill="hold">
                      <p:stCondLst>
                        <p:cond delay="indefinite"/>
                      </p:stCondLst>
                      <p:childTnLst>
                        <p:par>
                          <p:cTn id="776" fill="hold">
                            <p:stCondLst>
                              <p:cond delay="0"/>
                            </p:stCondLst>
                            <p:childTnLst>
                              <p:par>
                                <p:cTn id="777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9" fill="hold">
                      <p:stCondLst>
                        <p:cond delay="indefinite"/>
                      </p:stCondLst>
                      <p:childTnLst>
                        <p:par>
                          <p:cTn id="780" fill="hold">
                            <p:stCondLst>
                              <p:cond delay="0"/>
                            </p:stCondLst>
                            <p:childTnLst>
                              <p:par>
                                <p:cTn id="781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8" name="PlaceHolder 1"/>
          <p:cNvSpPr>
            <a:spLocks noGrp="1"/>
          </p:cNvSpPr>
          <p:nvPr>
            <p:ph type="title"/>
          </p:nvPr>
        </p:nvSpPr>
        <p:spPr>
          <a:xfrm>
            <a:off x="729360" y="572040"/>
            <a:ext cx="7688520" cy="53496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t">
            <a:normAutofit fontScale="88000"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l" sz="2600" spc="-1" strike="noStrike">
                <a:solidFill>
                  <a:schemeClr val="dk2"/>
                </a:solidFill>
                <a:latin typeface="Lato"/>
                <a:ea typeface="Lato"/>
              </a:rPr>
              <a:t>Do we need to be that precise?</a:t>
            </a:r>
            <a:endParaRPr b="0" lang="en-US" sz="2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49" name="PlaceHolder 2"/>
          <p:cNvSpPr>
            <a:spLocks noGrp="1"/>
          </p:cNvSpPr>
          <p:nvPr>
            <p:ph/>
          </p:nvPr>
        </p:nvSpPr>
        <p:spPr>
          <a:xfrm>
            <a:off x="729360" y="1378080"/>
            <a:ext cx="7688520" cy="376524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t">
            <a:normAutofit/>
          </a:bodyPr>
          <a:p>
            <a:pPr marL="457200" indent="-330120">
              <a:lnSpc>
                <a:spcPct val="115000"/>
              </a:lnSpc>
              <a:buClr>
                <a:srgbClr val="595959"/>
              </a:buClr>
              <a:buFont typeface="Lato"/>
              <a:buChar char="●"/>
            </a:pPr>
            <a:r>
              <a:rPr b="0" lang="el" sz="1600" spc="-1" strike="noStrike">
                <a:solidFill>
                  <a:schemeClr val="accent1"/>
                </a:solidFill>
                <a:latin typeface="Lato"/>
                <a:ea typeface="Lato"/>
              </a:rPr>
              <a:t>Well, we haven’t been so far, so no…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marL="457200" indent="-330120">
              <a:lnSpc>
                <a:spcPct val="115000"/>
              </a:lnSpc>
              <a:buClr>
                <a:srgbClr val="595959"/>
              </a:buClr>
              <a:buFont typeface="Lato"/>
              <a:buChar char="●"/>
            </a:pPr>
            <a:r>
              <a:rPr b="0" lang="el" sz="1600" spc="-1" strike="noStrike">
                <a:solidFill>
                  <a:schemeClr val="accent1"/>
                </a:solidFill>
                <a:latin typeface="Lato"/>
                <a:ea typeface="Lato"/>
              </a:rPr>
              <a:t>Let’s look again at our result: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indent="0" algn="ctr">
              <a:lnSpc>
                <a:spcPct val="115000"/>
              </a:lnSpc>
              <a:spcBef>
                <a:spcPts val="1199"/>
              </a:spcBef>
              <a:buNone/>
              <a:tabLst>
                <a:tab algn="l" pos="0"/>
              </a:tabLst>
            </a:pPr>
            <a:r>
              <a:rPr b="0" lang="el" sz="1600" spc="-1" strike="noStrike">
                <a:solidFill>
                  <a:schemeClr val="accent1"/>
                </a:solidFill>
                <a:latin typeface="Lato"/>
                <a:ea typeface="Lato"/>
              </a:rPr>
              <a:t>(n^2 + n) / 2 = n^2 / 2 + n / 2.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marL="457200" indent="-330120">
              <a:lnSpc>
                <a:spcPct val="115000"/>
              </a:lnSpc>
              <a:spcBef>
                <a:spcPts val="1199"/>
              </a:spcBef>
              <a:buClr>
                <a:srgbClr val="595959"/>
              </a:buClr>
              <a:buFont typeface="Lato"/>
              <a:buChar char="●"/>
              <a:tabLst>
                <a:tab algn="l" pos="0"/>
              </a:tabLst>
            </a:pPr>
            <a:r>
              <a:rPr b="0" lang="el" sz="1600" spc="-1" strike="noStrike">
                <a:solidFill>
                  <a:schemeClr val="accent1"/>
                </a:solidFill>
                <a:latin typeface="Lato"/>
                <a:ea typeface="Lato"/>
              </a:rPr>
              <a:t>As n grows indefinitely, n^2 is much much larger than n, so we can omit it, resulting to: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indent="0" algn="ctr">
              <a:lnSpc>
                <a:spcPct val="115000"/>
              </a:lnSpc>
              <a:spcBef>
                <a:spcPts val="1199"/>
              </a:spcBef>
              <a:buNone/>
              <a:tabLst>
                <a:tab algn="l" pos="0"/>
              </a:tabLst>
            </a:pPr>
            <a:r>
              <a:rPr b="0" lang="el" sz="1600" spc="-1" strike="noStrike">
                <a:solidFill>
                  <a:schemeClr val="accent1"/>
                </a:solidFill>
                <a:latin typeface="Lato"/>
                <a:ea typeface="Lato"/>
              </a:rPr>
              <a:t>n^2 / 2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marL="457200" indent="-330120">
              <a:lnSpc>
                <a:spcPct val="115000"/>
              </a:lnSpc>
              <a:spcBef>
                <a:spcPts val="1199"/>
              </a:spcBef>
              <a:buClr>
                <a:srgbClr val="595959"/>
              </a:buClr>
              <a:buFont typeface="Lato"/>
              <a:buChar char="●"/>
              <a:tabLst>
                <a:tab algn="l" pos="0"/>
              </a:tabLst>
            </a:pPr>
            <a:r>
              <a:rPr b="0" lang="el" sz="1600" spc="-1" strike="noStrike">
                <a:solidFill>
                  <a:schemeClr val="accent1"/>
                </a:solidFill>
                <a:latin typeface="Lato"/>
                <a:ea typeface="Lato"/>
              </a:rPr>
              <a:t>Also, as n grows indefinitely, what’s the point of “/2”. The half of a trillion is still really large. So, we can just keep: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indent="0" algn="ctr">
              <a:lnSpc>
                <a:spcPct val="115000"/>
              </a:lnSpc>
              <a:spcBef>
                <a:spcPts val="1199"/>
              </a:spcBef>
              <a:spcAft>
                <a:spcPts val="1199"/>
              </a:spcAft>
              <a:buNone/>
              <a:tabLst>
                <a:tab algn="l" pos="0"/>
              </a:tabLst>
            </a:pPr>
            <a:r>
              <a:rPr b="1" lang="el" sz="1600" spc="-1" strike="noStrike">
                <a:solidFill>
                  <a:schemeClr val="accent3"/>
                </a:solidFill>
                <a:latin typeface="Lato"/>
                <a:ea typeface="Lato"/>
              </a:rPr>
              <a:t>n^2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50" name="PlaceHolder 3"/>
          <p:cNvSpPr>
            <a:spLocks noGrp="1"/>
          </p:cNvSpPr>
          <p:nvPr>
            <p:ph type="sldNum" idx="51"/>
          </p:nvPr>
        </p:nvSpPr>
        <p:spPr>
          <a:xfrm>
            <a:off x="8536320" y="4749840"/>
            <a:ext cx="548280" cy="39312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ctr">
            <a:norm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l" sz="1000" spc="-1" strike="noStrike">
                <a:solidFill>
                  <a:schemeClr val="accent1"/>
                </a:solidFill>
                <a:latin typeface="Lato"/>
                <a:ea typeface="Lato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26D4C43A-4A2D-4508-9E44-15B05F1A5871}" type="slidenum">
              <a:rPr b="0" lang="el" sz="1000" spc="-1" strike="noStrike">
                <a:solidFill>
                  <a:schemeClr val="accent1"/>
                </a:solidFill>
                <a:latin typeface="Lato"/>
                <a:ea typeface="Lato"/>
              </a:rPr>
              <a:t>47</a:t>
            </a:fld>
            <a:endParaRPr b="0" lang="en-US" sz="10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783" dur="indefinite" restart="never" nodeType="tmRoot">
          <p:childTnLst>
            <p:seq>
              <p:cTn id="784" dur="indefinite" nodeType="mainSeq">
                <p:childTnLst>
                  <p:par>
                    <p:cTn id="785" fill="hold">
                      <p:stCondLst>
                        <p:cond delay="indefinite"/>
                      </p:stCondLst>
                      <p:childTnLst>
                        <p:par>
                          <p:cTn id="786" fill="hold">
                            <p:stCondLst>
                              <p:cond delay="0"/>
                            </p:stCondLst>
                            <p:childTnLst>
                              <p:par>
                                <p:cTn id="787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9" fill="hold">
                      <p:stCondLst>
                        <p:cond delay="indefinite"/>
                      </p:stCondLst>
                      <p:childTnLst>
                        <p:par>
                          <p:cTn id="790" fill="hold">
                            <p:stCondLst>
                              <p:cond delay="0"/>
                            </p:stCondLst>
                            <p:childTnLst>
                              <p:par>
                                <p:cTn id="791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3" fill="hold">
                      <p:stCondLst>
                        <p:cond delay="indefinite"/>
                      </p:stCondLst>
                      <p:childTnLst>
                        <p:par>
                          <p:cTn id="794" fill="hold">
                            <p:stCondLst>
                              <p:cond delay="0"/>
                            </p:stCondLst>
                            <p:childTnLst>
                              <p:par>
                                <p:cTn id="795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7" fill="hold">
                      <p:stCondLst>
                        <p:cond delay="indefinite"/>
                      </p:stCondLst>
                      <p:childTnLst>
                        <p:par>
                          <p:cTn id="798" fill="hold">
                            <p:stCondLst>
                              <p:cond delay="0"/>
                            </p:stCondLst>
                            <p:childTnLst>
                              <p:par>
                                <p:cTn id="799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1" fill="hold">
                      <p:stCondLst>
                        <p:cond delay="indefinite"/>
                      </p:stCondLst>
                      <p:childTnLst>
                        <p:par>
                          <p:cTn id="802" fill="hold">
                            <p:stCondLst>
                              <p:cond delay="0"/>
                            </p:stCondLst>
                            <p:childTnLst>
                              <p:par>
                                <p:cTn id="803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5" fill="hold">
                      <p:stCondLst>
                        <p:cond delay="indefinite"/>
                      </p:stCondLst>
                      <p:childTnLst>
                        <p:par>
                          <p:cTn id="806" fill="hold">
                            <p:stCondLst>
                              <p:cond delay="0"/>
                            </p:stCondLst>
                            <p:childTnLst>
                              <p:par>
                                <p:cTn id="807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9" fill="hold">
                      <p:stCondLst>
                        <p:cond delay="indefinite"/>
                      </p:stCondLst>
                      <p:childTnLst>
                        <p:par>
                          <p:cTn id="810" fill="hold">
                            <p:stCondLst>
                              <p:cond delay="0"/>
                            </p:stCondLst>
                            <p:childTnLst>
                              <p:par>
                                <p:cTn id="811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1" name="PlaceHolder 1"/>
          <p:cNvSpPr>
            <a:spLocks noGrp="1"/>
          </p:cNvSpPr>
          <p:nvPr>
            <p:ph type="title"/>
          </p:nvPr>
        </p:nvSpPr>
        <p:spPr>
          <a:xfrm>
            <a:off x="729360" y="572040"/>
            <a:ext cx="7688520" cy="53496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t">
            <a:normAutofit fontScale="88000"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l" sz="2600" spc="-1" strike="noStrike">
                <a:solidFill>
                  <a:schemeClr val="dk2"/>
                </a:solidFill>
                <a:latin typeface="Lato"/>
                <a:ea typeface="Lato"/>
              </a:rPr>
              <a:t>Do we need to be that precise?</a:t>
            </a:r>
            <a:endParaRPr b="0" lang="en-US" sz="2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52" name="PlaceHolder 2"/>
          <p:cNvSpPr>
            <a:spLocks noGrp="1"/>
          </p:cNvSpPr>
          <p:nvPr>
            <p:ph/>
          </p:nvPr>
        </p:nvSpPr>
        <p:spPr>
          <a:xfrm>
            <a:off x="729360" y="1378080"/>
            <a:ext cx="7688520" cy="376524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t">
            <a:normAutofit/>
          </a:bodyPr>
          <a:p>
            <a:pPr marL="457200" indent="-330120">
              <a:lnSpc>
                <a:spcPct val="115000"/>
              </a:lnSpc>
              <a:buClr>
                <a:srgbClr val="595959"/>
              </a:buClr>
              <a:buFont typeface="Lato"/>
              <a:buChar char="●"/>
            </a:pPr>
            <a:r>
              <a:rPr b="0" lang="el" sz="1600" spc="-1" strike="noStrike">
                <a:solidFill>
                  <a:schemeClr val="accent1"/>
                </a:solidFill>
                <a:latin typeface="Lato"/>
                <a:ea typeface="Lato"/>
              </a:rPr>
              <a:t>So, we can say that, roughly, on an input of size n (measured in a reasonable manner), Bubble sort requires roughly n^2 EO to complete.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marL="457200" indent="-330120">
              <a:lnSpc>
                <a:spcPct val="115000"/>
              </a:lnSpc>
              <a:buClr>
                <a:srgbClr val="595959"/>
              </a:buClr>
              <a:buFont typeface="Lato"/>
              <a:buChar char="●"/>
            </a:pPr>
            <a:r>
              <a:rPr b="0" lang="el" sz="1600" spc="-1" strike="noStrike">
                <a:solidFill>
                  <a:schemeClr val="accent1"/>
                </a:solidFill>
                <a:latin typeface="Lato"/>
                <a:ea typeface="Lato"/>
              </a:rPr>
              <a:t>This means, roughly: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lvl="1" marL="914400" indent="-330120">
              <a:lnSpc>
                <a:spcPct val="115000"/>
              </a:lnSpc>
              <a:buClr>
                <a:srgbClr val="595959"/>
              </a:buClr>
              <a:buFont typeface="Lato"/>
              <a:buChar char="○"/>
            </a:pPr>
            <a:r>
              <a:rPr b="0" lang="el" sz="1600" spc="-1" strike="noStrike">
                <a:solidFill>
                  <a:schemeClr val="accent1"/>
                </a:solidFill>
                <a:latin typeface="Lato"/>
                <a:ea typeface="Lato"/>
              </a:rPr>
              <a:t>100 EO for n = 10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lvl="1" marL="914400" indent="-330120">
              <a:lnSpc>
                <a:spcPct val="115000"/>
              </a:lnSpc>
              <a:buClr>
                <a:srgbClr val="595959"/>
              </a:buClr>
              <a:buFont typeface="Lato"/>
              <a:buChar char="○"/>
            </a:pPr>
            <a:r>
              <a:rPr b="0" lang="el" sz="1600" spc="-1" strike="noStrike">
                <a:solidFill>
                  <a:schemeClr val="accent1"/>
                </a:solidFill>
                <a:latin typeface="Lato"/>
                <a:ea typeface="Lato"/>
              </a:rPr>
              <a:t>10,000 EO for n = 100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lvl="1" marL="914400" indent="-330120">
              <a:lnSpc>
                <a:spcPct val="115000"/>
              </a:lnSpc>
              <a:buClr>
                <a:srgbClr val="595959"/>
              </a:buClr>
              <a:buFont typeface="Lato"/>
              <a:buChar char="○"/>
            </a:pPr>
            <a:r>
              <a:rPr b="0" lang="el" sz="1600" spc="-1" strike="noStrike">
                <a:solidFill>
                  <a:schemeClr val="accent1"/>
                </a:solidFill>
                <a:latin typeface="Lato"/>
                <a:ea typeface="Lato"/>
              </a:rPr>
              <a:t>1,000,000 EO for n = 1,000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lvl="1" marL="914400" indent="-330120">
              <a:lnSpc>
                <a:spcPct val="115000"/>
              </a:lnSpc>
              <a:buClr>
                <a:srgbClr val="595959"/>
              </a:buClr>
              <a:buFont typeface="Lato"/>
              <a:buChar char="○"/>
            </a:pPr>
            <a:r>
              <a:rPr b="0" lang="el" sz="1600" spc="-1" strike="noStrike">
                <a:solidFill>
                  <a:schemeClr val="accent1"/>
                </a:solidFill>
                <a:latin typeface="Lato"/>
                <a:ea typeface="Lato"/>
              </a:rPr>
              <a:t>100,000,000 EO for n = 10,000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lvl="1" marL="914400" indent="-330120">
              <a:lnSpc>
                <a:spcPct val="115000"/>
              </a:lnSpc>
              <a:buClr>
                <a:srgbClr val="595959"/>
              </a:buClr>
              <a:buFont typeface="Lato"/>
              <a:buChar char="○"/>
            </a:pPr>
            <a:r>
              <a:rPr b="0" lang="el" sz="1600" spc="-1" strike="noStrike">
                <a:solidFill>
                  <a:schemeClr val="accent1"/>
                </a:solidFill>
                <a:latin typeface="Lato"/>
                <a:ea typeface="Lato"/>
              </a:rPr>
              <a:t>1,000,000,000 EO for n = 100,000.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marL="457200" indent="-330120">
              <a:lnSpc>
                <a:spcPct val="115000"/>
              </a:lnSpc>
              <a:buClr>
                <a:srgbClr val="595959"/>
              </a:buClr>
              <a:buFont typeface="Lato"/>
              <a:buChar char="●"/>
            </a:pPr>
            <a:r>
              <a:rPr b="0" lang="el" sz="1600" spc="-1" strike="noStrike">
                <a:solidFill>
                  <a:schemeClr val="accent1"/>
                </a:solidFill>
                <a:latin typeface="Lato"/>
                <a:ea typeface="Lato"/>
              </a:rPr>
              <a:t>We say, in more formal language, that Bubble sort is of worst-case time complexity O(n^2).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53" name="PlaceHolder 3"/>
          <p:cNvSpPr>
            <a:spLocks noGrp="1"/>
          </p:cNvSpPr>
          <p:nvPr>
            <p:ph type="sldNum" idx="52"/>
          </p:nvPr>
        </p:nvSpPr>
        <p:spPr>
          <a:xfrm>
            <a:off x="8536320" y="4749840"/>
            <a:ext cx="548280" cy="39312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ctr">
            <a:norm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l" sz="1000" spc="-1" strike="noStrike">
                <a:solidFill>
                  <a:schemeClr val="accent1"/>
                </a:solidFill>
                <a:latin typeface="Lato"/>
                <a:ea typeface="Lato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0893A58E-E94B-41EE-88DF-48D024114304}" type="slidenum">
              <a:rPr b="0" lang="el" sz="1000" spc="-1" strike="noStrike">
                <a:solidFill>
                  <a:schemeClr val="accent1"/>
                </a:solidFill>
                <a:latin typeface="Lato"/>
                <a:ea typeface="Lato"/>
              </a:rPr>
              <a:t>48</a:t>
            </a:fld>
            <a:endParaRPr b="0" lang="en-US" sz="10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813" dur="indefinite" restart="never" nodeType="tmRoot">
          <p:childTnLst>
            <p:seq>
              <p:cTn id="814" dur="indefinite" nodeType="mainSeq">
                <p:childTnLst>
                  <p:par>
                    <p:cTn id="815" fill="hold">
                      <p:stCondLst>
                        <p:cond delay="indefinite"/>
                      </p:stCondLst>
                      <p:childTnLst>
                        <p:par>
                          <p:cTn id="816" fill="hold">
                            <p:stCondLst>
                              <p:cond delay="0"/>
                            </p:stCondLst>
                            <p:childTnLst>
                              <p:par>
                                <p:cTn id="817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9" fill="hold">
                      <p:stCondLst>
                        <p:cond delay="indefinite"/>
                      </p:stCondLst>
                      <p:childTnLst>
                        <p:par>
                          <p:cTn id="820" fill="hold">
                            <p:stCondLst>
                              <p:cond delay="0"/>
                            </p:stCondLst>
                            <p:childTnLst>
                              <p:par>
                                <p:cTn id="821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23" fill="hold">
                      <p:stCondLst>
                        <p:cond delay="indefinite"/>
                      </p:stCondLst>
                      <p:childTnLst>
                        <p:par>
                          <p:cTn id="824" fill="hold">
                            <p:stCondLst>
                              <p:cond delay="0"/>
                            </p:stCondLst>
                            <p:childTnLst>
                              <p:par>
                                <p:cTn id="825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27" fill="hold">
                      <p:stCondLst>
                        <p:cond delay="indefinite"/>
                      </p:stCondLst>
                      <p:childTnLst>
                        <p:par>
                          <p:cTn id="828" fill="hold">
                            <p:stCondLst>
                              <p:cond delay="0"/>
                            </p:stCondLst>
                            <p:childTnLst>
                              <p:par>
                                <p:cTn id="829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1" fill="hold">
                      <p:stCondLst>
                        <p:cond delay="indefinite"/>
                      </p:stCondLst>
                      <p:childTnLst>
                        <p:par>
                          <p:cTn id="832" fill="hold">
                            <p:stCondLst>
                              <p:cond delay="0"/>
                            </p:stCondLst>
                            <p:childTnLst>
                              <p:par>
                                <p:cTn id="833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5" fill="hold">
                      <p:stCondLst>
                        <p:cond delay="indefinite"/>
                      </p:stCondLst>
                      <p:childTnLst>
                        <p:par>
                          <p:cTn id="836" fill="hold">
                            <p:stCondLst>
                              <p:cond delay="0"/>
                            </p:stCondLst>
                            <p:childTnLst>
                              <p:par>
                                <p:cTn id="837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9" fill="hold">
                      <p:stCondLst>
                        <p:cond delay="indefinite"/>
                      </p:stCondLst>
                      <p:childTnLst>
                        <p:par>
                          <p:cTn id="840" fill="hold">
                            <p:stCondLst>
                              <p:cond delay="0"/>
                            </p:stCondLst>
                            <p:childTnLst>
                              <p:par>
                                <p:cTn id="841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43" fill="hold">
                      <p:stCondLst>
                        <p:cond delay="indefinite"/>
                      </p:stCondLst>
                      <p:childTnLst>
                        <p:par>
                          <p:cTn id="844" fill="hold">
                            <p:stCondLst>
                              <p:cond delay="0"/>
                            </p:stCondLst>
                            <p:childTnLst>
                              <p:par>
                                <p:cTn id="845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4" name="PlaceHolder 1"/>
          <p:cNvSpPr>
            <a:spLocks noGrp="1"/>
          </p:cNvSpPr>
          <p:nvPr>
            <p:ph type="title"/>
          </p:nvPr>
        </p:nvSpPr>
        <p:spPr>
          <a:xfrm>
            <a:off x="729360" y="572040"/>
            <a:ext cx="7688520" cy="53496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t">
            <a:normAutofit fontScale="88000"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l" sz="2600" spc="-1" strike="noStrike">
                <a:solidFill>
                  <a:schemeClr val="dk2"/>
                </a:solidFill>
                <a:latin typeface="Lato"/>
                <a:ea typeface="Lato"/>
              </a:rPr>
              <a:t>Being more precise…</a:t>
            </a:r>
            <a:endParaRPr b="0" lang="en-US" sz="2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55" name="PlaceHolder 2"/>
          <p:cNvSpPr>
            <a:spLocks noGrp="1"/>
          </p:cNvSpPr>
          <p:nvPr>
            <p:ph/>
          </p:nvPr>
        </p:nvSpPr>
        <p:spPr>
          <a:xfrm>
            <a:off x="729360" y="1378080"/>
            <a:ext cx="7688520" cy="376488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t">
            <a:normAutofit/>
          </a:bodyPr>
          <a:p>
            <a:pPr marL="457200" indent="-330120">
              <a:lnSpc>
                <a:spcPct val="115000"/>
              </a:lnSpc>
              <a:buClr>
                <a:srgbClr val="595959"/>
              </a:buClr>
              <a:buFont typeface="Lato"/>
              <a:buChar char="●"/>
            </a:pPr>
            <a:r>
              <a:rPr b="0" lang="el" sz="1600" spc="-1" strike="noStrike">
                <a:solidFill>
                  <a:schemeClr val="accent1"/>
                </a:solidFill>
                <a:latin typeface="Lato"/>
                <a:ea typeface="Lato"/>
              </a:rPr>
              <a:t>In general, we say that a function f(n) is </a:t>
            </a:r>
            <a:r>
              <a:rPr b="1" lang="el" sz="1600" spc="-1" strike="noStrike">
                <a:solidFill>
                  <a:schemeClr val="accent1"/>
                </a:solidFill>
                <a:latin typeface="Lato"/>
                <a:ea typeface="Lato"/>
              </a:rPr>
              <a:t>O(g(n)) </a:t>
            </a:r>
            <a:r>
              <a:rPr b="0" lang="el" sz="1600" spc="-1" strike="noStrike">
                <a:solidFill>
                  <a:schemeClr val="accent1"/>
                </a:solidFill>
                <a:latin typeface="Lato"/>
                <a:ea typeface="Lato"/>
              </a:rPr>
              <a:t>for some other function g(n) if there exist M &gt; 0 and n_0 such that |f(n)| &lt;= Mg(n) for every n &gt; n_0.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marL="457200" indent="-330120">
              <a:lnSpc>
                <a:spcPct val="115000"/>
              </a:lnSpc>
              <a:buClr>
                <a:srgbClr val="595959"/>
              </a:buClr>
              <a:buFont typeface="Lato"/>
              <a:buChar char="●"/>
            </a:pPr>
            <a:r>
              <a:rPr b="0" lang="el" sz="1600" spc="-1" strike="noStrike">
                <a:solidFill>
                  <a:schemeClr val="accent1"/>
                </a:solidFill>
                <a:latin typeface="Lato"/>
                <a:ea typeface="Lato"/>
              </a:rPr>
              <a:t>Forget about  that. We say that a function f(n) is O(g(n)) for some other function g(n) if as n grows indefinitely, f(n) is not larger than g(n), even if we make g(n) really small using some positive constant.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marL="457200" indent="-330120">
              <a:lnSpc>
                <a:spcPct val="115000"/>
              </a:lnSpc>
              <a:buClr>
                <a:srgbClr val="595959"/>
              </a:buClr>
              <a:buFont typeface="Lato"/>
              <a:buChar char="●"/>
            </a:pPr>
            <a:r>
              <a:rPr b="0" lang="el" sz="1600" spc="-1" strike="noStrike">
                <a:solidFill>
                  <a:schemeClr val="accent1"/>
                </a:solidFill>
                <a:latin typeface="Lato"/>
                <a:ea typeface="Lato"/>
              </a:rPr>
              <a:t>For instance: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lvl="1" marL="914400" indent="-330120">
              <a:lnSpc>
                <a:spcPct val="115000"/>
              </a:lnSpc>
              <a:buClr>
                <a:srgbClr val="595959"/>
              </a:buClr>
              <a:buFont typeface="Lato"/>
              <a:buChar char="○"/>
            </a:pPr>
            <a:r>
              <a:rPr b="0" lang="el" sz="1600" spc="-1" strike="noStrike">
                <a:solidFill>
                  <a:schemeClr val="accent1"/>
                </a:solidFill>
                <a:latin typeface="Lato"/>
                <a:ea typeface="Lato"/>
              </a:rPr>
              <a:t>0.3589*n^2 is O(n^2), since they are roughly the same as n → Infinity.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lvl="1" marL="914400" indent="-330120">
              <a:lnSpc>
                <a:spcPct val="115000"/>
              </a:lnSpc>
              <a:buClr>
                <a:srgbClr val="595959"/>
              </a:buClr>
              <a:buFont typeface="Lato"/>
              <a:buChar char="○"/>
            </a:pPr>
            <a:r>
              <a:rPr b="0" lang="el" sz="1600" spc="-1" strike="noStrike">
                <a:solidFill>
                  <a:schemeClr val="accent1"/>
                </a:solidFill>
                <a:latin typeface="Lato"/>
                <a:ea typeface="Lato"/>
              </a:rPr>
              <a:t>0.3589*n^3 is not O(n^2) since n^3 grows “faster” than n^2 or any multiple of n^2.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lvl="1" marL="914400" indent="-330120">
              <a:lnSpc>
                <a:spcPct val="115000"/>
              </a:lnSpc>
              <a:buClr>
                <a:srgbClr val="595959"/>
              </a:buClr>
              <a:buFont typeface="Lato"/>
              <a:buChar char="○"/>
            </a:pPr>
            <a:r>
              <a:rPr b="0" lang="el" sz="1600" spc="-1" strike="noStrike">
                <a:solidFill>
                  <a:schemeClr val="accent1"/>
                </a:solidFill>
                <a:latin typeface="Lato"/>
                <a:ea typeface="Lato"/>
              </a:rPr>
              <a:t>1,000,000 * n is O(n^2) as n^2 eventually grows faster than any multiple of n.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56" name="PlaceHolder 3"/>
          <p:cNvSpPr>
            <a:spLocks noGrp="1"/>
          </p:cNvSpPr>
          <p:nvPr>
            <p:ph type="sldNum" idx="53"/>
          </p:nvPr>
        </p:nvSpPr>
        <p:spPr>
          <a:xfrm>
            <a:off x="8536320" y="4749840"/>
            <a:ext cx="548280" cy="39312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ctr">
            <a:norm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l" sz="1000" spc="-1" strike="noStrike">
                <a:solidFill>
                  <a:schemeClr val="accent1"/>
                </a:solidFill>
                <a:latin typeface="Lato"/>
                <a:ea typeface="Lato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4DE9DF56-701D-4AE6-BF38-B4BCE5E544B8}" type="slidenum">
              <a:rPr b="0" lang="el" sz="1000" spc="-1" strike="noStrike">
                <a:solidFill>
                  <a:schemeClr val="accent1"/>
                </a:solidFill>
                <a:latin typeface="Lato"/>
                <a:ea typeface="Lato"/>
              </a:rPr>
              <a:t>49</a:t>
            </a:fld>
            <a:endParaRPr b="0" lang="en-US" sz="10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847" dur="indefinite" restart="never" nodeType="tmRoot">
          <p:childTnLst>
            <p:seq>
              <p:cTn id="848" dur="indefinite" nodeType="mainSeq">
                <p:childTnLst>
                  <p:par>
                    <p:cTn id="849" fill="hold">
                      <p:stCondLst>
                        <p:cond delay="indefinite"/>
                      </p:stCondLst>
                      <p:childTnLst>
                        <p:par>
                          <p:cTn id="850" fill="hold">
                            <p:stCondLst>
                              <p:cond delay="0"/>
                            </p:stCondLst>
                            <p:childTnLst>
                              <p:par>
                                <p:cTn id="851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3" fill="hold">
                      <p:stCondLst>
                        <p:cond delay="indefinite"/>
                      </p:stCondLst>
                      <p:childTnLst>
                        <p:par>
                          <p:cTn id="854" fill="hold">
                            <p:stCondLst>
                              <p:cond delay="0"/>
                            </p:stCondLst>
                            <p:childTnLst>
                              <p:par>
                                <p:cTn id="855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7" fill="hold">
                      <p:stCondLst>
                        <p:cond delay="indefinite"/>
                      </p:stCondLst>
                      <p:childTnLst>
                        <p:par>
                          <p:cTn id="858" fill="hold">
                            <p:stCondLst>
                              <p:cond delay="0"/>
                            </p:stCondLst>
                            <p:childTnLst>
                              <p:par>
                                <p:cTn id="859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61" fill="hold">
                      <p:stCondLst>
                        <p:cond delay="indefinite"/>
                      </p:stCondLst>
                      <p:childTnLst>
                        <p:par>
                          <p:cTn id="862" fill="hold">
                            <p:stCondLst>
                              <p:cond delay="0"/>
                            </p:stCondLst>
                            <p:childTnLst>
                              <p:par>
                                <p:cTn id="863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65" fill="hold">
                      <p:stCondLst>
                        <p:cond delay="indefinite"/>
                      </p:stCondLst>
                      <p:childTnLst>
                        <p:par>
                          <p:cTn id="866" fill="hold">
                            <p:stCondLst>
                              <p:cond delay="0"/>
                            </p:stCondLst>
                            <p:childTnLst>
                              <p:par>
                                <p:cTn id="867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69" fill="hold">
                      <p:stCondLst>
                        <p:cond delay="indefinite"/>
                      </p:stCondLst>
                      <p:childTnLst>
                        <p:par>
                          <p:cTn id="870" fill="hold">
                            <p:stCondLst>
                              <p:cond delay="0"/>
                            </p:stCondLst>
                            <p:childTnLst>
                              <p:par>
                                <p:cTn id="871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" name="PlaceHolder 1"/>
          <p:cNvSpPr>
            <a:spLocks noGrp="1"/>
          </p:cNvSpPr>
          <p:nvPr>
            <p:ph type="title"/>
          </p:nvPr>
        </p:nvSpPr>
        <p:spPr>
          <a:xfrm>
            <a:off x="729360" y="572040"/>
            <a:ext cx="7688520" cy="53496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t">
            <a:normAutofit fontScale="88000"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l" sz="2600" spc="-1" strike="noStrike">
                <a:solidFill>
                  <a:schemeClr val="dk2"/>
                </a:solidFill>
                <a:latin typeface="Lato"/>
                <a:ea typeface="Lato"/>
              </a:rPr>
              <a:t>A rule of thumb</a:t>
            </a:r>
            <a:endParaRPr b="0" lang="en-US" sz="2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58" name="PlaceHolder 2"/>
          <p:cNvSpPr>
            <a:spLocks noGrp="1"/>
          </p:cNvSpPr>
          <p:nvPr>
            <p:ph type="sldNum" idx="54"/>
          </p:nvPr>
        </p:nvSpPr>
        <p:spPr>
          <a:xfrm>
            <a:off x="8536320" y="4749840"/>
            <a:ext cx="548280" cy="39312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ctr">
            <a:norm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l" sz="1000" spc="-1" strike="noStrike">
                <a:solidFill>
                  <a:schemeClr val="accent1"/>
                </a:solidFill>
                <a:latin typeface="Lato"/>
                <a:ea typeface="Lato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FC0E95F4-F544-48A0-AB27-3573DBE1C34C}" type="slidenum">
              <a:rPr b="0" lang="el" sz="1000" spc="-1" strike="noStrike">
                <a:solidFill>
                  <a:schemeClr val="accent1"/>
                </a:solidFill>
                <a:latin typeface="Lato"/>
                <a:ea typeface="Lato"/>
              </a:rPr>
              <a:t>50</a:t>
            </a:fld>
            <a:endParaRPr b="0" lang="en-US" sz="1000" spc="-1" strike="noStrike">
              <a:solidFill>
                <a:srgbClr val="000000"/>
              </a:solidFill>
              <a:latin typeface="Times New Roman"/>
            </a:endParaRPr>
          </a:p>
        </p:txBody>
      </p:sp>
      <p:pic>
        <p:nvPicPr>
          <p:cNvPr id="759" name="Google Shape;852;p65" descr=""/>
          <p:cNvPicPr/>
          <p:nvPr/>
        </p:nvPicPr>
        <p:blipFill>
          <a:blip r:embed="rId1"/>
          <a:stretch/>
        </p:blipFill>
        <p:spPr>
          <a:xfrm>
            <a:off x="2163960" y="1328760"/>
            <a:ext cx="4819320" cy="329544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0" name="PlaceHolder 1"/>
          <p:cNvSpPr>
            <a:spLocks noGrp="1"/>
          </p:cNvSpPr>
          <p:nvPr>
            <p:ph type="title"/>
          </p:nvPr>
        </p:nvSpPr>
        <p:spPr>
          <a:xfrm>
            <a:off x="729360" y="572040"/>
            <a:ext cx="7688520" cy="53496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t">
            <a:normAutofit fontScale="88000"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l" sz="2600" spc="-1" strike="noStrike">
                <a:solidFill>
                  <a:schemeClr val="dk2"/>
                </a:solidFill>
                <a:latin typeface="Lato"/>
                <a:ea typeface="Lato"/>
              </a:rPr>
              <a:t>What about Merge sort?</a:t>
            </a:r>
            <a:endParaRPr b="0" lang="en-US" sz="2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61" name="PlaceHolder 2"/>
          <p:cNvSpPr>
            <a:spLocks noGrp="1"/>
          </p:cNvSpPr>
          <p:nvPr>
            <p:ph/>
          </p:nvPr>
        </p:nvSpPr>
        <p:spPr>
          <a:xfrm>
            <a:off x="729360" y="1378080"/>
            <a:ext cx="7688520" cy="376488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t">
            <a:normAutofit/>
          </a:bodyPr>
          <a:p>
            <a:pPr marL="457200" indent="-330120">
              <a:lnSpc>
                <a:spcPct val="115000"/>
              </a:lnSpc>
              <a:buClr>
                <a:srgbClr val="595959"/>
              </a:buClr>
              <a:buFont typeface="Lato"/>
              <a:buChar char="●"/>
            </a:pPr>
            <a:r>
              <a:rPr b="0" lang="el" sz="1600" spc="-1" strike="noStrike">
                <a:solidFill>
                  <a:schemeClr val="accent1"/>
                </a:solidFill>
                <a:latin typeface="Lato"/>
                <a:ea typeface="Lato"/>
              </a:rPr>
              <a:t>For a list of size n, splitting things up (first step) requires roughly n EO.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marL="457200" indent="-330120">
              <a:lnSpc>
                <a:spcPct val="115000"/>
              </a:lnSpc>
              <a:buClr>
                <a:srgbClr val="595959"/>
              </a:buClr>
              <a:buFont typeface="Lato"/>
              <a:buChar char="●"/>
            </a:pPr>
            <a:r>
              <a:rPr b="0" lang="el" sz="1600" spc="-1" strike="noStrike">
                <a:solidFill>
                  <a:schemeClr val="accent1"/>
                </a:solidFill>
                <a:latin typeface="Lato"/>
                <a:ea typeface="Lato"/>
              </a:rPr>
              <a:t>Then, we repeat some times a merging process, swapping at most once each element, so, each merging sequence requires (at most) n EO.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marL="457200" indent="-330120">
              <a:lnSpc>
                <a:spcPct val="115000"/>
              </a:lnSpc>
              <a:buClr>
                <a:srgbClr val="595959"/>
              </a:buClr>
              <a:buFont typeface="Lato"/>
              <a:buChar char="●"/>
            </a:pPr>
            <a:r>
              <a:rPr b="0" lang="el" sz="1600" spc="-1" strike="noStrike">
                <a:solidFill>
                  <a:schemeClr val="accent1"/>
                </a:solidFill>
                <a:latin typeface="Lato"/>
                <a:ea typeface="Lato"/>
              </a:rPr>
              <a:t>But, how many times we repeat those merging sequences?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marL="457200" indent="-330120">
              <a:lnSpc>
                <a:spcPct val="115000"/>
              </a:lnSpc>
              <a:buClr>
                <a:srgbClr val="595959"/>
              </a:buClr>
              <a:buFont typeface="Lato"/>
              <a:buChar char="●"/>
            </a:pPr>
            <a:r>
              <a:rPr b="0" lang="el" sz="1600" spc="-1" strike="noStrike">
                <a:solidFill>
                  <a:schemeClr val="accent1"/>
                </a:solidFill>
                <a:latin typeface="Lato"/>
                <a:ea typeface="Lato"/>
              </a:rPr>
              <a:t>[Take some time to think…]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marL="457200" indent="-330120">
              <a:lnSpc>
                <a:spcPct val="115000"/>
              </a:lnSpc>
              <a:buClr>
                <a:srgbClr val="595959"/>
              </a:buClr>
              <a:buFont typeface="Lato"/>
              <a:buChar char="●"/>
            </a:pPr>
            <a:r>
              <a:rPr b="0" lang="el" sz="1600" spc="-1" strike="noStrike">
                <a:solidFill>
                  <a:schemeClr val="accent1"/>
                </a:solidFill>
                <a:latin typeface="Lato"/>
                <a:ea typeface="Lato"/>
              </a:rPr>
              <a:t>If we have 8 elements in our list, we split once, (2 lists of 4), another once (4 lists of 2) and another once (8 lists of 1). So, three times.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marL="457200" indent="-330120">
              <a:lnSpc>
                <a:spcPct val="115000"/>
              </a:lnSpc>
              <a:buClr>
                <a:srgbClr val="595959"/>
              </a:buClr>
              <a:buFont typeface="Lato"/>
              <a:buChar char="●"/>
            </a:pPr>
            <a:r>
              <a:rPr b="0" lang="el" sz="1600" spc="-1" strike="noStrike">
                <a:solidFill>
                  <a:schemeClr val="accent1"/>
                </a:solidFill>
                <a:latin typeface="Lato"/>
                <a:ea typeface="Lato"/>
              </a:rPr>
              <a:t>8, 3, splitting in 2: How to combine all those?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marL="457200" indent="-330120">
              <a:lnSpc>
                <a:spcPct val="115000"/>
              </a:lnSpc>
              <a:buClr>
                <a:srgbClr val="595959"/>
              </a:buClr>
              <a:buFont typeface="Lato"/>
              <a:buChar char="●"/>
            </a:pPr>
            <a:r>
              <a:rPr b="0" lang="el" sz="1600" spc="-1" strike="noStrike">
                <a:solidFill>
                  <a:schemeClr val="accent1"/>
                </a:solidFill>
                <a:latin typeface="Lato"/>
                <a:ea typeface="Lato"/>
              </a:rPr>
              <a:t>2³ = 8 → 3 = log(8), where log is base-2 logarithm.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marL="457200" indent="-330120">
              <a:lnSpc>
                <a:spcPct val="115000"/>
              </a:lnSpc>
              <a:buClr>
                <a:srgbClr val="595959"/>
              </a:buClr>
              <a:buFont typeface="Lato"/>
              <a:buChar char="●"/>
            </a:pPr>
            <a:r>
              <a:rPr b="0" lang="el" sz="1600" spc="-1" strike="noStrike">
                <a:solidFill>
                  <a:schemeClr val="accent1"/>
                </a:solidFill>
                <a:latin typeface="Lato"/>
                <a:ea typeface="Lato"/>
              </a:rPr>
              <a:t>So, log(n) in the general case.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marL="457200" indent="-330120">
              <a:lnSpc>
                <a:spcPct val="115000"/>
              </a:lnSpc>
              <a:buClr>
                <a:srgbClr val="595959"/>
              </a:buClr>
              <a:buFont typeface="Lato"/>
              <a:buChar char="●"/>
            </a:pPr>
            <a:r>
              <a:rPr b="0" lang="el" sz="1600" spc="-1" strike="noStrike">
                <a:solidFill>
                  <a:schemeClr val="accent1"/>
                </a:solidFill>
                <a:latin typeface="Lato"/>
                <a:ea typeface="Lato"/>
              </a:rPr>
              <a:t>Overall: nlog(n) + n, which is O(nlog(n)).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62" name="PlaceHolder 3"/>
          <p:cNvSpPr>
            <a:spLocks noGrp="1"/>
          </p:cNvSpPr>
          <p:nvPr>
            <p:ph type="sldNum" idx="55"/>
          </p:nvPr>
        </p:nvSpPr>
        <p:spPr>
          <a:xfrm>
            <a:off x="8536320" y="4749840"/>
            <a:ext cx="548280" cy="39312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ctr">
            <a:norm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l" sz="1000" spc="-1" strike="noStrike">
                <a:solidFill>
                  <a:schemeClr val="accent1"/>
                </a:solidFill>
                <a:latin typeface="Lato"/>
                <a:ea typeface="Lato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5FF7631F-CA66-42F9-8EB1-98CE6A4B5350}" type="slidenum">
              <a:rPr b="0" lang="el" sz="1000" spc="-1" strike="noStrike">
                <a:solidFill>
                  <a:schemeClr val="accent1"/>
                </a:solidFill>
                <a:latin typeface="Lato"/>
                <a:ea typeface="Lato"/>
              </a:rPr>
              <a:t>&lt;number&gt;</a:t>
            </a:fld>
            <a:endParaRPr b="0" lang="en-US" sz="10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873" dur="indefinite" restart="never" nodeType="tmRoot">
          <p:childTnLst>
            <p:seq>
              <p:cTn id="874" dur="indefinite" nodeType="mainSeq">
                <p:childTnLst>
                  <p:par>
                    <p:cTn id="875" fill="hold">
                      <p:stCondLst>
                        <p:cond delay="indefinite"/>
                      </p:stCondLst>
                      <p:childTnLst>
                        <p:par>
                          <p:cTn id="876" fill="hold">
                            <p:stCondLst>
                              <p:cond delay="0"/>
                            </p:stCondLst>
                            <p:childTnLst>
                              <p:par>
                                <p:cTn id="877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9" fill="hold">
                      <p:stCondLst>
                        <p:cond delay="indefinite"/>
                      </p:stCondLst>
                      <p:childTnLst>
                        <p:par>
                          <p:cTn id="880" fill="hold">
                            <p:stCondLst>
                              <p:cond delay="0"/>
                            </p:stCondLst>
                            <p:childTnLst>
                              <p:par>
                                <p:cTn id="881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3" fill="hold">
                      <p:stCondLst>
                        <p:cond delay="indefinite"/>
                      </p:stCondLst>
                      <p:childTnLst>
                        <p:par>
                          <p:cTn id="884" fill="hold">
                            <p:stCondLst>
                              <p:cond delay="0"/>
                            </p:stCondLst>
                            <p:childTnLst>
                              <p:par>
                                <p:cTn id="885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7" fill="hold">
                      <p:stCondLst>
                        <p:cond delay="indefinite"/>
                      </p:stCondLst>
                      <p:childTnLst>
                        <p:par>
                          <p:cTn id="888" fill="hold">
                            <p:stCondLst>
                              <p:cond delay="0"/>
                            </p:stCondLst>
                            <p:childTnLst>
                              <p:par>
                                <p:cTn id="889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1" fill="hold">
                      <p:stCondLst>
                        <p:cond delay="indefinite"/>
                      </p:stCondLst>
                      <p:childTnLst>
                        <p:par>
                          <p:cTn id="892" fill="hold">
                            <p:stCondLst>
                              <p:cond delay="0"/>
                            </p:stCondLst>
                            <p:childTnLst>
                              <p:par>
                                <p:cTn id="893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5" fill="hold">
                      <p:stCondLst>
                        <p:cond delay="indefinite"/>
                      </p:stCondLst>
                      <p:childTnLst>
                        <p:par>
                          <p:cTn id="896" fill="hold">
                            <p:stCondLst>
                              <p:cond delay="0"/>
                            </p:stCondLst>
                            <p:childTnLst>
                              <p:par>
                                <p:cTn id="897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9" fill="hold">
                      <p:stCondLst>
                        <p:cond delay="indefinite"/>
                      </p:stCondLst>
                      <p:childTnLst>
                        <p:par>
                          <p:cTn id="900" fill="hold">
                            <p:stCondLst>
                              <p:cond delay="0"/>
                            </p:stCondLst>
                            <p:childTnLst>
                              <p:par>
                                <p:cTn id="901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03" fill="hold">
                      <p:stCondLst>
                        <p:cond delay="indefinite"/>
                      </p:stCondLst>
                      <p:childTnLst>
                        <p:par>
                          <p:cTn id="904" fill="hold">
                            <p:stCondLst>
                              <p:cond delay="0"/>
                            </p:stCondLst>
                            <p:childTnLst>
                              <p:par>
                                <p:cTn id="905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07" fill="hold">
                      <p:stCondLst>
                        <p:cond delay="indefinite"/>
                      </p:stCondLst>
                      <p:childTnLst>
                        <p:par>
                          <p:cTn id="908" fill="hold">
                            <p:stCondLst>
                              <p:cond delay="0"/>
                            </p:stCondLst>
                            <p:childTnLst>
                              <p:par>
                                <p:cTn id="909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3" name="PlaceHolder 1"/>
          <p:cNvSpPr>
            <a:spLocks noGrp="1"/>
          </p:cNvSpPr>
          <p:nvPr>
            <p:ph type="title"/>
          </p:nvPr>
        </p:nvSpPr>
        <p:spPr>
          <a:xfrm>
            <a:off x="730080" y="1318680"/>
            <a:ext cx="3300480" cy="168696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t">
            <a:norm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l" sz="2600" spc="-1" strike="noStrike">
                <a:solidFill>
                  <a:schemeClr val="dk2"/>
                </a:solidFill>
                <a:latin typeface="Lato"/>
                <a:ea typeface="Lato"/>
              </a:rPr>
              <a:t>Any Questions?</a:t>
            </a:r>
            <a:endParaRPr b="0" lang="en-US" sz="2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64" name="PlaceHolder 2"/>
          <p:cNvSpPr>
            <a:spLocks noGrp="1"/>
          </p:cNvSpPr>
          <p:nvPr>
            <p:ph type="subTitle"/>
          </p:nvPr>
        </p:nvSpPr>
        <p:spPr>
          <a:xfrm>
            <a:off x="725040" y="3161520"/>
            <a:ext cx="3300480" cy="75852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t">
            <a:norm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l" sz="1600" spc="-1" strike="noStrike">
                <a:solidFill>
                  <a:schemeClr val="accent1"/>
                </a:solidFill>
                <a:latin typeface="Lato"/>
                <a:ea typeface="Lato"/>
              </a:rPr>
              <a:t>Don’t forget to fill-in the questionnaire! (check right)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65" name="PlaceHolder 3"/>
          <p:cNvSpPr>
            <a:spLocks noGrp="1"/>
          </p:cNvSpPr>
          <p:nvPr>
            <p:ph/>
          </p:nvPr>
        </p:nvSpPr>
        <p:spPr>
          <a:xfrm>
            <a:off x="4707360" y="3983400"/>
            <a:ext cx="4361040" cy="39852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t">
            <a:noAutofit/>
          </a:bodyPr>
          <a:p>
            <a:pPr indent="0" algn="ctr">
              <a:lnSpc>
                <a:spcPct val="115000"/>
              </a:lnSpc>
              <a:spcAft>
                <a:spcPts val="1199"/>
              </a:spcAft>
              <a:buNone/>
              <a:tabLst>
                <a:tab algn="l" pos="0"/>
              </a:tabLst>
            </a:pPr>
            <a:r>
              <a:rPr b="0" lang="el" sz="1600" spc="-1" strike="noStrike" u="sng">
                <a:solidFill>
                  <a:schemeClr val="hlink"/>
                </a:solidFill>
                <a:uFillTx/>
                <a:latin typeface="Consolas"/>
                <a:ea typeface="Consolas"/>
                <a:hlinkClick r:id="rId1"/>
              </a:rPr>
              <a:t>https://forms.gle/zezKMVzhaT4xyJgk8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766" name="Google Shape;867;p67" descr="">
            <a:hlinkClick r:id="rId2"/>
          </p:cNvPr>
          <p:cNvPicPr/>
          <p:nvPr/>
        </p:nvPicPr>
        <p:blipFill>
          <a:blip r:embed="rId3"/>
          <a:stretch/>
        </p:blipFill>
        <p:spPr>
          <a:xfrm>
            <a:off x="5459400" y="1063080"/>
            <a:ext cx="2857320" cy="2857320"/>
          </a:xfrm>
          <a:prstGeom prst="rect">
            <a:avLst/>
          </a:prstGeom>
          <a:ln w="0">
            <a:noFill/>
          </a:ln>
        </p:spPr>
      </p:pic>
      <p:sp>
        <p:nvSpPr>
          <p:cNvPr id="767" name="PlaceHolder 4"/>
          <p:cNvSpPr>
            <a:spLocks noGrp="1"/>
          </p:cNvSpPr>
          <p:nvPr>
            <p:ph type="sldNum" idx="56"/>
          </p:nvPr>
        </p:nvSpPr>
        <p:spPr>
          <a:xfrm>
            <a:off x="8536320" y="4749840"/>
            <a:ext cx="548280" cy="39312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ctr">
            <a:norm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l" sz="1000" spc="-1" strike="noStrike">
                <a:solidFill>
                  <a:schemeClr val="accent1"/>
                </a:solidFill>
                <a:latin typeface="Lato"/>
                <a:ea typeface="Lato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F95359B2-ACBC-426B-88C8-B044AFF7633D}" type="slidenum">
              <a:rPr b="0" lang="el" sz="1000" spc="-1" strike="noStrike">
                <a:solidFill>
                  <a:schemeClr val="accent1"/>
                </a:solidFill>
                <a:latin typeface="Lato"/>
                <a:ea typeface="Lato"/>
              </a:rPr>
              <a:t>&lt;number&gt;</a:t>
            </a:fld>
            <a:endParaRPr b="0" lang="en-US" sz="10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Streamline">
  <a:themeElements>
    <a:clrScheme name="Streamline">
      <a:dk1>
        <a:srgbClr val="1a9988"/>
      </a:dk1>
      <a:lt1>
        <a:srgbClr val="ffffff"/>
      </a:lt1>
      <a:dk2>
        <a:srgbClr val="1a1a1a"/>
      </a:dk2>
      <a:lt2>
        <a:srgbClr val="e9edee"/>
      </a:lt2>
      <a:accent1>
        <a:srgbClr val="595959"/>
      </a:accent1>
      <a:accent2>
        <a:srgbClr val="6aa4c8"/>
      </a:accent2>
      <a:accent3>
        <a:srgbClr val="eb5600"/>
      </a:accent3>
      <a:accent4>
        <a:srgbClr val="a2ffe8"/>
      </a:accent4>
      <a:accent5>
        <a:srgbClr val="1c3678"/>
      </a:accent5>
      <a:accent6>
        <a:srgbClr val="ffb8a2"/>
      </a:accent6>
      <a:hlink>
        <a:srgbClr val="1c3678"/>
      </a:hlink>
      <a:folHlink>
        <a:srgbClr val="1c3678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6350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12700" cap="flat" cmpd="sng" algn="ctr">
          <a:solidFill>
            <a:schemeClr val="phClr"/>
          </a:solidFill>
          <a:prstDash val="solid"/>
          <a:miter/>
        </a:ln>
        <a:ln w="1905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Streamline">
  <a:themeElements>
    <a:clrScheme name="Streamline">
      <a:dk1>
        <a:srgbClr val="1a9988"/>
      </a:dk1>
      <a:lt1>
        <a:srgbClr val="ffffff"/>
      </a:lt1>
      <a:dk2>
        <a:srgbClr val="1a1a1a"/>
      </a:dk2>
      <a:lt2>
        <a:srgbClr val="e9edee"/>
      </a:lt2>
      <a:accent1>
        <a:srgbClr val="595959"/>
      </a:accent1>
      <a:accent2>
        <a:srgbClr val="6aa4c8"/>
      </a:accent2>
      <a:accent3>
        <a:srgbClr val="eb5600"/>
      </a:accent3>
      <a:accent4>
        <a:srgbClr val="a2ffe8"/>
      </a:accent4>
      <a:accent5>
        <a:srgbClr val="1c3678"/>
      </a:accent5>
      <a:accent6>
        <a:srgbClr val="ffb8a2"/>
      </a:accent6>
      <a:hlink>
        <a:srgbClr val="1c3678"/>
      </a:hlink>
      <a:folHlink>
        <a:srgbClr val="1c3678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6350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12700" cap="flat" cmpd="sng" algn="ctr">
          <a:solidFill>
            <a:schemeClr val="phClr"/>
          </a:solidFill>
          <a:prstDash val="solid"/>
          <a:miter/>
        </a:ln>
        <a:ln w="1905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name="Streamline">
  <a:themeElements>
    <a:clrScheme name="Streamline">
      <a:dk1>
        <a:srgbClr val="1a9988"/>
      </a:dk1>
      <a:lt1>
        <a:srgbClr val="ffffff"/>
      </a:lt1>
      <a:dk2>
        <a:srgbClr val="1a1a1a"/>
      </a:dk2>
      <a:lt2>
        <a:srgbClr val="e9edee"/>
      </a:lt2>
      <a:accent1>
        <a:srgbClr val="595959"/>
      </a:accent1>
      <a:accent2>
        <a:srgbClr val="6aa4c8"/>
      </a:accent2>
      <a:accent3>
        <a:srgbClr val="eb5600"/>
      </a:accent3>
      <a:accent4>
        <a:srgbClr val="a2ffe8"/>
      </a:accent4>
      <a:accent5>
        <a:srgbClr val="1c3678"/>
      </a:accent5>
      <a:accent6>
        <a:srgbClr val="ffb8a2"/>
      </a:accent6>
      <a:hlink>
        <a:srgbClr val="1c3678"/>
      </a:hlink>
      <a:folHlink>
        <a:srgbClr val="1c3678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6350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12700" cap="flat" cmpd="sng" algn="ctr">
          <a:solidFill>
            <a:schemeClr val="phClr"/>
          </a:solidFill>
          <a:prstDash val="solid"/>
          <a:miter/>
        </a:ln>
        <a:ln w="1905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4.xml><?xml version="1.0" encoding="utf-8"?>
<a:theme xmlns:a="http://schemas.openxmlformats.org/drawingml/2006/main" name="Streamline">
  <a:themeElements>
    <a:clrScheme name="Streamline">
      <a:dk1>
        <a:srgbClr val="1a9988"/>
      </a:dk1>
      <a:lt1>
        <a:srgbClr val="ffffff"/>
      </a:lt1>
      <a:dk2>
        <a:srgbClr val="1a1a1a"/>
      </a:dk2>
      <a:lt2>
        <a:srgbClr val="e9edee"/>
      </a:lt2>
      <a:accent1>
        <a:srgbClr val="595959"/>
      </a:accent1>
      <a:accent2>
        <a:srgbClr val="6aa4c8"/>
      </a:accent2>
      <a:accent3>
        <a:srgbClr val="eb5600"/>
      </a:accent3>
      <a:accent4>
        <a:srgbClr val="a2ffe8"/>
      </a:accent4>
      <a:accent5>
        <a:srgbClr val="1c3678"/>
      </a:accent5>
      <a:accent6>
        <a:srgbClr val="ffb8a2"/>
      </a:accent6>
      <a:hlink>
        <a:srgbClr val="1c3678"/>
      </a:hlink>
      <a:folHlink>
        <a:srgbClr val="1c3678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6350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12700" cap="flat" cmpd="sng" algn="ctr">
          <a:solidFill>
            <a:schemeClr val="phClr"/>
          </a:solidFill>
          <a:prstDash val="solid"/>
          <a:miter/>
        </a:ln>
        <a:ln w="1905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5.xml><?xml version="1.0" encoding="utf-8"?>
<a:theme xmlns:a="http://schemas.openxmlformats.org/drawingml/2006/main" name="Streamline">
  <a:themeElements>
    <a:clrScheme name="Streamline">
      <a:dk1>
        <a:srgbClr val="1a9988"/>
      </a:dk1>
      <a:lt1>
        <a:srgbClr val="ffffff"/>
      </a:lt1>
      <a:dk2>
        <a:srgbClr val="1a1a1a"/>
      </a:dk2>
      <a:lt2>
        <a:srgbClr val="e9edee"/>
      </a:lt2>
      <a:accent1>
        <a:srgbClr val="595959"/>
      </a:accent1>
      <a:accent2>
        <a:srgbClr val="6aa4c8"/>
      </a:accent2>
      <a:accent3>
        <a:srgbClr val="eb5600"/>
      </a:accent3>
      <a:accent4>
        <a:srgbClr val="a2ffe8"/>
      </a:accent4>
      <a:accent5>
        <a:srgbClr val="1c3678"/>
      </a:accent5>
      <a:accent6>
        <a:srgbClr val="ffb8a2"/>
      </a:accent6>
      <a:hlink>
        <a:srgbClr val="1c3678"/>
      </a:hlink>
      <a:folHlink>
        <a:srgbClr val="1c3678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6350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12700" cap="flat" cmpd="sng" algn="ctr">
          <a:solidFill>
            <a:schemeClr val="phClr"/>
          </a:solidFill>
          <a:prstDash val="solid"/>
          <a:miter/>
        </a:ln>
        <a:ln w="1905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LibreOffice/7.4.7.2$Linux_X86_64 LibreOffice_project/40$Build-2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en-US</dc:language>
  <cp:lastModifiedBy/>
  <dcterms:modified xsi:type="dcterms:W3CDTF">2025-12-15T12:54:00Z</dcterms:modified>
  <cp:revision>2</cp:revision>
  <dc:subject/>
  <dc:title/>
</cp:coreProperties>
</file>